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262289ec964311" /><Relationship Type="http://schemas.openxmlformats.org/officeDocument/2006/relationships/extended-properties" Target="/docProps/app.xml" Id="Rdf36adb02d2c4391" /><Relationship Type="http://schemas.openxmlformats.org/officeDocument/2006/relationships/officeDocument" Target="/ppt/presentation.xml" Id="Rf08944b81900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1759ec96454984"/>
  </p:sldMasterIdLst>
  <p:notesMasterIdLst>
    <p:notesMasterId xmlns:r="http://schemas.openxmlformats.org/officeDocument/2006/relationships" r:id="Rb99fc02792674446"/>
  </p:notesMasterIdLst>
  <p:sldIdLst>
    <p:sldId xmlns:r="http://schemas.openxmlformats.org/officeDocument/2006/relationships" id="256" r:id="Ra6448120f7fc4cb7"/>
    <p:sldId xmlns:r="http://schemas.openxmlformats.org/officeDocument/2006/relationships" id="257" r:id="R3cb9782a535f42d1"/>
    <p:sldId xmlns:r="http://schemas.openxmlformats.org/officeDocument/2006/relationships" id="258" r:id="Rf2b2395410e640e5"/>
    <p:sldId xmlns:r="http://schemas.openxmlformats.org/officeDocument/2006/relationships" id="259" r:id="R7ba7278cba8741eb"/>
    <p:sldId xmlns:r="http://schemas.openxmlformats.org/officeDocument/2006/relationships" id="260" r:id="Rcaf52b2ef12e449d"/>
    <p:sldId xmlns:r="http://schemas.openxmlformats.org/officeDocument/2006/relationships" id="261" r:id="R64a3e4f64f3943a7"/>
    <p:sldId xmlns:r="http://schemas.openxmlformats.org/officeDocument/2006/relationships" id="262" r:id="Rd9f5f525cb114a26"/>
    <p:sldId xmlns:r="http://schemas.openxmlformats.org/officeDocument/2006/relationships" id="263" r:id="Rd2bdef7dcd594da4"/>
    <p:sldId xmlns:r="http://schemas.openxmlformats.org/officeDocument/2006/relationships" id="264" r:id="R1ad1676afe2242f0"/>
    <p:sldId xmlns:r="http://schemas.openxmlformats.org/officeDocument/2006/relationships" id="265" r:id="R87798c1f851b4547"/>
    <p:sldId xmlns:r="http://schemas.openxmlformats.org/officeDocument/2006/relationships" id="266" r:id="R33b294811c5746b7"/>
    <p:sldId xmlns:r="http://schemas.openxmlformats.org/officeDocument/2006/relationships" id="267" r:id="Red0459c0e3ba4297"/>
    <p:sldId xmlns:r="http://schemas.openxmlformats.org/officeDocument/2006/relationships" id="268" r:id="R7886764eb0ff4d40"/>
    <p:sldId xmlns:r="http://schemas.openxmlformats.org/officeDocument/2006/relationships" id="269" r:id="R79d3c80032a04703"/>
    <p:sldId xmlns:r="http://schemas.openxmlformats.org/officeDocument/2006/relationships" id="270" r:id="Ra20b8f135af54c83"/>
    <p:sldId xmlns:r="http://schemas.openxmlformats.org/officeDocument/2006/relationships" id="271" r:id="Rc2e84aa573854bb4"/>
    <p:sldId xmlns:r="http://schemas.openxmlformats.org/officeDocument/2006/relationships" id="272" r:id="R1c1db464a151407d"/>
    <p:sldId xmlns:r="http://schemas.openxmlformats.org/officeDocument/2006/relationships" id="273" r:id="R44ece249ef3941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f816b1a5b54633" /><Relationship Type="http://schemas.openxmlformats.org/officeDocument/2006/relationships/slideMaster" Target="/ppt/slideMasters/slideMaster1.xml" Id="R2e1759ec96454984" /><Relationship Type="http://schemas.openxmlformats.org/officeDocument/2006/relationships/notesMaster" Target="/ppt/notesMasters/notesMaster1.xml" Id="Rb99fc02792674446" /><Relationship Type="http://schemas.openxmlformats.org/officeDocument/2006/relationships/presProps" Target="/ppt/presProps.xml" Id="R8b7a4b19fc544c49" /><Relationship Type="http://schemas.openxmlformats.org/officeDocument/2006/relationships/tableStyles" Target="/ppt/tableStyles.xml" Id="R80ca09874ec242f1" /><Relationship Type="http://schemas.openxmlformats.org/officeDocument/2006/relationships/slide" Target="/ppt/slides/slide1.xml" Id="Ra6448120f7fc4cb7" /><Relationship Type="http://schemas.openxmlformats.org/officeDocument/2006/relationships/slide" Target="/ppt/slides/slide2.xml" Id="R3cb9782a535f42d1" /><Relationship Type="http://schemas.openxmlformats.org/officeDocument/2006/relationships/slide" Target="/ppt/slides/slide3.xml" Id="Rf2b2395410e640e5" /><Relationship Type="http://schemas.openxmlformats.org/officeDocument/2006/relationships/slide" Target="/ppt/slides/slide4.xml" Id="R7ba7278cba8741eb" /><Relationship Type="http://schemas.openxmlformats.org/officeDocument/2006/relationships/slide" Target="/ppt/slides/slide5.xml" Id="Rcaf52b2ef12e449d" /><Relationship Type="http://schemas.openxmlformats.org/officeDocument/2006/relationships/slide" Target="/ppt/slides/slide6.xml" Id="R64a3e4f64f3943a7" /><Relationship Type="http://schemas.openxmlformats.org/officeDocument/2006/relationships/slide" Target="/ppt/slides/slide7.xml" Id="Rd9f5f525cb114a26" /><Relationship Type="http://schemas.openxmlformats.org/officeDocument/2006/relationships/slide" Target="/ppt/slides/slide8.xml" Id="Rd2bdef7dcd594da4" /><Relationship Type="http://schemas.openxmlformats.org/officeDocument/2006/relationships/slide" Target="/ppt/slides/slide9.xml" Id="R1ad1676afe2242f0" /><Relationship Type="http://schemas.openxmlformats.org/officeDocument/2006/relationships/slide" Target="/ppt/slides/slide10.xml" Id="R87798c1f851b4547" /><Relationship Type="http://schemas.openxmlformats.org/officeDocument/2006/relationships/slide" Target="/ppt/slides/slide11.xml" Id="R33b294811c5746b7" /><Relationship Type="http://schemas.openxmlformats.org/officeDocument/2006/relationships/slide" Target="/ppt/slides/slide12.xml" Id="Red0459c0e3ba4297" /><Relationship Type="http://schemas.openxmlformats.org/officeDocument/2006/relationships/slide" Target="/ppt/slides/slide13.xml" Id="R7886764eb0ff4d40" /><Relationship Type="http://schemas.openxmlformats.org/officeDocument/2006/relationships/slide" Target="/ppt/slides/slide14.xml" Id="R79d3c80032a04703" /><Relationship Type="http://schemas.openxmlformats.org/officeDocument/2006/relationships/slide" Target="/ppt/slides/slide15.xml" Id="Ra20b8f135af54c83" /><Relationship Type="http://schemas.openxmlformats.org/officeDocument/2006/relationships/slide" Target="/ppt/slides/slide16.xml" Id="Rc2e84aa573854bb4" /><Relationship Type="http://schemas.openxmlformats.org/officeDocument/2006/relationships/slide" Target="/ppt/slides/slide17.xml" Id="R1c1db464a151407d" /><Relationship Type="http://schemas.openxmlformats.org/officeDocument/2006/relationships/slide" Target="/ppt/slides/slide18.xml" Id="R44ece249ef3941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30f79965684c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9705b541834ddd" /><Relationship Type="http://schemas.openxmlformats.org/officeDocument/2006/relationships/notesMaster" Target="/ppt/notesMasters/notesMaster1.xml" Id="R87a4121ddec6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abee44cb34b19" /><Relationship Type="http://schemas.openxmlformats.org/officeDocument/2006/relationships/notesMaster" Target="/ppt/notesMasters/notesMaster1.xml" Id="R12f16effdbff40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a40e8132e47f5" /><Relationship Type="http://schemas.openxmlformats.org/officeDocument/2006/relationships/notesMaster" Target="/ppt/notesMasters/notesMaster1.xml" Id="Rf729a01c6a2c47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47e83ec1c7429a" /><Relationship Type="http://schemas.openxmlformats.org/officeDocument/2006/relationships/notesMaster" Target="/ppt/notesMasters/notesMaster1.xml" Id="Ra0c20a4b2dc246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dbbd4139947de" /><Relationship Type="http://schemas.openxmlformats.org/officeDocument/2006/relationships/notesMaster" Target="/ppt/notesMasters/notesMaster1.xml" Id="R17877ea15cda43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484b4727d44874" /><Relationship Type="http://schemas.openxmlformats.org/officeDocument/2006/relationships/notesMaster" Target="/ppt/notesMasters/notesMaster1.xml" Id="R71ec242e9f97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b8e400f94409e" /><Relationship Type="http://schemas.openxmlformats.org/officeDocument/2006/relationships/notesMaster" Target="/ppt/notesMasters/notesMaster1.xml" Id="R64383fc6e81545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b1b5979ea4f5f" /><Relationship Type="http://schemas.openxmlformats.org/officeDocument/2006/relationships/notesMaster" Target="/ppt/notesMasters/notesMaster1.xml" Id="Rc15de8b08e854e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b7e6cd20f4bcf" /><Relationship Type="http://schemas.openxmlformats.org/officeDocument/2006/relationships/notesMaster" Target="/ppt/notesMasters/notesMaster1.xml" Id="R935e3151610745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fe2567774d4074" /><Relationship Type="http://schemas.openxmlformats.org/officeDocument/2006/relationships/notesMaster" Target="/ppt/notesMasters/notesMaster1.xml" Id="Rfb8c57c43472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62939afddc4214" /><Relationship Type="http://schemas.openxmlformats.org/officeDocument/2006/relationships/notesMaster" Target="/ppt/notesMasters/notesMaster1.xml" Id="R6ca64406e6aa49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92061c53be434b" /><Relationship Type="http://schemas.openxmlformats.org/officeDocument/2006/relationships/notesMaster" Target="/ppt/notesMasters/notesMaster1.xml" Id="R56258564d1fa4d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ebb286a9584c3b" /><Relationship Type="http://schemas.openxmlformats.org/officeDocument/2006/relationships/notesMaster" Target="/ppt/notesMasters/notesMaster1.xml" Id="R93f8bb6a3af24a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add692039b4e1f" /><Relationship Type="http://schemas.openxmlformats.org/officeDocument/2006/relationships/notesMaster" Target="/ppt/notesMasters/notesMaster1.xml" Id="R8a30f019a26845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d280a9f64d41bd" /><Relationship Type="http://schemas.openxmlformats.org/officeDocument/2006/relationships/notesMaster" Target="/ppt/notesMasters/notesMaster1.xml" Id="R3e46a3e737614f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11a1b525b23405d" /><Relationship Type="http://schemas.openxmlformats.org/officeDocument/2006/relationships/notesMaster" Target="/ppt/notesMasters/notesMaster1.xml" Id="R9beb560b84e54f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8a0c455d934807" /><Relationship Type="http://schemas.openxmlformats.org/officeDocument/2006/relationships/notesMaster" Target="/ppt/notesMasters/notesMaster1.xml" Id="R76bcd643189940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6ab54211d84d33" /><Relationship Type="http://schemas.openxmlformats.org/officeDocument/2006/relationships/notesMaster" Target="/ppt/notesMasters/notesMaster1.xml" Id="R12223debfcce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circularo-unified-sovereign-trust-platform-generic-deck-outline.md — slide 1</a:t>
            </a:r>
          </a:p>
          <a:p xmlns:a="http://schemas.openxmlformats.org/drawingml/2006/main">
            <a:r>
              <a:t>- Generated asset: assets/sovereign-cover-background.png — OpenAI image generation; abstract visual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2</a:t>
            </a:r>
          </a:p>
          <a:p xmlns:a="http://schemas.openxmlformats.org/drawingml/2006/main">
            <a:r>
              <a:t>- Internal: Circularo Unified Sovereign Trust Platform.md — digital-to-agentic progression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3</a:t>
            </a:r>
          </a:p>
          <a:p xmlns:a="http://schemas.openxmlformats.org/drawingml/2006/main">
            <a:r>
              <a:t>- Internal: Circularo Unified Sovereign Trust Platform.md — AI capability versus authority 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4</a:t>
            </a:r>
          </a:p>
          <a:p xmlns:a="http://schemas.openxmlformats.org/drawingml/2006/main">
            <a:r>
              <a:t>- Internal: Circularo Unified Sovereign Trust Platform.md — trusted execution layer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5</a:t>
            </a:r>
          </a:p>
          <a:p xmlns:a="http://schemas.openxmlformats.org/drawingml/2006/main">
            <a:r>
              <a:t>- Internal: Circularo Unified Sovereign Trust Platform.md — six sovereign capabilities</a:t>
            </a:r>
          </a:p>
          <a:p xmlns:a="http://schemas.openxmlformats.org/drawingml/2006/main">
            <a:r>
              <a:t>- User-supplied six-capability image — content reference only; rebuilt as native elements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6</a:t>
            </a:r>
          </a:p>
          <a:p xmlns:a="http://schemas.openxmlformats.org/drawingml/2006/main">
            <a:r>
              <a:t>- Internal: Circularo Unified Sovereign Trust Platform.md — deployment sovereignty</a:t>
            </a:r>
          </a:p>
          <a:p xmlns:a="http://schemas.openxmlformats.org/drawingml/2006/main">
            <a:r>
              <a:t>- Qualification: exact supported deployment models to be confirmed for each proposed edition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7</a:t>
            </a:r>
          </a:p>
          <a:p xmlns:a="http://schemas.openxmlformats.org/drawingml/2006/main">
            <a:r>
              <a:t>- Internal: Circularo Unified Sovereign Trust Platform.md — identity and authority</a:t>
            </a:r>
          </a:p>
          <a:p xmlns:a="http://schemas.openxmlformats.org/drawingml/2006/main">
            <a:r>
              <a:t>- Qualification: identity, KYC, SSO and national identity options are configuration/integration dependent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8</a:t>
            </a:r>
          </a:p>
          <a:p xmlns:a="http://schemas.openxmlformats.org/drawingml/2006/main">
            <a:r>
              <a:t>- Internal: Circularo Unified Sovereign Trust Platform.md — collaboration lifecycle</a:t>
            </a:r>
          </a:p>
          <a:p xmlns:a="http://schemas.openxmlformats.org/drawingml/2006/main">
            <a:r>
              <a:t>- GovSign 2.0 reference deck — collaboration concept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9</a:t>
            </a:r>
          </a:p>
          <a:p xmlns:a="http://schemas.openxmlformats.org/drawingml/2006/main">
            <a:r>
              <a:t>- Internal: Circularo Unified Sovereign Trust Platform.md — continuous trust lifecycle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10</a:t>
            </a:r>
          </a:p>
          <a:p xmlns:a="http://schemas.openxmlformats.org/drawingml/2006/main">
            <a:r>
              <a:t>- Internal: Circularo Unified Sovereign Trust Platform.md — transaction assurance</a:t>
            </a:r>
          </a:p>
          <a:p xmlns:a="http://schemas.openxmlformats.org/drawingml/2006/main">
            <a:r>
              <a:t>- Qualification: legal and assurance effect depends on policy, jurisdiction and configured trust services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11</a:t>
            </a:r>
          </a:p>
          <a:p xmlns:a="http://schemas.openxmlformats.org/drawingml/2006/main">
            <a:r>
              <a:t>- Internal: Circularo Unified Sovereign Trust Platform.md — evidence-based archiving</a:t>
            </a:r>
          </a:p>
          <a:p xmlns:a="http://schemas.openxmlformats.org/drawingml/2006/main">
            <a:r>
              <a:t>- GovSign 2.0 reference deck — vault concept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12</a:t>
            </a:r>
          </a:p>
          <a:p xmlns:a="http://schemas.openxmlformats.org/drawingml/2006/main">
            <a:r>
              <a:t>- Internal: Circularo Unified Sovereign Trust Platform.md — institutional memory</a:t>
            </a:r>
          </a:p>
          <a:p xmlns:a="http://schemas.openxmlformats.org/drawingml/2006/main">
            <a:r>
              <a:t>- Internal: Circularo AI  Advantage.md — trusted records as AI context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13</a:t>
            </a:r>
          </a:p>
          <a:p xmlns:a="http://schemas.openxmlformats.org/drawingml/2006/main">
            <a:r>
              <a:t>- Internal: Circularo AI  Advantage.md — Sovereign AI use cases</a:t>
            </a:r>
          </a:p>
          <a:p xmlns:a="http://schemas.openxmlformats.org/drawingml/2006/main">
            <a:r>
              <a:t>- Generated asset: assets/records-to-intelligence.png — OpenAI image generation; abstract visual only</a:t>
            </a:r>
          </a:p>
          <a:p xmlns:a="http://schemas.openxmlformats.org/drawingml/2006/main">
            <a:r>
              <a:t>- User-supplied Sovereign AI image — concept reference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14</a:t>
            </a:r>
          </a:p>
          <a:p xmlns:a="http://schemas.openxmlformats.org/drawingml/2006/main">
            <a:r>
              <a:t>- Internal: Circularo AI  Advantage.md — Know / Advise / Act 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15</a:t>
            </a:r>
          </a:p>
          <a:p xmlns:a="http://schemas.openxmlformats.org/drawingml/2006/main">
            <a:r>
              <a:t>- Internal: Circularo AI  Advantage.md — agentic execution</a:t>
            </a:r>
          </a:p>
          <a:p xmlns:a="http://schemas.openxmlformats.org/drawingml/2006/main">
            <a:r>
              <a:t>- Qualification: Circularo governs/evidences permitted action, not model reasoning or quality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16</a:t>
            </a:r>
          </a:p>
          <a:p xmlns:a="http://schemas.openxmlformats.org/drawingml/2006/main">
            <a:r>
              <a:t>- Internal: Circularo Unified Sovereign Trust Platform.md — agentic-ready REST API</a:t>
            </a:r>
          </a:p>
          <a:p xmlns:a="http://schemas.openxmlformats.org/drawingml/2006/main">
            <a:r>
              <a:t>- Qualification: exact API and plug-in scope to be confirmed for the proposed edition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17</a:t>
            </a:r>
          </a:p>
          <a:p xmlns:a="http://schemas.openxmlformats.org/drawingml/2006/main">
            <a:r>
              <a:t>- GovSign 2.0 reference deck — https://docs.google.com/presentation/d/1OcNnqliw6rkTTN53Gy-4XMg05TnkYpwLWd1aoMHS8E0/edit</a:t>
            </a:r>
          </a:p>
          <a:p xmlns:a="http://schemas.openxmlformats.org/drawingml/2006/main">
            <a:r>
              <a:t>- Qualification: GovSign 2.0 is the proof point; neutral service silhouettes are future patterns, not existing customer claims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generic deck outline — slide 18</a:t>
            </a:r>
          </a:p>
          <a:p xmlns:a="http://schemas.openxmlformats.org/drawingml/2006/main">
            <a:r>
              <a:t>- Internal: Circularo Unified Sovereign Trust Platform.md — system of authority positioning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c57d9c4c248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b2d4d8e8d4051" /><Relationship Type="http://schemas.openxmlformats.org/officeDocument/2006/relationships/slideLayout" Target="/ppt/slideLayouts/slideLayout1.xml" Id="R0ee2f2f01c204b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e2f2f01c204b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98d37ef5d45fe" /><Relationship Type="http://schemas.openxmlformats.org/officeDocument/2006/relationships/image" Target="/ppt/media/image.png" Id="R39b27862cf504a7b" /><Relationship Type="http://schemas.openxmlformats.org/officeDocument/2006/relationships/image" Target="/ppt/media/image2.png" Id="R4af99e09eaab4124" /><Relationship Type="http://schemas.openxmlformats.org/officeDocument/2006/relationships/notesSlide" Target="/ppt/notesSlides/notesSlide1.xml" Id="R00feb81ca000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85ff403e48c4" /><Relationship Type="http://schemas.openxmlformats.org/officeDocument/2006/relationships/image" Target="/ppt/media/image3.png" Id="R1461dc6e2f274f53" /><Relationship Type="http://schemas.openxmlformats.org/officeDocument/2006/relationships/notesSlide" Target="/ppt/notesSlides/notesSlide2.xml" Id="R68542cc9f4a6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a53ee61ed4824" /><Relationship Type="http://schemas.openxmlformats.org/officeDocument/2006/relationships/image" Target="/ppt/media/image4.png" Id="R71a6e866aaab4c3c" /><Relationship Type="http://schemas.openxmlformats.org/officeDocument/2006/relationships/notesSlide" Target="/ppt/notesSlides/notesSlide3.xml" Id="R52bff6baf86548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d8d04d54341d5" /><Relationship Type="http://schemas.openxmlformats.org/officeDocument/2006/relationships/image" Target="/ppt/media/image5.png" Id="Rd44ddfef1cfb4629" /><Relationship Type="http://schemas.openxmlformats.org/officeDocument/2006/relationships/notesSlide" Target="/ppt/notesSlides/notesSlide4.xml" Id="Rcc7bfecb263749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c6478cf8e4b08" /><Relationship Type="http://schemas.openxmlformats.org/officeDocument/2006/relationships/image" Target="/ppt/media/image6.png" Id="R375c2deecdf44447" /><Relationship Type="http://schemas.openxmlformats.org/officeDocument/2006/relationships/notesSlide" Target="/ppt/notesSlides/notesSlide5.xml" Id="R9cb1fa0d7ab043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f76ea46a24d24" /><Relationship Type="http://schemas.openxmlformats.org/officeDocument/2006/relationships/image" Target="/ppt/media/image7.png" Id="Ra0c448056ed44130" /><Relationship Type="http://schemas.openxmlformats.org/officeDocument/2006/relationships/notesSlide" Target="/ppt/notesSlides/notesSlide6.xml" Id="R7421e29d755341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a66698e642ae" /><Relationship Type="http://schemas.openxmlformats.org/officeDocument/2006/relationships/image" Target="/ppt/media/image8.png" Id="Rdcc3bcbc240e4a73" /><Relationship Type="http://schemas.openxmlformats.org/officeDocument/2006/relationships/notesSlide" Target="/ppt/notesSlides/notesSlide7.xml" Id="R5025a195f53742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d3f095b254ee3" /><Relationship Type="http://schemas.openxmlformats.org/officeDocument/2006/relationships/image" Target="/ppt/media/image9.png" Id="R16d23bc7fee045b8" /><Relationship Type="http://schemas.openxmlformats.org/officeDocument/2006/relationships/image" Target="/ppt/media/image10.png" Id="R5643ac991715422c" /><Relationship Type="http://schemas.openxmlformats.org/officeDocument/2006/relationships/image" Target="/ppt/media/image11.png" Id="R027f8c4b62b4483c" /><Relationship Type="http://schemas.openxmlformats.org/officeDocument/2006/relationships/notesSlide" Target="/ppt/notesSlides/notesSlide8.xml" Id="Rb0da33a861cc46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faaa800764d8a" /><Relationship Type="http://schemas.openxmlformats.org/officeDocument/2006/relationships/image" Target="/ppt/media/image12.png" Id="R3c228bb4de6d4657" /><Relationship Type="http://schemas.openxmlformats.org/officeDocument/2006/relationships/notesSlide" Target="/ppt/notesSlides/notesSlide9.xml" Id="R61e8985bc4db4f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9beb3960f4958" /><Relationship Type="http://schemas.openxmlformats.org/officeDocument/2006/relationships/image" Target="/ppt/media/image13.png" Id="R0ed7f5e0bed74019" /><Relationship Type="http://schemas.openxmlformats.org/officeDocument/2006/relationships/notesSlide" Target="/ppt/notesSlides/notesSlide10.xml" Id="R84e98941240a40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4845519b4f3e" /><Relationship Type="http://schemas.openxmlformats.org/officeDocument/2006/relationships/image" Target="/ppt/media/image14.png" Id="R6f50ec90d80d43a6" /><Relationship Type="http://schemas.openxmlformats.org/officeDocument/2006/relationships/notesSlide" Target="/ppt/notesSlides/notesSlide11.xml" Id="R456011b1d72d42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da448723a4761" /><Relationship Type="http://schemas.openxmlformats.org/officeDocument/2006/relationships/image" Target="/ppt/media/image15.png" Id="Rdbafbf98a0a54987" /><Relationship Type="http://schemas.openxmlformats.org/officeDocument/2006/relationships/notesSlide" Target="/ppt/notesSlides/notesSlide12.xml" Id="R523c1c936d754c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73edd7c4b4bad" /><Relationship Type="http://schemas.openxmlformats.org/officeDocument/2006/relationships/image" Target="/ppt/media/image16.png" Id="Rc07184667602492e" /><Relationship Type="http://schemas.openxmlformats.org/officeDocument/2006/relationships/image" Target="/ppt/media/image17.png" Id="R98c4d6c1cd8742c8" /><Relationship Type="http://schemas.openxmlformats.org/officeDocument/2006/relationships/notesSlide" Target="/ppt/notesSlides/notesSlide13.xml" Id="Ra6b761f6dae648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f9d7b78d24d3b" /><Relationship Type="http://schemas.openxmlformats.org/officeDocument/2006/relationships/image" Target="/ppt/media/image18.png" Id="R58903d7f6c11401f" /><Relationship Type="http://schemas.openxmlformats.org/officeDocument/2006/relationships/notesSlide" Target="/ppt/notesSlides/notesSlide14.xml" Id="Ra502b2ad507240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b665f190842db" /><Relationship Type="http://schemas.openxmlformats.org/officeDocument/2006/relationships/image" Target="/ppt/media/image19.png" Id="Ra13146e2b7f04f6a" /><Relationship Type="http://schemas.openxmlformats.org/officeDocument/2006/relationships/notesSlide" Target="/ppt/notesSlides/notesSlide15.xml" Id="R178aa6f578b945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30b59778344c1" /><Relationship Type="http://schemas.openxmlformats.org/officeDocument/2006/relationships/image" Target="/ppt/media/image20.png" Id="R9931c1965df9437a" /><Relationship Type="http://schemas.openxmlformats.org/officeDocument/2006/relationships/notesSlide" Target="/ppt/notesSlides/notesSlide16.xml" Id="R9478ce9269eb46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51ad0afc14496" /><Relationship Type="http://schemas.openxmlformats.org/officeDocument/2006/relationships/image" Target="/ppt/media/image21.png" Id="R8e1aebe7d93d4369" /><Relationship Type="http://schemas.openxmlformats.org/officeDocument/2006/relationships/notesSlide" Target="/ppt/notesSlides/notesSlide17.xml" Id="Re96a4bc9b47143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ed3a4fd764bb3" /><Relationship Type="http://schemas.openxmlformats.org/officeDocument/2006/relationships/image" Target="/ppt/media/image22.png" Id="Rbc3137acee1a4cb4" /><Relationship Type="http://schemas.openxmlformats.org/officeDocument/2006/relationships/notesSlide" Target="/ppt/notesSlides/notesSlide18.xml" Id="Re4ef4f399ac14a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27862cf504a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0F04B4D7-40DA-4333-87BC-80B6C875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99e09eaab412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37B47C-D178-4D91-A7D6-4D4A1250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5A90A33-13A0-4F83-ADBC-F2C7CBA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260BDE-3971-4AB0-AA2B-644D24B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666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Unified Sovereign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Platform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ACF5C6-1F7A-4671-B3E4-90F46552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EEE8FF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EEE8FF"/>
                </a:solidFill>
                <a:latin typeface="Mulish"/>
                <a:ea typeface="Mulish"/>
                <a:cs typeface="Mulish"/>
              </a:rPr>
              <a:t>Trusted execution infrastructure for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EEE8FF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EEE8FF"/>
                </a:solidFill>
                <a:latin typeface="Mulish"/>
                <a:ea typeface="Mulish"/>
                <a:cs typeface="Mulish"/>
              </a:rPr>
              <a:t>people, applications and AI agents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6162D1F5-235E-44F7-9E7B-71B694A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4596979-0F7E-4134-8A31-8926E5A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· Sovereign Trust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858746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1dc6e2f274f5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B924B3-622F-4E1E-8AB3-0934C16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963A7A9-E087-4A48-8338-66FD648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2">
            <a:extLst xmlns:a="http://schemas.openxmlformats.org/drawingml/2006/main">
              <a:ext uri="{FF2B5EF4-FFF2-40B4-BE49-F238E27FC236}">
                <a16:creationId xmlns:a16="http://schemas.microsoft.com/office/drawing/2014/main" id="{339766C8-CE9B-482C-B28B-75F7C7F9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SHIFT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FF2DB990-E35F-4D73-9D2E-CFF095B6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 autonomy increases, the burden of trust increases</a:t>
            </a:r>
          </a:p>
        </p:txBody>
      </p:sp>
      <p:sp>
        <p:nvSpPr>
          <p:cNvPr id="6" name="subtitle-2">
            <a:extLst xmlns:a="http://schemas.openxmlformats.org/drawingml/2006/main">
              <a:ext uri="{FF2B5EF4-FFF2-40B4-BE49-F238E27FC236}">
                <a16:creationId xmlns:a16="http://schemas.microsoft.com/office/drawing/2014/main" id="{E363C4B5-7C93-4BF0-8191-807FC369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Each step increases speed and autonomy—and increases the need for authority, policy, evidence and accountability.</a:t>
            </a:r>
          </a:p>
        </p:txBody>
      </p:sp>
      <p:sp>
        <p:nvSpPr>
          <p:cNvPr id="7" name="e-0">
            <a:extLst xmlns:a="http://schemas.openxmlformats.org/drawingml/2006/main">
              <a:ext uri="{FF2B5EF4-FFF2-40B4-BE49-F238E27FC236}">
                <a16:creationId xmlns:a16="http://schemas.microsoft.com/office/drawing/2014/main" id="{51815745-EAA5-45E6-97E2-968E9B3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528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-1">
            <a:extLst xmlns:a="http://schemas.openxmlformats.org/drawingml/2006/main">
              <a:ext uri="{FF2B5EF4-FFF2-40B4-BE49-F238E27FC236}">
                <a16:creationId xmlns:a16="http://schemas.microsoft.com/office/drawing/2014/main" id="{046537D7-CB95-4A6A-8499-777E896A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528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-2">
            <a:extLst xmlns:a="http://schemas.openxmlformats.org/drawingml/2006/main">
              <a:ext uri="{FF2B5EF4-FFF2-40B4-BE49-F238E27FC236}">
                <a16:creationId xmlns:a16="http://schemas.microsoft.com/office/drawing/2014/main" id="{8C1C46B5-AD71-441C-A022-BDBC53AD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528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-3">
            <a:extLst xmlns:a="http://schemas.openxmlformats.org/drawingml/2006/main">
              <a:ext uri="{FF2B5EF4-FFF2-40B4-BE49-F238E27FC236}">
                <a16:creationId xmlns:a16="http://schemas.microsoft.com/office/drawing/2014/main" id="{AF331DBC-EE08-40A6-AB57-2F8B88A6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528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-0">
            <a:extLst xmlns:a="http://schemas.openxmlformats.org/drawingml/2006/main">
              <a:ext uri="{FF2B5EF4-FFF2-40B4-BE49-F238E27FC236}">
                <a16:creationId xmlns:a16="http://schemas.microsoft.com/office/drawing/2014/main" id="{638AEBB6-057D-4869-90BE-D154C3D2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-0-text">
            <a:extLst xmlns:a="http://schemas.openxmlformats.org/drawingml/2006/main">
              <a:ext uri="{FF2B5EF4-FFF2-40B4-BE49-F238E27FC236}">
                <a16:creationId xmlns:a16="http://schemas.microsoft.com/office/drawing/2014/main" id="{FD0C0993-4CF3-4103-AF00-2BF69F4E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3788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3" name="h-0">
            <a:extLst xmlns:a="http://schemas.openxmlformats.org/drawingml/2006/main">
              <a:ext uri="{FF2B5EF4-FFF2-40B4-BE49-F238E27FC236}">
                <a16:creationId xmlns:a16="http://schemas.microsoft.com/office/drawing/2014/main" id="{0D8DFD7A-517D-417E-A262-F017DE2B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305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PAPER</a:t>
            </a:r>
          </a:p>
        </p:txBody>
      </p:sp>
      <p:sp>
        <p:nvSpPr>
          <p:cNvPr id="14" name="b-0">
            <a:extLst xmlns:a="http://schemas.openxmlformats.org/drawingml/2006/main">
              <a:ext uri="{FF2B5EF4-FFF2-40B4-BE49-F238E27FC236}">
                <a16:creationId xmlns:a16="http://schemas.microsoft.com/office/drawing/2014/main" id="{0573C06D-A633-45D1-A839-F1EE0E03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648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Manual action</a:t>
            </a:r>
          </a:p>
        </p:txBody>
      </p:sp>
      <p:sp>
        <p:nvSpPr>
          <p:cNvPr id="15" name="n-1">
            <a:extLst xmlns:a="http://schemas.openxmlformats.org/drawingml/2006/main">
              <a:ext uri="{FF2B5EF4-FFF2-40B4-BE49-F238E27FC236}">
                <a16:creationId xmlns:a16="http://schemas.microsoft.com/office/drawing/2014/main" id="{8C672210-BD94-483A-87AC-678B0ECF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-1-text">
            <a:extLst xmlns:a="http://schemas.openxmlformats.org/drawingml/2006/main">
              <a:ext uri="{FF2B5EF4-FFF2-40B4-BE49-F238E27FC236}">
                <a16:creationId xmlns:a16="http://schemas.microsoft.com/office/drawing/2014/main" id="{3E89F420-1B57-418A-8F4D-CE9AAE7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3788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7" name="h-1">
            <a:extLst xmlns:a="http://schemas.openxmlformats.org/drawingml/2006/main">
              <a:ext uri="{FF2B5EF4-FFF2-40B4-BE49-F238E27FC236}">
                <a16:creationId xmlns:a16="http://schemas.microsoft.com/office/drawing/2014/main" id="{DD03E5EA-48A6-4F28-8DFA-0F13C958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</a:t>
            </a:r>
          </a:p>
        </p:txBody>
      </p:sp>
      <p:sp>
        <p:nvSpPr>
          <p:cNvPr id="18" name="b-1">
            <a:extLst xmlns:a="http://schemas.openxmlformats.org/drawingml/2006/main">
              <a:ext uri="{FF2B5EF4-FFF2-40B4-BE49-F238E27FC236}">
                <a16:creationId xmlns:a16="http://schemas.microsoft.com/office/drawing/2014/main" id="{7F4D2BAC-7213-46FE-99AC-496A1F2E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48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Online process</a:t>
            </a:r>
          </a:p>
        </p:txBody>
      </p:sp>
      <p:sp>
        <p:nvSpPr>
          <p:cNvPr id="19" name="n-2">
            <a:extLst xmlns:a="http://schemas.openxmlformats.org/drawingml/2006/main">
              <a:ext uri="{FF2B5EF4-FFF2-40B4-BE49-F238E27FC236}">
                <a16:creationId xmlns:a16="http://schemas.microsoft.com/office/drawing/2014/main" id="{C60BCC8E-ADBC-45C7-ADBF-8E00A1DD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09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-2-text">
            <a:extLst xmlns:a="http://schemas.openxmlformats.org/drawingml/2006/main">
              <a:ext uri="{FF2B5EF4-FFF2-40B4-BE49-F238E27FC236}">
                <a16:creationId xmlns:a16="http://schemas.microsoft.com/office/drawing/2014/main" id="{824FB5A8-312B-4E53-A738-B19ED0E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3788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21" name="h-2">
            <a:extLst xmlns:a="http://schemas.openxmlformats.org/drawingml/2006/main">
              <a:ext uri="{FF2B5EF4-FFF2-40B4-BE49-F238E27FC236}">
                <a16:creationId xmlns:a16="http://schemas.microsoft.com/office/drawing/2014/main" id="{5582D3AD-1009-4348-85F8-563DA22F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05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AUTOMATED</a:t>
            </a:r>
          </a:p>
        </p:txBody>
      </p:sp>
      <p:sp>
        <p:nvSpPr>
          <p:cNvPr id="22" name="b-2">
            <a:extLst xmlns:a="http://schemas.openxmlformats.org/drawingml/2006/main">
              <a:ext uri="{FF2B5EF4-FFF2-40B4-BE49-F238E27FC236}">
                <a16:creationId xmlns:a16="http://schemas.microsoft.com/office/drawing/2014/main" id="{33A15FB5-D0E6-47EF-BBAC-B55451C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Rule-led work</a:t>
            </a:r>
          </a:p>
        </p:txBody>
      </p:sp>
      <p:sp>
        <p:nvSpPr>
          <p:cNvPr id="23" name="n-3">
            <a:extLst xmlns:a="http://schemas.openxmlformats.org/drawingml/2006/main">
              <a:ext uri="{FF2B5EF4-FFF2-40B4-BE49-F238E27FC236}">
                <a16:creationId xmlns:a16="http://schemas.microsoft.com/office/drawing/2014/main" id="{5CC35021-470D-4735-8888-F1C496F4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-3-text">
            <a:extLst xmlns:a="http://schemas.openxmlformats.org/drawingml/2006/main">
              <a:ext uri="{FF2B5EF4-FFF2-40B4-BE49-F238E27FC236}">
                <a16:creationId xmlns:a16="http://schemas.microsoft.com/office/drawing/2014/main" id="{6D48F3BD-AC8B-4AA7-89C0-C1EB8AC8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33788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5" name="h-3">
            <a:extLst xmlns:a="http://schemas.openxmlformats.org/drawingml/2006/main">
              <a:ext uri="{FF2B5EF4-FFF2-40B4-BE49-F238E27FC236}">
                <a16:creationId xmlns:a16="http://schemas.microsoft.com/office/drawing/2014/main" id="{31218301-8E8F-49F8-BE56-68E0E60B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05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AI-ASSISTED</a:t>
            </a:r>
          </a:p>
        </p:txBody>
      </p:sp>
      <p:sp>
        <p:nvSpPr>
          <p:cNvPr id="26" name="b-3">
            <a:extLst xmlns:a="http://schemas.openxmlformats.org/drawingml/2006/main">
              <a:ext uri="{FF2B5EF4-FFF2-40B4-BE49-F238E27FC236}">
                <a16:creationId xmlns:a16="http://schemas.microsoft.com/office/drawing/2014/main" id="{07B4851A-C176-4FB7-9693-A829DC4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48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Intelligent support</a:t>
            </a:r>
          </a:p>
        </p:txBody>
      </p:sp>
      <p:sp>
        <p:nvSpPr>
          <p:cNvPr id="27" name="n-4">
            <a:extLst xmlns:a="http://schemas.openxmlformats.org/drawingml/2006/main">
              <a:ext uri="{FF2B5EF4-FFF2-40B4-BE49-F238E27FC236}">
                <a16:creationId xmlns:a16="http://schemas.microsoft.com/office/drawing/2014/main" id="{1C544B30-F572-4814-A482-CD515E9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099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-4-text">
            <a:extLst xmlns:a="http://schemas.openxmlformats.org/drawingml/2006/main">
              <a:ext uri="{FF2B5EF4-FFF2-40B4-BE49-F238E27FC236}">
                <a16:creationId xmlns:a16="http://schemas.microsoft.com/office/drawing/2014/main" id="{FE164852-1B2F-4474-B6C2-B656CB11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33788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9" name="h-4">
            <a:extLst xmlns:a="http://schemas.openxmlformats.org/drawingml/2006/main">
              <a:ext uri="{FF2B5EF4-FFF2-40B4-BE49-F238E27FC236}">
                <a16:creationId xmlns:a16="http://schemas.microsoft.com/office/drawing/2014/main" id="{C9CF3828-6F4B-42AB-8A79-652A99F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</a:t>
            </a:r>
          </a:p>
        </p:txBody>
      </p:sp>
      <p:sp>
        <p:nvSpPr>
          <p:cNvPr id="30" name="b-4">
            <a:extLst xmlns:a="http://schemas.openxmlformats.org/drawingml/2006/main">
              <a:ext uri="{FF2B5EF4-FFF2-40B4-BE49-F238E27FC236}">
                <a16:creationId xmlns:a16="http://schemas.microsoft.com/office/drawing/2014/main" id="{34A4B90E-6077-4DDE-BEDC-D5698419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482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Authorized action</a:t>
            </a:r>
          </a:p>
        </p:txBody>
      </p:sp>
      <p:sp>
        <p:nvSpPr>
          <p:cNvPr id="31" name="trust-rise">
            <a:extLst xmlns:a="http://schemas.openxmlformats.org/drawingml/2006/main">
              <a:ext uri="{FF2B5EF4-FFF2-40B4-BE49-F238E27FC236}">
                <a16:creationId xmlns:a16="http://schemas.microsoft.com/office/drawing/2014/main" id="{F1AE1A60-517B-42EF-BCC1-B979CD82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rust-rise-label">
            <a:extLst xmlns:a="http://schemas.openxmlformats.org/drawingml/2006/main">
              <a:ext uri="{FF2B5EF4-FFF2-40B4-BE49-F238E27FC236}">
                <a16:creationId xmlns:a16="http://schemas.microsoft.com/office/drawing/2014/main" id="{E5A72F77-4937-45CE-9E56-45E592D6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 REQUIREMENTS</a:t>
            </a:r>
          </a:p>
        </p:txBody>
      </p:sp>
      <p:sp>
        <p:nvSpPr>
          <p:cNvPr id="33" name="trust-rise-text">
            <a:extLst xmlns:a="http://schemas.openxmlformats.org/drawingml/2006/main">
              <a:ext uri="{FF2B5EF4-FFF2-40B4-BE49-F238E27FC236}">
                <a16:creationId xmlns:a16="http://schemas.microsoft.com/office/drawing/2014/main" id="{3FE1E3D1-6A58-4391-B2B4-CE7F381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815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 ·  Authority  ·  Policy  ·  Approval  ·  Evidence  ·  Audit</a:t>
            </a:r>
          </a:p>
        </p:txBody>
      </p:sp>
      <p:sp>
        <p:nvSpPr>
          <p:cNvPr id="34" name="s2-close">
            <a:extLst xmlns:a="http://schemas.openxmlformats.org/drawingml/2006/main">
              <a:ext uri="{FF2B5EF4-FFF2-40B4-BE49-F238E27FC236}">
                <a16:creationId xmlns:a16="http://schemas.microsoft.com/office/drawing/2014/main" id="{7F465F71-2B7B-4B1A-836A-213015B6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0077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operations require trusted execution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99990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6e866aaab4c3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1B5B6C-CC8E-4E56-9D25-414230AF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0DC95CD-77FB-4CCD-B337-A80C437D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3">
            <a:extLst xmlns:a="http://schemas.openxmlformats.org/drawingml/2006/main">
              <a:ext uri="{FF2B5EF4-FFF2-40B4-BE49-F238E27FC236}">
                <a16:creationId xmlns:a16="http://schemas.microsoft.com/office/drawing/2014/main" id="{94AAEA98-369A-4617-BE82-19241AC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THE TRUST GAP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44ED6CE0-649E-45F0-B8A0-5EA129C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Intelligence does not create institutional authority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A08204B6-B826-409C-97CA-78B55847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matters is not only what AI can do, but what it is authorized to do—and how that action can be proven.</a:t>
            </a:r>
          </a:p>
        </p:txBody>
      </p:sp>
      <p:sp>
        <p:nvSpPr>
          <p:cNvPr id="7" name="intel">
            <a:extLst xmlns:a="http://schemas.openxmlformats.org/drawingml/2006/main">
              <a:ext uri="{FF2B5EF4-FFF2-40B4-BE49-F238E27FC236}">
                <a16:creationId xmlns:a16="http://schemas.microsoft.com/office/drawing/2014/main" id="{C1269972-FAD2-4E6C-AE25-3062CEE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49530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intel-l">
            <a:extLst xmlns:a="http://schemas.openxmlformats.org/drawingml/2006/main">
              <a:ext uri="{FF2B5EF4-FFF2-40B4-BE49-F238E27FC236}">
                <a16:creationId xmlns:a16="http://schemas.microsoft.com/office/drawing/2014/main" id="{09F73926-34E6-4101-98CD-4540042C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AI CAN</a:t>
            </a:r>
          </a:p>
        </p:txBody>
      </p:sp>
      <p:sp>
        <p:nvSpPr>
          <p:cNvPr id="9" name="intel-t">
            <a:extLst xmlns:a="http://schemas.openxmlformats.org/drawingml/2006/main">
              <a:ext uri="{FF2B5EF4-FFF2-40B4-BE49-F238E27FC236}">
                <a16:creationId xmlns:a16="http://schemas.microsoft.com/office/drawing/2014/main" id="{D24A80CC-F0A3-4E6F-A2CB-7DE89CF1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Understand · Analyze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Recommend · Generate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Plan</a:t>
            </a:r>
          </a:p>
        </p:txBody>
      </p:sp>
      <p:sp>
        <p:nvSpPr>
          <p:cNvPr id="10" name="bridge">
            <a:extLst xmlns:a="http://schemas.openxmlformats.org/drawingml/2006/main">
              <a:ext uri="{FF2B5EF4-FFF2-40B4-BE49-F238E27FC236}">
                <a16:creationId xmlns:a16="http://schemas.microsoft.com/office/drawing/2014/main" id="{E59B20E9-3F37-43E8-B51F-CAECDE8D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86200"/>
            <a:ext cx="571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ridge-text">
            <a:extLst xmlns:a="http://schemas.openxmlformats.org/drawingml/2006/main">
              <a:ext uri="{FF2B5EF4-FFF2-40B4-BE49-F238E27FC236}">
                <a16:creationId xmlns:a16="http://schemas.microsoft.com/office/drawing/2014/main" id="{30A09E28-A061-4BB1-B7C3-CE9E8D66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7169"/>
            <a:ext cx="571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≠</a:t>
            </a:r>
          </a:p>
        </p:txBody>
      </p:sp>
      <p:sp>
        <p:nvSpPr>
          <p:cNvPr id="12" name="authority">
            <a:extLst xmlns:a="http://schemas.openxmlformats.org/drawingml/2006/main">
              <a:ext uri="{FF2B5EF4-FFF2-40B4-BE49-F238E27FC236}">
                <a16:creationId xmlns:a16="http://schemas.microsoft.com/office/drawing/2014/main" id="{A103865E-6B8C-4FE5-8DF0-32DB591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49530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uth-l">
            <a:extLst xmlns:a="http://schemas.openxmlformats.org/drawingml/2006/main">
              <a:ext uri="{FF2B5EF4-FFF2-40B4-BE49-F238E27FC236}">
                <a16:creationId xmlns:a16="http://schemas.microsoft.com/office/drawing/2014/main" id="{99777877-FE72-4B5E-BC33-15FD4BCD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CONSEQUENTIAL ACTION REQUIRES</a:t>
            </a:r>
          </a:p>
        </p:txBody>
      </p:sp>
      <p:sp>
        <p:nvSpPr>
          <p:cNvPr id="14" name="auth-t">
            <a:extLst xmlns:a="http://schemas.openxmlformats.org/drawingml/2006/main">
              <a:ext uri="{FF2B5EF4-FFF2-40B4-BE49-F238E27FC236}">
                <a16:creationId xmlns:a16="http://schemas.microsoft.com/office/drawing/2014/main" id="{B2F0EA92-7CEA-491D-9775-55E7B222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42291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Identity · Authority · Policy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Approval · Evidence · Audit</a:t>
            </a:r>
          </a:p>
        </p:txBody>
      </p:sp>
      <p:sp>
        <p:nvSpPr>
          <p:cNvPr id="15" name="s3-band">
            <a:extLst xmlns:a="http://schemas.openxmlformats.org/drawingml/2006/main">
              <a:ext uri="{FF2B5EF4-FFF2-40B4-BE49-F238E27FC236}">
                <a16:creationId xmlns:a16="http://schemas.microsoft.com/office/drawing/2014/main" id="{13E8F509-F25C-45C8-BA12-72208AB2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band-t">
            <a:extLst xmlns:a="http://schemas.openxmlformats.org/drawingml/2006/main">
              <a:ext uri="{FF2B5EF4-FFF2-40B4-BE49-F238E27FC236}">
                <a16:creationId xmlns:a16="http://schemas.microsoft.com/office/drawing/2014/main" id="{945B6D2F-FB55-4393-808D-AAF522AA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capability does not automatically create institutional authority.</a:t>
            </a:r>
          </a:p>
        </p:txBody>
      </p:sp>
    </p:spTree>
    <p:extLst>
      <p:ext uri="{BB962C8B-B14F-4D97-AF65-F5344CB8AC3E}">
        <p14:creationId xmlns:p14="http://schemas.microsoft.com/office/powerpoint/2010/main" val="1239203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ddfef1cfb462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03A0AB-5A21-4F8B-92DB-DFA53EF7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8648C5BE-C604-4478-8B65-F1DC286D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4">
            <a:extLst xmlns:a="http://schemas.openxmlformats.org/drawingml/2006/main">
              <a:ext uri="{FF2B5EF4-FFF2-40B4-BE49-F238E27FC236}">
                <a16:creationId xmlns:a16="http://schemas.microsoft.com/office/drawing/2014/main" id="{5AA93693-F382-4D8C-BD64-5A2ECCFA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 ROLE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EAFC7C9-C69B-423E-A38F-D04A5A94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connects intelligence to verifiable execution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C31F3199-000B-46AB-8CE0-A4201FB6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People, applications and AI agents operate through one customer-controlled trust layer.</a:t>
            </a:r>
          </a:p>
        </p:txBody>
      </p:sp>
      <p:sp>
        <p:nvSpPr>
          <p:cNvPr id="7" name="a-0">
            <a:extLst xmlns:a="http://schemas.openxmlformats.org/drawingml/2006/main">
              <a:ext uri="{FF2B5EF4-FFF2-40B4-BE49-F238E27FC236}">
                <a16:creationId xmlns:a16="http://schemas.microsoft.com/office/drawing/2014/main" id="{5A526F7C-48AB-4B87-BF00-87E04CD5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533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at-0">
            <a:extLst xmlns:a="http://schemas.openxmlformats.org/drawingml/2006/main">
              <a:ext uri="{FF2B5EF4-FFF2-40B4-BE49-F238E27FC236}">
                <a16:creationId xmlns:a16="http://schemas.microsoft.com/office/drawing/2014/main" id="{63D26E2B-167F-4496-9121-8EE2AB1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a-1">
            <a:extLst xmlns:a="http://schemas.openxmlformats.org/drawingml/2006/main">
              <a:ext uri="{FF2B5EF4-FFF2-40B4-BE49-F238E27FC236}">
                <a16:creationId xmlns:a16="http://schemas.microsoft.com/office/drawing/2014/main" id="{02F208F3-D813-4F06-BF0B-E554C4D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533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at-1">
            <a:extLst xmlns:a="http://schemas.openxmlformats.org/drawingml/2006/main">
              <a:ext uri="{FF2B5EF4-FFF2-40B4-BE49-F238E27FC236}">
                <a16:creationId xmlns:a16="http://schemas.microsoft.com/office/drawing/2014/main" id="{08064B14-8085-4F4D-B763-3CD4628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1" name="a-2">
            <a:extLst xmlns:a="http://schemas.openxmlformats.org/drawingml/2006/main">
              <a:ext uri="{FF2B5EF4-FFF2-40B4-BE49-F238E27FC236}">
                <a16:creationId xmlns:a16="http://schemas.microsoft.com/office/drawing/2014/main" id="{375A154B-A469-4285-BA10-A48BA6F5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2533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at-2">
            <a:extLst xmlns:a="http://schemas.openxmlformats.org/drawingml/2006/main">
              <a:ext uri="{FF2B5EF4-FFF2-40B4-BE49-F238E27FC236}">
                <a16:creationId xmlns:a16="http://schemas.microsoft.com/office/drawing/2014/main" id="{1CCF3A1A-ABC4-406C-8072-D5EE90F4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Government systems</a:t>
            </a:r>
          </a:p>
        </p:txBody>
      </p:sp>
      <p:sp>
        <p:nvSpPr>
          <p:cNvPr id="13" name="a-3">
            <a:extLst xmlns:a="http://schemas.openxmlformats.org/drawingml/2006/main">
              <a:ext uri="{FF2B5EF4-FFF2-40B4-BE49-F238E27FC236}">
                <a16:creationId xmlns:a16="http://schemas.microsoft.com/office/drawing/2014/main" id="{8732A32F-6CD2-4B51-9645-EBAABB92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25336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at-3">
            <a:extLst xmlns:a="http://schemas.openxmlformats.org/drawingml/2006/main">
              <a:ext uri="{FF2B5EF4-FFF2-40B4-BE49-F238E27FC236}">
                <a16:creationId xmlns:a16="http://schemas.microsoft.com/office/drawing/2014/main" id="{CBA79636-23C4-409C-93F8-3C8AD11F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5" name="layer">
            <a:extLst xmlns:a="http://schemas.openxmlformats.org/drawingml/2006/main">
              <a:ext uri="{FF2B5EF4-FFF2-40B4-BE49-F238E27FC236}">
                <a16:creationId xmlns:a16="http://schemas.microsoft.com/office/drawing/2014/main" id="{44F0290D-A103-4AE0-B953-4DAB984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yer-title">
            <a:extLst xmlns:a="http://schemas.openxmlformats.org/drawingml/2006/main">
              <a:ext uri="{FF2B5EF4-FFF2-40B4-BE49-F238E27FC236}">
                <a16:creationId xmlns:a16="http://schemas.microsoft.com/office/drawing/2014/main" id="{38588776-7765-4509-87DC-D120497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TRUSTED EXECUTION LAYER</a:t>
            </a:r>
          </a:p>
        </p:txBody>
      </p:sp>
      <p:sp>
        <p:nvSpPr>
          <p:cNvPr id="17" name="c-0">
            <a:extLst xmlns:a="http://schemas.openxmlformats.org/drawingml/2006/main">
              <a:ext uri="{FF2B5EF4-FFF2-40B4-BE49-F238E27FC236}">
                <a16:creationId xmlns:a16="http://schemas.microsoft.com/office/drawing/2014/main" id="{86DA5FB7-7438-4038-989D-7766AB2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t-0">
            <a:extLst xmlns:a="http://schemas.openxmlformats.org/drawingml/2006/main">
              <a:ext uri="{FF2B5EF4-FFF2-40B4-BE49-F238E27FC236}">
                <a16:creationId xmlns:a16="http://schemas.microsoft.com/office/drawing/2014/main" id="{1D492BEC-D5B4-4306-8649-A099128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9" name="c-1">
            <a:extLst xmlns:a="http://schemas.openxmlformats.org/drawingml/2006/main">
              <a:ext uri="{FF2B5EF4-FFF2-40B4-BE49-F238E27FC236}">
                <a16:creationId xmlns:a16="http://schemas.microsoft.com/office/drawing/2014/main" id="{D22FD30D-7393-4ABF-A25F-E95A608A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t-1">
            <a:extLst xmlns:a="http://schemas.openxmlformats.org/drawingml/2006/main">
              <a:ext uri="{FF2B5EF4-FFF2-40B4-BE49-F238E27FC236}">
                <a16:creationId xmlns:a16="http://schemas.microsoft.com/office/drawing/2014/main" id="{D3CC9620-E239-4B6A-BF12-6E4C639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21" name="c-2">
            <a:extLst xmlns:a="http://schemas.openxmlformats.org/drawingml/2006/main">
              <a:ext uri="{FF2B5EF4-FFF2-40B4-BE49-F238E27FC236}">
                <a16:creationId xmlns:a16="http://schemas.microsoft.com/office/drawing/2014/main" id="{706C4566-3D79-4B90-9403-8AFEFE41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t-2">
            <a:extLst xmlns:a="http://schemas.openxmlformats.org/drawingml/2006/main">
              <a:ext uri="{FF2B5EF4-FFF2-40B4-BE49-F238E27FC236}">
                <a16:creationId xmlns:a16="http://schemas.microsoft.com/office/drawing/2014/main" id="{84CE9866-CF1E-48CA-A772-81E83324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23" name="c-3">
            <a:extLst xmlns:a="http://schemas.openxmlformats.org/drawingml/2006/main">
              <a:ext uri="{FF2B5EF4-FFF2-40B4-BE49-F238E27FC236}">
                <a16:creationId xmlns:a16="http://schemas.microsoft.com/office/drawing/2014/main" id="{7D2DBF4C-41E7-4F53-9A90-A002AF8A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t-3">
            <a:extLst xmlns:a="http://schemas.openxmlformats.org/drawingml/2006/main">
              <a:ext uri="{FF2B5EF4-FFF2-40B4-BE49-F238E27FC236}">
                <a16:creationId xmlns:a16="http://schemas.microsoft.com/office/drawing/2014/main" id="{8A8DB51A-C051-40F8-B4D3-A24AD39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5" name="c-4">
            <a:extLst xmlns:a="http://schemas.openxmlformats.org/drawingml/2006/main">
              <a:ext uri="{FF2B5EF4-FFF2-40B4-BE49-F238E27FC236}">
                <a16:creationId xmlns:a16="http://schemas.microsoft.com/office/drawing/2014/main" id="{89C50A53-EB9B-4D59-A41E-4384685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t-4">
            <a:extLst xmlns:a="http://schemas.openxmlformats.org/drawingml/2006/main">
              <a:ext uri="{FF2B5EF4-FFF2-40B4-BE49-F238E27FC236}">
                <a16:creationId xmlns:a16="http://schemas.microsoft.com/office/drawing/2014/main" id="{CA1BD31C-AC0B-49C6-9AA4-1449369F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Sign &amp; Seal</a:t>
            </a:r>
          </a:p>
        </p:txBody>
      </p:sp>
      <p:sp>
        <p:nvSpPr>
          <p:cNvPr id="27" name="c-5">
            <a:extLst xmlns:a="http://schemas.openxmlformats.org/drawingml/2006/main">
              <a:ext uri="{FF2B5EF4-FFF2-40B4-BE49-F238E27FC236}">
                <a16:creationId xmlns:a16="http://schemas.microsoft.com/office/drawing/2014/main" id="{B2B0F5D3-5196-404B-82EF-8DEE3B8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t-5">
            <a:extLst xmlns:a="http://schemas.openxmlformats.org/drawingml/2006/main">
              <a:ext uri="{FF2B5EF4-FFF2-40B4-BE49-F238E27FC236}">
                <a16:creationId xmlns:a16="http://schemas.microsoft.com/office/drawing/2014/main" id="{B3E72EE1-D5A7-407E-A834-E5BD64F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9" name="c-6">
            <a:extLst xmlns:a="http://schemas.openxmlformats.org/drawingml/2006/main">
              <a:ext uri="{FF2B5EF4-FFF2-40B4-BE49-F238E27FC236}">
                <a16:creationId xmlns:a16="http://schemas.microsoft.com/office/drawing/2014/main" id="{6338BA55-77F8-4A6B-923B-2032135D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67250"/>
            <a:ext cx="13620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t-6">
            <a:extLst xmlns:a="http://schemas.openxmlformats.org/drawingml/2006/main">
              <a:ext uri="{FF2B5EF4-FFF2-40B4-BE49-F238E27FC236}">
                <a16:creationId xmlns:a16="http://schemas.microsoft.com/office/drawing/2014/main" id="{E077144C-036D-4030-A479-9A96AE42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81550"/>
            <a:ext cx="1362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31" name="foundation">
            <a:extLst xmlns:a="http://schemas.openxmlformats.org/drawingml/2006/main">
              <a:ext uri="{FF2B5EF4-FFF2-40B4-BE49-F238E27FC236}">
                <a16:creationId xmlns:a16="http://schemas.microsoft.com/office/drawing/2014/main" id="{49BA80FF-89CD-488F-96DE-FC1C10FC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1277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-l">
            <a:extLst xmlns:a="http://schemas.openxmlformats.org/drawingml/2006/main">
              <a:ext uri="{FF2B5EF4-FFF2-40B4-BE49-F238E27FC236}">
                <a16:creationId xmlns:a16="http://schemas.microsoft.com/office/drawing/2014/main" id="{6F938C3A-5967-4417-98F3-9C5CC090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CUSTOMER-CONTROLLED FOUNDATION</a:t>
            </a:r>
          </a:p>
        </p:txBody>
      </p:sp>
      <p:sp>
        <p:nvSpPr>
          <p:cNvPr id="33" name="f-t">
            <a:extLst xmlns:a="http://schemas.openxmlformats.org/drawingml/2006/main">
              <a:ext uri="{FF2B5EF4-FFF2-40B4-BE49-F238E27FC236}">
                <a16:creationId xmlns:a16="http://schemas.microsoft.com/office/drawing/2014/main" id="{7BD4755B-3E4C-4240-B409-8CBCAADC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Sovereign infrastructure  ·  Governance  ·  Data</a:t>
            </a:r>
          </a:p>
        </p:txBody>
      </p:sp>
    </p:spTree>
    <p:extLst>
      <p:ext uri="{BB962C8B-B14F-4D97-AF65-F5344CB8AC3E}">
        <p14:creationId xmlns:p14="http://schemas.microsoft.com/office/powerpoint/2010/main" val="628553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c2deecdf4444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6443C4-7AC2-4330-86C0-A83FF96B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73DE17D-CC88-47DB-8EE8-F3BDB4D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5">
            <a:extLst xmlns:a="http://schemas.openxmlformats.org/drawingml/2006/main">
              <a:ext uri="{FF2B5EF4-FFF2-40B4-BE49-F238E27FC236}">
                <a16:creationId xmlns:a16="http://schemas.microsoft.com/office/drawing/2014/main" id="{7B723E86-B353-4F5B-8D07-86B0B896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ONE PLATFORM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75B7E944-AE6E-464F-9CD0-81CEEB8F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Six sovereign capabilities operate as one trust platform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C7EC215E-C1F8-47EA-8ACC-77656D9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Each capability shares one governance model, evidence chain and integration layer.</a:t>
            </a:r>
          </a:p>
        </p:txBody>
      </p:sp>
      <p:sp>
        <p:nvSpPr>
          <p:cNvPr id="7" name="cap-h-0">
            <a:extLst xmlns:a="http://schemas.openxmlformats.org/drawingml/2006/main">
              <a:ext uri="{FF2B5EF4-FFF2-40B4-BE49-F238E27FC236}">
                <a16:creationId xmlns:a16="http://schemas.microsoft.com/office/drawing/2014/main" id="{0B66560D-A388-4C12-8505-2A44193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CLOUD</a:t>
            </a:r>
          </a:p>
        </p:txBody>
      </p:sp>
      <p:sp>
        <p:nvSpPr>
          <p:cNvPr id="8" name="cap-b-0">
            <a:extLst xmlns:a="http://schemas.openxmlformats.org/drawingml/2006/main">
              <a:ext uri="{FF2B5EF4-FFF2-40B4-BE49-F238E27FC236}">
                <a16:creationId xmlns:a16="http://schemas.microsoft.com/office/drawing/2014/main" id="{8EC518CB-CD25-4DDE-B43F-C4192AD2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 where trust infrastructure operates</a:t>
            </a:r>
          </a:p>
        </p:txBody>
      </p:sp>
      <p:sp>
        <p:nvSpPr>
          <p:cNvPr id="9" name="cap-v-0">
            <a:extLst xmlns:a="http://schemas.openxmlformats.org/drawingml/2006/main">
              <a:ext uri="{FF2B5EF4-FFF2-40B4-BE49-F238E27FC236}">
                <a16:creationId xmlns:a16="http://schemas.microsoft.com/office/drawing/2014/main" id="{C1C829FF-B00D-4287-9D20-A19E1FFE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p-h-1">
            <a:extLst xmlns:a="http://schemas.openxmlformats.org/drawingml/2006/main">
              <a:ext uri="{FF2B5EF4-FFF2-40B4-BE49-F238E27FC236}">
                <a16:creationId xmlns:a16="http://schemas.microsoft.com/office/drawing/2014/main" id="{6B024805-9C98-4DD2-92B9-76A5717E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1" name="cap-b-1">
            <a:extLst xmlns:a="http://schemas.openxmlformats.org/drawingml/2006/main">
              <a:ext uri="{FF2B5EF4-FFF2-40B4-BE49-F238E27FC236}">
                <a16:creationId xmlns:a16="http://schemas.microsoft.com/office/drawing/2014/main" id="{786BFBCB-7F3F-4096-B5BB-444273B7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52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Establish the actor and assurance level</a:t>
            </a:r>
          </a:p>
        </p:txBody>
      </p:sp>
      <p:sp>
        <p:nvSpPr>
          <p:cNvPr id="12" name="cap-v-1">
            <a:extLst xmlns:a="http://schemas.openxmlformats.org/drawingml/2006/main">
              <a:ext uri="{FF2B5EF4-FFF2-40B4-BE49-F238E27FC236}">
                <a16:creationId xmlns:a16="http://schemas.microsoft.com/office/drawing/2014/main" id="{FB388FFF-648D-4C46-9ECC-35942D5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9085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-h-2">
            <a:extLst xmlns:a="http://schemas.openxmlformats.org/drawingml/2006/main">
              <a:ext uri="{FF2B5EF4-FFF2-40B4-BE49-F238E27FC236}">
                <a16:creationId xmlns:a16="http://schemas.microsoft.com/office/drawing/2014/main" id="{383FA5FA-AFAA-41EB-8BA1-03CE2733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COLLABORATION</a:t>
            </a:r>
          </a:p>
        </p:txBody>
      </p:sp>
      <p:sp>
        <p:nvSpPr>
          <p:cNvPr id="14" name="cap-b-2">
            <a:extLst xmlns:a="http://schemas.openxmlformats.org/drawingml/2006/main">
              <a:ext uri="{FF2B5EF4-FFF2-40B4-BE49-F238E27FC236}">
                <a16:creationId xmlns:a16="http://schemas.microsoft.com/office/drawing/2014/main" id="{D9192AB0-4F5F-4B62-B9AA-D547DA5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52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 and approve trusted content</a:t>
            </a:r>
          </a:p>
        </p:txBody>
      </p:sp>
      <p:sp>
        <p:nvSpPr>
          <p:cNvPr id="15" name="cap-h-3">
            <a:extLst xmlns:a="http://schemas.openxmlformats.org/drawingml/2006/main">
              <a:ext uri="{FF2B5EF4-FFF2-40B4-BE49-F238E27FC236}">
                <a16:creationId xmlns:a16="http://schemas.microsoft.com/office/drawing/2014/main" id="{6CD089F1-E5F7-4292-9F73-DA43268E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SIGN &amp; SEAL</a:t>
            </a:r>
          </a:p>
        </p:txBody>
      </p:sp>
      <p:sp>
        <p:nvSpPr>
          <p:cNvPr id="16" name="cap-b-3">
            <a:extLst xmlns:a="http://schemas.openxmlformats.org/drawingml/2006/main">
              <a:ext uri="{FF2B5EF4-FFF2-40B4-BE49-F238E27FC236}">
                <a16:creationId xmlns:a16="http://schemas.microsoft.com/office/drawing/2014/main" id="{F607BA30-50B1-4193-BF45-B528CB5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Authorize consequential transactions</a:t>
            </a:r>
          </a:p>
        </p:txBody>
      </p:sp>
      <p:sp>
        <p:nvSpPr>
          <p:cNvPr id="17" name="cap-v-3">
            <a:extLst xmlns:a="http://schemas.openxmlformats.org/drawingml/2006/main">
              <a:ext uri="{FF2B5EF4-FFF2-40B4-BE49-F238E27FC236}">
                <a16:creationId xmlns:a16="http://schemas.microsoft.com/office/drawing/2014/main" id="{ED2A2B52-D190-495A-977F-79E4AE41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p-h-4">
            <a:extLst xmlns:a="http://schemas.openxmlformats.org/drawingml/2006/main">
              <a:ext uri="{FF2B5EF4-FFF2-40B4-BE49-F238E27FC236}">
                <a16:creationId xmlns:a16="http://schemas.microsoft.com/office/drawing/2014/main" id="{152DBEF7-36C1-4CDC-8909-2F917CB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91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VAULT</a:t>
            </a:r>
          </a:p>
        </p:txBody>
      </p:sp>
      <p:sp>
        <p:nvSpPr>
          <p:cNvPr id="19" name="cap-b-4">
            <a:extLst xmlns:a="http://schemas.openxmlformats.org/drawingml/2006/main">
              <a:ext uri="{FF2B5EF4-FFF2-40B4-BE49-F238E27FC236}">
                <a16:creationId xmlns:a16="http://schemas.microsoft.com/office/drawing/2014/main" id="{387240E8-8353-4EBE-AA76-D9D9462B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 evidence and records</a:t>
            </a:r>
          </a:p>
        </p:txBody>
      </p:sp>
      <p:sp>
        <p:nvSpPr>
          <p:cNvPr id="20" name="cap-v-4">
            <a:extLst xmlns:a="http://schemas.openxmlformats.org/drawingml/2006/main">
              <a:ext uri="{FF2B5EF4-FFF2-40B4-BE49-F238E27FC236}">
                <a16:creationId xmlns:a16="http://schemas.microsoft.com/office/drawing/2014/main" id="{B153863A-0B1F-42E2-A7F0-2E9DAD29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91000"/>
            <a:ext cx="95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p-h-5">
            <a:extLst xmlns:a="http://schemas.openxmlformats.org/drawingml/2006/main">
              <a:ext uri="{FF2B5EF4-FFF2-40B4-BE49-F238E27FC236}">
                <a16:creationId xmlns:a16="http://schemas.microsoft.com/office/drawing/2014/main" id="{1D10E2CE-0DD9-4E34-84E3-E2F15E0E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22" name="cap-b-5">
            <a:extLst xmlns:a="http://schemas.openxmlformats.org/drawingml/2006/main">
              <a:ext uri="{FF2B5EF4-FFF2-40B4-BE49-F238E27FC236}">
                <a16:creationId xmlns:a16="http://schemas.microsoft.com/office/drawing/2014/main" id="{E44CD580-187E-4F42-BE20-531E9224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Apply intelligence to governed processes</a:t>
            </a:r>
          </a:p>
        </p:txBody>
      </p:sp>
      <p:sp>
        <p:nvSpPr>
          <p:cNvPr id="23" name="cap-band">
            <a:extLst xmlns:a="http://schemas.openxmlformats.org/drawingml/2006/main">
              <a:ext uri="{FF2B5EF4-FFF2-40B4-BE49-F238E27FC236}">
                <a16:creationId xmlns:a16="http://schemas.microsoft.com/office/drawing/2014/main" id="{10CD598A-6726-4F31-9AC1-1EB4E004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12776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p-center">
            <a:extLst xmlns:a="http://schemas.openxmlformats.org/drawingml/2006/main">
              <a:ext uri="{FF2B5EF4-FFF2-40B4-BE49-F238E27FC236}">
                <a16:creationId xmlns:a16="http://schemas.microsoft.com/office/drawing/2014/main" id="{F24B807F-436B-44AD-92DC-01A57A87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EXECUTION</a:t>
            </a:r>
          </a:p>
        </p:txBody>
      </p:sp>
      <p:sp>
        <p:nvSpPr>
          <p:cNvPr id="25" name="cap-footer">
            <a:extLst xmlns:a="http://schemas.openxmlformats.org/drawingml/2006/main">
              <a:ext uri="{FF2B5EF4-FFF2-40B4-BE49-F238E27FC236}">
                <a16:creationId xmlns:a16="http://schemas.microsoft.com/office/drawing/2014/main" id="{E903D729-14F6-4628-9A7F-DCA03FA6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95950"/>
            <a:ext cx="779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46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One platform · One governance model · One evidence chain · One API</a:t>
            </a:r>
          </a:p>
        </p:txBody>
      </p:sp>
    </p:spTree>
    <p:extLst>
      <p:ext uri="{BB962C8B-B14F-4D97-AF65-F5344CB8AC3E}">
        <p14:creationId xmlns:p14="http://schemas.microsoft.com/office/powerpoint/2010/main" val="733727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448056ed4413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EC999D-9812-479B-93FF-69F75C4A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8DC4308-22D7-41C5-93FC-A25884B7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6">
            <a:extLst xmlns:a="http://schemas.openxmlformats.org/drawingml/2006/main">
              <a:ext uri="{FF2B5EF4-FFF2-40B4-BE49-F238E27FC236}">
                <a16:creationId xmlns:a16="http://schemas.microsoft.com/office/drawing/2014/main" id="{F1C50B9B-723F-4C1A-B2BB-86671BF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CLOUD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C907B7A2-6B10-444D-A801-E3F5E6A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 begins with control over infrastructure and data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1435A402-B8F0-4DBB-AD90-214A8C2E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Critical trust infrastructure should operate under the organization’s required jurisdiction, security and governance model.</a:t>
            </a:r>
          </a:p>
        </p:txBody>
      </p:sp>
      <p:sp>
        <p:nvSpPr>
          <p:cNvPr id="7" name="boundary">
            <a:extLst xmlns:a="http://schemas.openxmlformats.org/drawingml/2006/main">
              <a:ext uri="{FF2B5EF4-FFF2-40B4-BE49-F238E27FC236}">
                <a16:creationId xmlns:a16="http://schemas.microsoft.com/office/drawing/2014/main" id="{AB372BFF-A23A-4121-987A-A8C2DA9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sp>
        <p:nvSpPr>
          <p:cNvPr id="8" name="boundary-l">
            <a:extLst xmlns:a="http://schemas.openxmlformats.org/drawingml/2006/main">
              <a:ext uri="{FF2B5EF4-FFF2-40B4-BE49-F238E27FC236}">
                <a16:creationId xmlns:a16="http://schemas.microsoft.com/office/drawing/2014/main" id="{2DAA8810-6EE1-4980-90C0-6FA803F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CUSTOMER-CONTROLLED ENVIRONMENT</a:t>
            </a:r>
          </a:p>
        </p:txBody>
      </p:sp>
      <p:sp>
        <p:nvSpPr>
          <p:cNvPr id="9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B61352DF-A397-4F26-86A3-6DD97189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Data · Documents · Evidence · AI interaction</a:t>
            </a:r>
          </a:p>
        </p:txBody>
      </p:sp>
      <p:sp>
        <p:nvSpPr>
          <p:cNvPr id="10" name="b-i-0">
            <a:extLst xmlns:a="http://schemas.openxmlformats.org/drawingml/2006/main">
              <a:ext uri="{FF2B5EF4-FFF2-40B4-BE49-F238E27FC236}">
                <a16:creationId xmlns:a16="http://schemas.microsoft.com/office/drawing/2014/main" id="{27A839E9-FE74-4E64-A46E-F477BE05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-i-0-text">
            <a:extLst xmlns:a="http://schemas.openxmlformats.org/drawingml/2006/main">
              <a:ext uri="{FF2B5EF4-FFF2-40B4-BE49-F238E27FC236}">
                <a16:creationId xmlns:a16="http://schemas.microsoft.com/office/drawing/2014/main" id="{607DA870-9F33-4AF8-890B-E9CBF536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5084"/>
            <a:ext cx="24765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2" name="b-t-0">
            <a:extLst xmlns:a="http://schemas.openxmlformats.org/drawingml/2006/main">
              <a:ext uri="{FF2B5EF4-FFF2-40B4-BE49-F238E27FC236}">
                <a16:creationId xmlns:a16="http://schemas.microsoft.com/office/drawing/2014/main" id="{B499B670-28B5-47DF-9090-49222487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Required jurisdiction + residency</a:t>
            </a:r>
          </a:p>
        </p:txBody>
      </p:sp>
      <p:sp>
        <p:nvSpPr>
          <p:cNvPr id="13" name="b-i-1">
            <a:extLst xmlns:a="http://schemas.openxmlformats.org/drawingml/2006/main">
              <a:ext uri="{FF2B5EF4-FFF2-40B4-BE49-F238E27FC236}">
                <a16:creationId xmlns:a16="http://schemas.microsoft.com/office/drawing/2014/main" id="{20CFFAAC-CD1F-48A4-8FAB-E501CF71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-i-1-text">
            <a:extLst xmlns:a="http://schemas.openxmlformats.org/drawingml/2006/main">
              <a:ext uri="{FF2B5EF4-FFF2-40B4-BE49-F238E27FC236}">
                <a16:creationId xmlns:a16="http://schemas.microsoft.com/office/drawing/2014/main" id="{67177980-3B4B-4BF0-A5BC-41977F21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3709"/>
            <a:ext cx="24765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5" name="b-t-1">
            <a:extLst xmlns:a="http://schemas.openxmlformats.org/drawingml/2006/main">
              <a:ext uri="{FF2B5EF4-FFF2-40B4-BE49-F238E27FC236}">
                <a16:creationId xmlns:a16="http://schemas.microsoft.com/office/drawing/2014/main" id="{C7DB78FF-E7FB-4C85-A414-E8D7CD0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863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Private / sovereign-cloud / on-premise where supported</a:t>
            </a:r>
          </a:p>
        </p:txBody>
      </p:sp>
      <p:sp>
        <p:nvSpPr>
          <p:cNvPr id="16" name="b-i-2">
            <a:extLst xmlns:a="http://schemas.openxmlformats.org/drawingml/2006/main">
              <a:ext uri="{FF2B5EF4-FFF2-40B4-BE49-F238E27FC236}">
                <a16:creationId xmlns:a16="http://schemas.microsoft.com/office/drawing/2014/main" id="{A7DA761B-0577-42A6-94A3-5CDFCB4C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2476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-i-2-text">
            <a:extLst xmlns:a="http://schemas.openxmlformats.org/drawingml/2006/main">
              <a:ext uri="{FF2B5EF4-FFF2-40B4-BE49-F238E27FC236}">
                <a16:creationId xmlns:a16="http://schemas.microsoft.com/office/drawing/2014/main" id="{495FA70D-A616-47C1-80FF-BE80723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2334"/>
            <a:ext cx="247650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8" name="b-t-2">
            <a:extLst xmlns:a="http://schemas.openxmlformats.org/drawingml/2006/main">
              <a:ext uri="{FF2B5EF4-FFF2-40B4-BE49-F238E27FC236}">
                <a16:creationId xmlns:a16="http://schemas.microsoft.com/office/drawing/2014/main" id="{7C289921-9C3D-411B-9126-7C7F85C3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Institutional security + operational governance</a:t>
            </a:r>
          </a:p>
        </p:txBody>
      </p:sp>
      <p:sp>
        <p:nvSpPr>
          <p:cNvPr id="19" name="sov-big">
            <a:extLst xmlns:a="http://schemas.openxmlformats.org/drawingml/2006/main">
              <a:ext uri="{FF2B5EF4-FFF2-40B4-BE49-F238E27FC236}">
                <a16:creationId xmlns:a16="http://schemas.microsoft.com/office/drawing/2014/main" id="{B86AF6D7-7108-4B57-9171-B092AD1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trust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without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surrendering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sovereignty.</a:t>
            </a:r>
          </a:p>
        </p:txBody>
      </p:sp>
      <p:sp>
        <p:nvSpPr>
          <p:cNvPr id="20" name="sov-note">
            <a:extLst xmlns:a="http://schemas.openxmlformats.org/drawingml/2006/main">
              <a:ext uri="{FF2B5EF4-FFF2-40B4-BE49-F238E27FC236}">
                <a16:creationId xmlns:a16="http://schemas.microsoft.com/office/drawing/2014/main" id="{1B0C9C2A-2C54-4838-B002-A6B30F3D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34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DEPLOYMENT MODELS CONFIRMED DURING SOLUTION DESIGN</a:t>
            </a:r>
          </a:p>
        </p:txBody>
      </p:sp>
    </p:spTree>
    <p:extLst>
      <p:ext uri="{BB962C8B-B14F-4D97-AF65-F5344CB8AC3E}">
        <p14:creationId xmlns:p14="http://schemas.microsoft.com/office/powerpoint/2010/main" val="2101939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3bcbc240e4a73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D49AC4-212C-4FD8-9D90-CB8F6248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7B298B5-0915-4AC7-8592-D61A2CC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7">
            <a:extLst xmlns:a="http://schemas.openxmlformats.org/drawingml/2006/main">
              <a:ext uri="{FF2B5EF4-FFF2-40B4-BE49-F238E27FC236}">
                <a16:creationId xmlns:a16="http://schemas.microsoft.com/office/drawing/2014/main" id="{75323B0A-D857-41B3-919B-C623B69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IDENTITY</a:t>
            </a:r>
          </a:p>
        </p:txBody>
      </p:sp>
      <p:sp>
        <p:nvSpPr>
          <p:cNvPr id="5" name="title-7">
            <a:extLst xmlns:a="http://schemas.openxmlformats.org/drawingml/2006/main">
              <a:ext uri="{FF2B5EF4-FFF2-40B4-BE49-F238E27FC236}">
                <a16:creationId xmlns:a16="http://schemas.microsoft.com/office/drawing/2014/main" id="{D9267854-85D0-48AE-8330-0766AEC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action starts with identity—and becomes meaningful through authority</a:t>
            </a:r>
          </a:p>
        </p:txBody>
      </p:sp>
      <p:sp>
        <p:nvSpPr>
          <p:cNvPr id="6" name="subtitle-7">
            <a:extLst xmlns:a="http://schemas.openxmlformats.org/drawingml/2006/main">
              <a:ext uri="{FF2B5EF4-FFF2-40B4-BE49-F238E27FC236}">
                <a16:creationId xmlns:a16="http://schemas.microsoft.com/office/drawing/2014/main" id="{6656AA26-2CB0-4BE0-B744-A95A8A62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 establishes the actor. Authority establishes the permitted action.</a:t>
            </a:r>
          </a:p>
        </p:txBody>
      </p:sp>
      <p:sp>
        <p:nvSpPr>
          <p:cNvPr id="7" name="id-link-0">
            <a:extLst xmlns:a="http://schemas.openxmlformats.org/drawingml/2006/main">
              <a:ext uri="{FF2B5EF4-FFF2-40B4-BE49-F238E27FC236}">
                <a16:creationId xmlns:a16="http://schemas.microsoft.com/office/drawing/2014/main" id="{8F3C0DFB-51A1-402C-9E7F-1807AC8A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d-link-1">
            <a:extLst xmlns:a="http://schemas.openxmlformats.org/drawingml/2006/main">
              <a:ext uri="{FF2B5EF4-FFF2-40B4-BE49-F238E27FC236}">
                <a16:creationId xmlns:a16="http://schemas.microsoft.com/office/drawing/2014/main" id="{78861CD3-8D6C-49A6-A8D9-83D7954F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052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-link-2">
            <a:extLst xmlns:a="http://schemas.openxmlformats.org/drawingml/2006/main">
              <a:ext uri="{FF2B5EF4-FFF2-40B4-BE49-F238E27FC236}">
                <a16:creationId xmlns:a16="http://schemas.microsoft.com/office/drawing/2014/main" id="{2CB387FB-E14C-4A55-91A6-047CA5A8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0520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d-n-0">
            <a:extLst xmlns:a="http://schemas.openxmlformats.org/drawingml/2006/main">
              <a:ext uri="{FF2B5EF4-FFF2-40B4-BE49-F238E27FC236}">
                <a16:creationId xmlns:a16="http://schemas.microsoft.com/office/drawing/2014/main" id="{2A0C6935-3CBA-4D40-87BB-0C973B5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d-n-0-text">
            <a:extLst xmlns:a="http://schemas.openxmlformats.org/drawingml/2006/main">
              <a:ext uri="{FF2B5EF4-FFF2-40B4-BE49-F238E27FC236}">
                <a16:creationId xmlns:a16="http://schemas.microsoft.com/office/drawing/2014/main" id="{B142ED6D-DF0F-4ED9-BB22-4E2B7844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613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2" name="id-q-0">
            <a:extLst xmlns:a="http://schemas.openxmlformats.org/drawingml/2006/main">
              <a:ext uri="{FF2B5EF4-FFF2-40B4-BE49-F238E27FC236}">
                <a16:creationId xmlns:a16="http://schemas.microsoft.com/office/drawing/2014/main" id="{14004027-1BAF-4B11-8602-D4B0783D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WHO ARE YOU?</a:t>
            </a:r>
          </a:p>
        </p:txBody>
      </p:sp>
      <p:sp>
        <p:nvSpPr>
          <p:cNvPr id="13" name="id-a-0">
            <a:extLst xmlns:a="http://schemas.openxmlformats.org/drawingml/2006/main">
              <a:ext uri="{FF2B5EF4-FFF2-40B4-BE49-F238E27FC236}">
                <a16:creationId xmlns:a16="http://schemas.microsoft.com/office/drawing/2014/main" id="{1BAFED0D-2508-4258-9C04-FF2578D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4" name="id-n-1">
            <a:extLst xmlns:a="http://schemas.openxmlformats.org/drawingml/2006/main">
              <a:ext uri="{FF2B5EF4-FFF2-40B4-BE49-F238E27FC236}">
                <a16:creationId xmlns:a16="http://schemas.microsoft.com/office/drawing/2014/main" id="{9C426D13-4541-420D-99FB-81417C8A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004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d-n-1-text">
            <a:extLst xmlns:a="http://schemas.openxmlformats.org/drawingml/2006/main">
              <a:ext uri="{FF2B5EF4-FFF2-40B4-BE49-F238E27FC236}">
                <a16:creationId xmlns:a16="http://schemas.microsoft.com/office/drawing/2014/main" id="{1DDB42C1-8524-4E28-8E01-9B9622A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8613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6" name="id-q-1">
            <a:extLst xmlns:a="http://schemas.openxmlformats.org/drawingml/2006/main">
              <a:ext uri="{FF2B5EF4-FFF2-40B4-BE49-F238E27FC236}">
                <a16:creationId xmlns:a16="http://schemas.microsoft.com/office/drawing/2014/main" id="{91F3E7E4-1908-44B1-837E-3E08C35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3860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WHOM DO YOU REPRESENT?</a:t>
            </a:r>
          </a:p>
        </p:txBody>
      </p:sp>
      <p:sp>
        <p:nvSpPr>
          <p:cNvPr id="17" name="id-a-1">
            <a:extLst xmlns:a="http://schemas.openxmlformats.org/drawingml/2006/main">
              <a:ext uri="{FF2B5EF4-FFF2-40B4-BE49-F238E27FC236}">
                <a16:creationId xmlns:a16="http://schemas.microsoft.com/office/drawing/2014/main" id="{BA2A12EA-6970-45BC-B7E9-DACC4DC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 + role</a:t>
            </a:r>
          </a:p>
        </p:txBody>
      </p:sp>
      <p:sp>
        <p:nvSpPr>
          <p:cNvPr id="18" name="id-n-2">
            <a:extLst xmlns:a="http://schemas.openxmlformats.org/drawingml/2006/main">
              <a:ext uri="{FF2B5EF4-FFF2-40B4-BE49-F238E27FC236}">
                <a16:creationId xmlns:a16="http://schemas.microsoft.com/office/drawing/2014/main" id="{F87AE58C-6FDE-4AEC-AA49-4A241EE6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d-n-2-text">
            <a:extLst xmlns:a="http://schemas.openxmlformats.org/drawingml/2006/main">
              <a:ext uri="{FF2B5EF4-FFF2-40B4-BE49-F238E27FC236}">
                <a16:creationId xmlns:a16="http://schemas.microsoft.com/office/drawing/2014/main" id="{91846FB3-17C5-4D71-9CC4-FA1427AB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613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20" name="id-q-2">
            <a:extLst xmlns:a="http://schemas.openxmlformats.org/drawingml/2006/main">
              <a:ext uri="{FF2B5EF4-FFF2-40B4-BE49-F238E27FC236}">
                <a16:creationId xmlns:a16="http://schemas.microsoft.com/office/drawing/2014/main" id="{354A0B8E-0D4F-46CB-B591-9D04A39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WHAT MAY YOU DO?</a:t>
            </a:r>
          </a:p>
        </p:txBody>
      </p:sp>
      <p:sp>
        <p:nvSpPr>
          <p:cNvPr id="21" name="id-a-2">
            <a:extLst xmlns:a="http://schemas.openxmlformats.org/drawingml/2006/main">
              <a:ext uri="{FF2B5EF4-FFF2-40B4-BE49-F238E27FC236}">
                <a16:creationId xmlns:a16="http://schemas.microsoft.com/office/drawing/2014/main" id="{6A941BCF-687D-4D30-A88B-D33E2FED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Delegated authority</a:t>
            </a:r>
          </a:p>
        </p:txBody>
      </p:sp>
      <p:sp>
        <p:nvSpPr>
          <p:cNvPr id="22" name="id-n-3">
            <a:extLst xmlns:a="http://schemas.openxmlformats.org/drawingml/2006/main">
              <a:ext uri="{FF2B5EF4-FFF2-40B4-BE49-F238E27FC236}">
                <a16:creationId xmlns:a16="http://schemas.microsoft.com/office/drawing/2014/main" id="{2BF664C9-EA9F-43E9-9D79-DFA3241B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0040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d-n-3-text">
            <a:extLst xmlns:a="http://schemas.openxmlformats.org/drawingml/2006/main">
              <a:ext uri="{FF2B5EF4-FFF2-40B4-BE49-F238E27FC236}">
                <a16:creationId xmlns:a16="http://schemas.microsoft.com/office/drawing/2014/main" id="{C6E2EED3-3A6B-48FA-ADDB-CA2E66CB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8613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4" name="id-q-3">
            <a:extLst xmlns:a="http://schemas.openxmlformats.org/drawingml/2006/main">
              <a:ext uri="{FF2B5EF4-FFF2-40B4-BE49-F238E27FC236}">
                <a16:creationId xmlns:a16="http://schemas.microsoft.com/office/drawing/2014/main" id="{C525FAB1-4389-4BA2-B9CB-93F8F8BF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2590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WHAT ASSURANCE IS REQUIRED?</a:t>
            </a:r>
          </a:p>
        </p:txBody>
      </p:sp>
      <p:sp>
        <p:nvSpPr>
          <p:cNvPr id="25" name="id-a-3">
            <a:extLst xmlns:a="http://schemas.openxmlformats.org/drawingml/2006/main">
              <a:ext uri="{FF2B5EF4-FFF2-40B4-BE49-F238E27FC236}">
                <a16:creationId xmlns:a16="http://schemas.microsoft.com/office/drawing/2014/main" id="{1FF2727F-92E1-44E0-88FD-A98A287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9105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Transaction policy</a:t>
            </a:r>
          </a:p>
        </p:txBody>
      </p:sp>
      <p:sp>
        <p:nvSpPr>
          <p:cNvPr id="26" name="identity-band">
            <a:extLst xmlns:a="http://schemas.openxmlformats.org/drawingml/2006/main">
              <a:ext uri="{FF2B5EF4-FFF2-40B4-BE49-F238E27FC236}">
                <a16:creationId xmlns:a16="http://schemas.microsoft.com/office/drawing/2014/main" id="{E47044E8-C2AC-48CB-B39E-470D5BC0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dentity-band-t">
            <a:extLst xmlns:a="http://schemas.openxmlformats.org/drawingml/2006/main">
              <a:ext uri="{FF2B5EF4-FFF2-40B4-BE49-F238E27FC236}">
                <a16:creationId xmlns:a16="http://schemas.microsoft.com/office/drawing/2014/main" id="{DA05E009-C485-4544-9504-52DF2BC1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IDENTITY</a:t>
            </a:r>
          </a:p>
        </p:txBody>
      </p:sp>
      <p:sp>
        <p:nvSpPr>
          <p:cNvPr id="28" name="plus">
            <a:extLst xmlns:a="http://schemas.openxmlformats.org/drawingml/2006/main">
              <a:ext uri="{FF2B5EF4-FFF2-40B4-BE49-F238E27FC236}">
                <a16:creationId xmlns:a16="http://schemas.microsoft.com/office/drawing/2014/main" id="{7DFE5FD4-CA9A-4535-B516-A694142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+</a:t>
            </a:r>
          </a:p>
        </p:txBody>
      </p:sp>
      <p:sp>
        <p:nvSpPr>
          <p:cNvPr id="29" name="authority">
            <a:extLst xmlns:a="http://schemas.openxmlformats.org/drawingml/2006/main">
              <a:ext uri="{FF2B5EF4-FFF2-40B4-BE49-F238E27FC236}">
                <a16:creationId xmlns:a16="http://schemas.microsoft.com/office/drawing/2014/main" id="{FD1B1413-A0B9-4F4F-965F-1A7BE49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38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9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AUTHORITY</a:t>
            </a:r>
          </a:p>
        </p:txBody>
      </p:sp>
      <p:sp>
        <p:nvSpPr>
          <p:cNvPr id="30" name="equals">
            <a:extLst xmlns:a="http://schemas.openxmlformats.org/drawingml/2006/main">
              <a:ext uri="{FF2B5EF4-FFF2-40B4-BE49-F238E27FC236}">
                <a16:creationId xmlns:a16="http://schemas.microsoft.com/office/drawing/2014/main" id="{9519756F-E48D-42D4-9012-56D2C13A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48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= TRUSTED EXECUTION</a:t>
            </a:r>
          </a:p>
        </p:txBody>
      </p:sp>
    </p:spTree>
    <p:extLst>
      <p:ext uri="{BB962C8B-B14F-4D97-AF65-F5344CB8AC3E}">
        <p14:creationId xmlns:p14="http://schemas.microsoft.com/office/powerpoint/2010/main" val="1063054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23bc7fee045b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40685F-32E4-4D88-B5F2-9AD2B8FE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FDAA82D-FF3F-4B3B-8E94-5D7DABF9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8">
            <a:extLst xmlns:a="http://schemas.openxmlformats.org/drawingml/2006/main">
              <a:ext uri="{FF2B5EF4-FFF2-40B4-BE49-F238E27FC236}">
                <a16:creationId xmlns:a16="http://schemas.microsoft.com/office/drawing/2014/main" id="{4D35E644-17EF-4004-9BD0-14F832CC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COLLABORATION</a:t>
            </a:r>
          </a:p>
        </p:txBody>
      </p:sp>
      <p:sp>
        <p:nvSpPr>
          <p:cNvPr id="5" name="title-8">
            <a:extLst xmlns:a="http://schemas.openxmlformats.org/drawingml/2006/main">
              <a:ext uri="{FF2B5EF4-FFF2-40B4-BE49-F238E27FC236}">
                <a16:creationId xmlns:a16="http://schemas.microsoft.com/office/drawing/2014/main" id="{F8171C9C-EA44-4617-B3E0-872A071B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Governance starts before the document is signed</a:t>
            </a:r>
          </a:p>
        </p:txBody>
      </p:sp>
      <p:sp>
        <p:nvSpPr>
          <p:cNvPr id="6" name="subtitle-8">
            <a:extLst xmlns:a="http://schemas.openxmlformats.org/drawingml/2006/main">
              <a:ext uri="{FF2B5EF4-FFF2-40B4-BE49-F238E27FC236}">
                <a16:creationId xmlns:a16="http://schemas.microsoft.com/office/drawing/2014/main" id="{C1C24FAD-369D-48D1-852B-BDC101E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Sovereignty should cover how consequential content is created—not only how it is signed.</a:t>
            </a:r>
          </a:p>
        </p:txBody>
      </p:sp>
      <p:sp>
        <p:nvSpPr>
          <p:cNvPr id="7" name="co-0">
            <a:extLst xmlns:a="http://schemas.openxmlformats.org/drawingml/2006/main">
              <a:ext uri="{FF2B5EF4-FFF2-40B4-BE49-F238E27FC236}">
                <a16:creationId xmlns:a16="http://schemas.microsoft.com/office/drawing/2014/main" id="{0651C267-A73F-494D-AA00-85B11A1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co-t-0">
            <a:extLst xmlns:a="http://schemas.openxmlformats.org/drawingml/2006/main">
              <a:ext uri="{FF2B5EF4-FFF2-40B4-BE49-F238E27FC236}">
                <a16:creationId xmlns:a16="http://schemas.microsoft.com/office/drawing/2014/main" id="{51A7E3FD-4C0C-4264-BC2A-D6CFC35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DRAFT</a:t>
            </a:r>
          </a:p>
        </p:txBody>
      </p:sp>
      <p:sp>
        <p:nvSpPr>
          <p:cNvPr id="9" name="co-l-0">
            <a:extLst xmlns:a="http://schemas.openxmlformats.org/drawingml/2006/main">
              <a:ext uri="{FF2B5EF4-FFF2-40B4-BE49-F238E27FC236}">
                <a16:creationId xmlns:a16="http://schemas.microsoft.com/office/drawing/2014/main" id="{6BD27907-AA28-45EC-9D38-F85440E5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29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-1">
            <a:extLst xmlns:a="http://schemas.openxmlformats.org/drawingml/2006/main">
              <a:ext uri="{FF2B5EF4-FFF2-40B4-BE49-F238E27FC236}">
                <a16:creationId xmlns:a16="http://schemas.microsoft.com/office/drawing/2014/main" id="{4897CFD6-66A4-4A31-B3AE-D9B6835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co-t-1">
            <a:extLst xmlns:a="http://schemas.openxmlformats.org/drawingml/2006/main">
              <a:ext uri="{FF2B5EF4-FFF2-40B4-BE49-F238E27FC236}">
                <a16:creationId xmlns:a16="http://schemas.microsoft.com/office/drawing/2014/main" id="{9C2C7376-17D3-4394-822F-1479BC9A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CO-AUTHOR</a:t>
            </a:r>
          </a:p>
        </p:txBody>
      </p:sp>
      <p:sp>
        <p:nvSpPr>
          <p:cNvPr id="12" name="co-l-1">
            <a:extLst xmlns:a="http://schemas.openxmlformats.org/drawingml/2006/main">
              <a:ext uri="{FF2B5EF4-FFF2-40B4-BE49-F238E27FC236}">
                <a16:creationId xmlns:a16="http://schemas.microsoft.com/office/drawing/2014/main" id="{DB1DDDDC-9777-4097-A6F3-593F1C5D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-2">
            <a:extLst xmlns:a="http://schemas.openxmlformats.org/drawingml/2006/main">
              <a:ext uri="{FF2B5EF4-FFF2-40B4-BE49-F238E27FC236}">
                <a16:creationId xmlns:a16="http://schemas.microsoft.com/office/drawing/2014/main" id="{B79C701F-DFF9-4F6A-86E5-84195C5C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co-t-2">
            <a:extLst xmlns:a="http://schemas.openxmlformats.org/drawingml/2006/main">
              <a:ext uri="{FF2B5EF4-FFF2-40B4-BE49-F238E27FC236}">
                <a16:creationId xmlns:a16="http://schemas.microsoft.com/office/drawing/2014/main" id="{98C773DE-0065-440F-85A3-5108EC1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15" name="co-l-2">
            <a:extLst xmlns:a="http://schemas.openxmlformats.org/drawingml/2006/main">
              <a:ext uri="{FF2B5EF4-FFF2-40B4-BE49-F238E27FC236}">
                <a16:creationId xmlns:a16="http://schemas.microsoft.com/office/drawing/2014/main" id="{B04FDA30-8C6A-4B84-861E-834417DD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29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-3">
            <a:extLst xmlns:a="http://schemas.openxmlformats.org/drawingml/2006/main">
              <a:ext uri="{FF2B5EF4-FFF2-40B4-BE49-F238E27FC236}">
                <a16:creationId xmlns:a16="http://schemas.microsoft.com/office/drawing/2014/main" id="{031EC4C7-C5DF-4BEA-92FA-F7BC145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co-t-3">
            <a:extLst xmlns:a="http://schemas.openxmlformats.org/drawingml/2006/main">
              <a:ext uri="{FF2B5EF4-FFF2-40B4-BE49-F238E27FC236}">
                <a16:creationId xmlns:a16="http://schemas.microsoft.com/office/drawing/2014/main" id="{A96B1599-B0CB-4D70-B403-6C9147C6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COMMENT</a:t>
            </a:r>
          </a:p>
        </p:txBody>
      </p:sp>
      <p:sp>
        <p:nvSpPr>
          <p:cNvPr id="18" name="co-l-3">
            <a:extLst xmlns:a="http://schemas.openxmlformats.org/drawingml/2006/main">
              <a:ext uri="{FF2B5EF4-FFF2-40B4-BE49-F238E27FC236}">
                <a16:creationId xmlns:a16="http://schemas.microsoft.com/office/drawing/2014/main" id="{27D378EF-37E4-4FD6-A5F6-9BB6EAF2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29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-4">
            <a:extLst xmlns:a="http://schemas.openxmlformats.org/drawingml/2006/main">
              <a:ext uri="{FF2B5EF4-FFF2-40B4-BE49-F238E27FC236}">
                <a16:creationId xmlns:a16="http://schemas.microsoft.com/office/drawing/2014/main" id="{B166B99C-0ECC-4567-8321-80448A27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co-t-4">
            <a:extLst xmlns:a="http://schemas.openxmlformats.org/drawingml/2006/main">
              <a:ext uri="{FF2B5EF4-FFF2-40B4-BE49-F238E27FC236}">
                <a16:creationId xmlns:a16="http://schemas.microsoft.com/office/drawing/2014/main" id="{484AF7D8-5C57-43A1-A244-A67D5336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 VERSIONS</a:t>
            </a:r>
          </a:p>
        </p:txBody>
      </p:sp>
      <p:sp>
        <p:nvSpPr>
          <p:cNvPr id="21" name="co-l-4">
            <a:extLst xmlns:a="http://schemas.openxmlformats.org/drawingml/2006/main">
              <a:ext uri="{FF2B5EF4-FFF2-40B4-BE49-F238E27FC236}">
                <a16:creationId xmlns:a16="http://schemas.microsoft.com/office/drawing/2014/main" id="{433895A7-A891-4F43-B080-254B8C05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29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-5">
            <a:extLst xmlns:a="http://schemas.openxmlformats.org/drawingml/2006/main">
              <a:ext uri="{FF2B5EF4-FFF2-40B4-BE49-F238E27FC236}">
                <a16:creationId xmlns:a16="http://schemas.microsoft.com/office/drawing/2014/main" id="{0C0E090E-066C-49F0-8439-E4EEFDE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co-t-5">
            <a:extLst xmlns:a="http://schemas.openxmlformats.org/drawingml/2006/main">
              <a:ext uri="{FF2B5EF4-FFF2-40B4-BE49-F238E27FC236}">
                <a16:creationId xmlns:a16="http://schemas.microsoft.com/office/drawing/2014/main" id="{CF275EBB-64C5-41B9-A975-A14BBAA2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433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PREPARE APPROVAL</a:t>
            </a:r>
          </a:p>
        </p:txBody>
      </p:sp>
      <p:sp>
        <p:nvSpPr>
          <p:cNvPr id="24" name="evidence-line">
            <a:extLst xmlns:a="http://schemas.openxmlformats.org/drawingml/2006/main">
              <a:ext uri="{FF2B5EF4-FFF2-40B4-BE49-F238E27FC236}">
                <a16:creationId xmlns:a16="http://schemas.microsoft.com/office/drawing/2014/main" id="{FAC2D795-9F30-407B-A2D2-E00A9BE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1277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-l">
            <a:extLst xmlns:a="http://schemas.openxmlformats.org/drawingml/2006/main">
              <a:ext uri="{FF2B5EF4-FFF2-40B4-BE49-F238E27FC236}">
                <a16:creationId xmlns:a16="http://schemas.microsoft.com/office/drawing/2014/main" id="{F0205D18-99A3-4921-B6F4-28680DD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 PRESERVED AT EVERY STAGE</a:t>
            </a:r>
          </a:p>
        </p:txBody>
      </p:sp>
      <p:sp>
        <p:nvSpPr>
          <p:cNvPr id="26" name="ev-t">
            <a:extLst xmlns:a="http://schemas.openxmlformats.org/drawingml/2006/main">
              <a:ext uri="{FF2B5EF4-FFF2-40B4-BE49-F238E27FC236}">
                <a16:creationId xmlns:a16="http://schemas.microsoft.com/office/drawing/2014/main" id="{C559D5A9-79DE-4CBC-9229-3CAF45F9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739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Participant  ·  Role  ·  Version  ·  Action  ·  Timestamp</a:t>
            </a:r>
          </a:p>
        </p:txBody>
      </p:sp>
      <p:sp>
        <p:nvSpPr>
          <p:cNvPr id="27" name="co-close">
            <a:extLst xmlns:a="http://schemas.openxmlformats.org/drawingml/2006/main">
              <a:ext uri="{FF2B5EF4-FFF2-40B4-BE49-F238E27FC236}">
                <a16:creationId xmlns:a16="http://schemas.microsoft.com/office/drawing/2014/main" id="{90F2BCB5-5A70-409F-8D1B-AAC8F267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execution begins while content is being created.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3ac991715422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CE052C-3D9B-4009-BDD4-F12EA8AA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0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53FC2265-F7C7-4A16-A0D2-143C4E0C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f8c4b62b4483c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1C2E16-3556-4D39-9B3A-2DFF989E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18EACD6-C6BD-4CEE-9658-8E256933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110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28bb4de6d465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28DB87-BC58-4176-AC2F-A4E94A56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B8FA8AB9-3A9B-48AD-B8A3-69DABC5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9">
            <a:extLst xmlns:a="http://schemas.openxmlformats.org/drawingml/2006/main">
              <a:ext uri="{FF2B5EF4-FFF2-40B4-BE49-F238E27FC236}">
                <a16:creationId xmlns:a16="http://schemas.microsoft.com/office/drawing/2014/main" id="{8FCCB4E2-8581-4139-B26E-16ED7597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CONTINUOUS ACCOUNTABILITY</a:t>
            </a:r>
          </a:p>
        </p:txBody>
      </p:sp>
      <p:sp>
        <p:nvSpPr>
          <p:cNvPr id="5" name="title-9">
            <a:extLst xmlns:a="http://schemas.openxmlformats.org/drawingml/2006/main">
              <a:ext uri="{FF2B5EF4-FFF2-40B4-BE49-F238E27FC236}">
                <a16:creationId xmlns:a16="http://schemas.microsoft.com/office/drawing/2014/main" id="{364A6DFE-B9A0-48B1-9153-1B7A1B3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evidence chain connects creation to execution</a:t>
            </a:r>
          </a:p>
        </p:txBody>
      </p:sp>
      <p:sp>
        <p:nvSpPr>
          <p:cNvPr id="6" name="subtitle-9">
            <a:extLst xmlns:a="http://schemas.openxmlformats.org/drawingml/2006/main">
              <a:ext uri="{FF2B5EF4-FFF2-40B4-BE49-F238E27FC236}">
                <a16:creationId xmlns:a16="http://schemas.microsoft.com/office/drawing/2014/main" id="{000305FC-046A-4576-A0CF-34335CEF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Separate tools divide accountability. Circularo preserves continuity across the decision lifecycle.</a:t>
            </a:r>
          </a:p>
        </p:txBody>
      </p:sp>
      <p:sp>
        <p:nvSpPr>
          <p:cNvPr id="7" name="ec-l-0">
            <a:extLst xmlns:a="http://schemas.openxmlformats.org/drawingml/2006/main">
              <a:ext uri="{FF2B5EF4-FFF2-40B4-BE49-F238E27FC236}">
                <a16:creationId xmlns:a16="http://schemas.microsoft.com/office/drawing/2014/main" id="{93B72568-99DA-40A9-B817-D0C3A0A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c-l-1">
            <a:extLst xmlns:a="http://schemas.openxmlformats.org/drawingml/2006/main">
              <a:ext uri="{FF2B5EF4-FFF2-40B4-BE49-F238E27FC236}">
                <a16:creationId xmlns:a16="http://schemas.microsoft.com/office/drawing/2014/main" id="{0A32F108-F286-4360-89C7-AE724831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861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c-l-2">
            <a:extLst xmlns:a="http://schemas.openxmlformats.org/drawingml/2006/main">
              <a:ext uri="{FF2B5EF4-FFF2-40B4-BE49-F238E27FC236}">
                <a16:creationId xmlns:a16="http://schemas.microsoft.com/office/drawing/2014/main" id="{BF1BEFA8-117B-4583-A30E-046615C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c-l-3">
            <a:extLst xmlns:a="http://schemas.openxmlformats.org/drawingml/2006/main">
              <a:ext uri="{FF2B5EF4-FFF2-40B4-BE49-F238E27FC236}">
                <a16:creationId xmlns:a16="http://schemas.microsoft.com/office/drawing/2014/main" id="{F9C6A253-1338-4A52-86EE-A4886B28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c-l-4">
            <a:extLst xmlns:a="http://schemas.openxmlformats.org/drawingml/2006/main">
              <a:ext uri="{FF2B5EF4-FFF2-40B4-BE49-F238E27FC236}">
                <a16:creationId xmlns:a16="http://schemas.microsoft.com/office/drawing/2014/main" id="{765B967F-4E25-46D7-AF5F-A59CDBC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c-n-0">
            <a:extLst xmlns:a="http://schemas.openxmlformats.org/drawingml/2006/main">
              <a:ext uri="{FF2B5EF4-FFF2-40B4-BE49-F238E27FC236}">
                <a16:creationId xmlns:a16="http://schemas.microsoft.com/office/drawing/2014/main" id="{84BE8D07-510A-4C26-81E8-C8C3B2C2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c-n-0-text">
            <a:extLst xmlns:a="http://schemas.openxmlformats.org/drawingml/2006/main">
              <a:ext uri="{FF2B5EF4-FFF2-40B4-BE49-F238E27FC236}">
                <a16:creationId xmlns:a16="http://schemas.microsoft.com/office/drawing/2014/main" id="{F95295DF-0808-4A50-9A1A-AE0D144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4" name="ec-t-0">
            <a:extLst xmlns:a="http://schemas.openxmlformats.org/drawingml/2006/main">
              <a:ext uri="{FF2B5EF4-FFF2-40B4-BE49-F238E27FC236}">
                <a16:creationId xmlns:a16="http://schemas.microsoft.com/office/drawing/2014/main" id="{BDA0483E-432A-496D-830E-B4FAA066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5" name="ec-n-1">
            <a:extLst xmlns:a="http://schemas.openxmlformats.org/drawingml/2006/main">
              <a:ext uri="{FF2B5EF4-FFF2-40B4-BE49-F238E27FC236}">
                <a16:creationId xmlns:a16="http://schemas.microsoft.com/office/drawing/2014/main" id="{3836155F-1709-47DE-9CB8-B8987B9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c-n-1-text">
            <a:extLst xmlns:a="http://schemas.openxmlformats.org/drawingml/2006/main">
              <a:ext uri="{FF2B5EF4-FFF2-40B4-BE49-F238E27FC236}">
                <a16:creationId xmlns:a16="http://schemas.microsoft.com/office/drawing/2014/main" id="{17A2BF05-A8F1-4D16-AB75-7ABBD68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7" name="ec-t-1">
            <a:extLst xmlns:a="http://schemas.openxmlformats.org/drawingml/2006/main">
              <a:ext uri="{FF2B5EF4-FFF2-40B4-BE49-F238E27FC236}">
                <a16:creationId xmlns:a16="http://schemas.microsoft.com/office/drawing/2014/main" id="{842E1B5F-24FB-4C8E-BD36-B55CA6FA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8" name="ec-n-2">
            <a:extLst xmlns:a="http://schemas.openxmlformats.org/drawingml/2006/main">
              <a:ext uri="{FF2B5EF4-FFF2-40B4-BE49-F238E27FC236}">
                <a16:creationId xmlns:a16="http://schemas.microsoft.com/office/drawing/2014/main" id="{C0C404B2-0688-4BDF-85D2-0C1E56A8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c-n-2-text">
            <a:extLst xmlns:a="http://schemas.openxmlformats.org/drawingml/2006/main">
              <a:ext uri="{FF2B5EF4-FFF2-40B4-BE49-F238E27FC236}">
                <a16:creationId xmlns:a16="http://schemas.microsoft.com/office/drawing/2014/main" id="{545DC5CF-4165-444A-950D-2C8260F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20" name="ec-t-2">
            <a:extLst xmlns:a="http://schemas.openxmlformats.org/drawingml/2006/main">
              <a:ext uri="{FF2B5EF4-FFF2-40B4-BE49-F238E27FC236}">
                <a16:creationId xmlns:a16="http://schemas.microsoft.com/office/drawing/2014/main" id="{ACACC6E3-314D-4E2A-9545-4D9DB69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REVIEW</a:t>
            </a:r>
          </a:p>
        </p:txBody>
      </p:sp>
      <p:sp>
        <p:nvSpPr>
          <p:cNvPr id="21" name="ec-n-3">
            <a:extLst xmlns:a="http://schemas.openxmlformats.org/drawingml/2006/main">
              <a:ext uri="{FF2B5EF4-FFF2-40B4-BE49-F238E27FC236}">
                <a16:creationId xmlns:a16="http://schemas.microsoft.com/office/drawing/2014/main" id="{E6AE33B7-7268-460A-A0F3-A3C680B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c-n-3-text">
            <a:extLst xmlns:a="http://schemas.openxmlformats.org/drawingml/2006/main">
              <a:ext uri="{FF2B5EF4-FFF2-40B4-BE49-F238E27FC236}">
                <a16:creationId xmlns:a16="http://schemas.microsoft.com/office/drawing/2014/main" id="{DA5CC214-536D-4898-BEA8-B5F23DB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4</a:t>
            </a:r>
          </a:p>
        </p:txBody>
      </p:sp>
      <p:sp>
        <p:nvSpPr>
          <p:cNvPr id="23" name="ec-t-3">
            <a:extLst xmlns:a="http://schemas.openxmlformats.org/drawingml/2006/main">
              <a:ext uri="{FF2B5EF4-FFF2-40B4-BE49-F238E27FC236}">
                <a16:creationId xmlns:a16="http://schemas.microsoft.com/office/drawing/2014/main" id="{BDB6135D-5886-4FD8-B9CF-90693A4D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24" name="ec-n-4">
            <a:extLst xmlns:a="http://schemas.openxmlformats.org/drawingml/2006/main">
              <a:ext uri="{FF2B5EF4-FFF2-40B4-BE49-F238E27FC236}">
                <a16:creationId xmlns:a16="http://schemas.microsoft.com/office/drawing/2014/main" id="{CB1E3C40-BD7B-4525-B081-92A69D2A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c-n-4-text">
            <a:extLst xmlns:a="http://schemas.openxmlformats.org/drawingml/2006/main">
              <a:ext uri="{FF2B5EF4-FFF2-40B4-BE49-F238E27FC236}">
                <a16:creationId xmlns:a16="http://schemas.microsoft.com/office/drawing/2014/main" id="{8B4E4E26-DA68-4DE6-A9DC-9BBBAE5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5</a:t>
            </a:r>
          </a:p>
        </p:txBody>
      </p:sp>
      <p:sp>
        <p:nvSpPr>
          <p:cNvPr id="26" name="ec-t-4">
            <a:extLst xmlns:a="http://schemas.openxmlformats.org/drawingml/2006/main">
              <a:ext uri="{FF2B5EF4-FFF2-40B4-BE49-F238E27FC236}">
                <a16:creationId xmlns:a16="http://schemas.microsoft.com/office/drawing/2014/main" id="{96946A9B-010E-4ACC-A54B-AB192175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SIGN OR SEAL</a:t>
            </a:r>
          </a:p>
        </p:txBody>
      </p:sp>
      <p:sp>
        <p:nvSpPr>
          <p:cNvPr id="27" name="ec-n-5">
            <a:extLst xmlns:a="http://schemas.openxmlformats.org/drawingml/2006/main">
              <a:ext uri="{FF2B5EF4-FFF2-40B4-BE49-F238E27FC236}">
                <a16:creationId xmlns:a16="http://schemas.microsoft.com/office/drawing/2014/main" id="{36CEF61C-7E5E-4ADC-8D83-7D57BB3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81350"/>
            <a:ext cx="6096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c-n-5-text">
            <a:extLst xmlns:a="http://schemas.openxmlformats.org/drawingml/2006/main">
              <a:ext uri="{FF2B5EF4-FFF2-40B4-BE49-F238E27FC236}">
                <a16:creationId xmlns:a16="http://schemas.microsoft.com/office/drawing/2014/main" id="{1AC61FA1-34FE-4E05-8526-18F0A368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67088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6</a:t>
            </a:r>
          </a:p>
        </p:txBody>
      </p:sp>
      <p:sp>
        <p:nvSpPr>
          <p:cNvPr id="29" name="ec-t-5">
            <a:extLst xmlns:a="http://schemas.openxmlformats.org/drawingml/2006/main">
              <a:ext uri="{FF2B5EF4-FFF2-40B4-BE49-F238E27FC236}">
                <a16:creationId xmlns:a16="http://schemas.microsoft.com/office/drawing/2014/main" id="{E48DF3E1-105C-4DDE-B568-13D1B1CC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PRESERVE</a:t>
            </a:r>
          </a:p>
        </p:txBody>
      </p:sp>
      <p:sp>
        <p:nvSpPr>
          <p:cNvPr id="30" name="evidence-chain-band">
            <a:extLst xmlns:a="http://schemas.openxmlformats.org/drawingml/2006/main">
              <a:ext uri="{FF2B5EF4-FFF2-40B4-BE49-F238E27FC236}">
                <a16:creationId xmlns:a16="http://schemas.microsoft.com/office/drawing/2014/main" id="{4EC1E6B5-1688-4E4F-9ED1-9E61FAA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11277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c-band-l">
            <a:extLst xmlns:a="http://schemas.openxmlformats.org/drawingml/2006/main">
              <a:ext uri="{FF2B5EF4-FFF2-40B4-BE49-F238E27FC236}">
                <a16:creationId xmlns:a16="http://schemas.microsoft.com/office/drawing/2014/main" id="{358B868A-27DD-4D18-84D2-1A15E3CE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UNBROKEN EVIDENCE CHAIN</a:t>
            </a:r>
          </a:p>
        </p:txBody>
      </p:sp>
      <p:sp>
        <p:nvSpPr>
          <p:cNvPr id="32" name="ec-band-t">
            <a:extLst xmlns:a="http://schemas.openxmlformats.org/drawingml/2006/main">
              <a:ext uri="{FF2B5EF4-FFF2-40B4-BE49-F238E27FC236}">
                <a16:creationId xmlns:a16="http://schemas.microsoft.com/office/drawing/2014/main" id="{4D3E2160-34D8-4258-B66F-E5FF29A9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33950"/>
            <a:ext cx="760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Role · Version · Decision · Signature · Timestamp · Audit</a:t>
            </a:r>
          </a:p>
        </p:txBody>
      </p:sp>
      <p:sp>
        <p:nvSpPr>
          <p:cNvPr id="33" name="ec-band-b">
            <a:extLst xmlns:a="http://schemas.openxmlformats.org/drawingml/2006/main">
              <a:ext uri="{FF2B5EF4-FFF2-40B4-BE49-F238E27FC236}">
                <a16:creationId xmlns:a16="http://schemas.microsoft.com/office/drawing/2014/main" id="{81F2C232-0468-413F-B94C-4FD392A5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760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3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Creation → decision → execution → verifiable record</a:t>
            </a:r>
          </a:p>
        </p:txBody>
      </p:sp>
    </p:spTree>
    <p:extLst>
      <p:ext uri="{BB962C8B-B14F-4D97-AF65-F5344CB8AC3E}">
        <p14:creationId xmlns:p14="http://schemas.microsoft.com/office/powerpoint/2010/main" val="1885851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7f5e0bed7401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6F7406-6B19-4A76-BC27-D88299C1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4E589A9-F0C6-4EF7-9B55-781939CD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0">
            <a:extLst xmlns:a="http://schemas.openxmlformats.org/drawingml/2006/main">
              <a:ext uri="{FF2B5EF4-FFF2-40B4-BE49-F238E27FC236}">
                <a16:creationId xmlns:a16="http://schemas.microsoft.com/office/drawing/2014/main" id="{3FB23693-5160-4375-8F94-196643A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SIGN &amp; SEAL</a:t>
            </a:r>
          </a:p>
        </p:txBody>
      </p:sp>
      <p:sp>
        <p:nvSpPr>
          <p:cNvPr id="5" name="title-10">
            <a:extLst xmlns:a="http://schemas.openxmlformats.org/drawingml/2006/main">
              <a:ext uri="{FF2B5EF4-FFF2-40B4-BE49-F238E27FC236}">
                <a16:creationId xmlns:a16="http://schemas.microsoft.com/office/drawing/2014/main" id="{044CA3A8-EBA9-478B-A446-F34F3DF7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Apply the right level of trust to each transaction</a:t>
            </a:r>
          </a:p>
        </p:txBody>
      </p:sp>
      <p:sp>
        <p:nvSpPr>
          <p:cNvPr id="6" name="subtitle-10">
            <a:extLst xmlns:a="http://schemas.openxmlformats.org/drawingml/2006/main">
              <a:ext uri="{FF2B5EF4-FFF2-40B4-BE49-F238E27FC236}">
                <a16:creationId xmlns:a16="http://schemas.microsoft.com/office/drawing/2014/main" id="{9548F064-3ED0-4712-B892-9C80C72F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importance and risk of the transaction should determine the required assurance.</a:t>
            </a:r>
          </a:p>
        </p:txBody>
      </p:sp>
      <p:sp>
        <p:nvSpPr>
          <p:cNvPr id="7" name="as-0">
            <a:extLst xmlns:a="http://schemas.openxmlformats.org/drawingml/2006/main">
              <a:ext uri="{FF2B5EF4-FFF2-40B4-BE49-F238E27FC236}">
                <a16:creationId xmlns:a16="http://schemas.microsoft.com/office/drawing/2014/main" id="{88F0B5CE-1999-4EB0-9D83-E2E77D4B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3147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as-n-0">
            <a:extLst xmlns:a="http://schemas.openxmlformats.org/drawingml/2006/main">
              <a:ext uri="{FF2B5EF4-FFF2-40B4-BE49-F238E27FC236}">
                <a16:creationId xmlns:a16="http://schemas.microsoft.com/office/drawing/2014/main" id="{4B475F52-571F-440C-832A-C4A2F45F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s-n-0-text">
            <a:extLst xmlns:a="http://schemas.openxmlformats.org/drawingml/2006/main">
              <a:ext uri="{FF2B5EF4-FFF2-40B4-BE49-F238E27FC236}">
                <a16:creationId xmlns:a16="http://schemas.microsoft.com/office/drawing/2014/main" id="{AF800F4B-68FD-4025-B071-0F6722DD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44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as-e-0">
            <a:extLst xmlns:a="http://schemas.openxmlformats.org/drawingml/2006/main">
              <a:ext uri="{FF2B5EF4-FFF2-40B4-BE49-F238E27FC236}">
                <a16:creationId xmlns:a16="http://schemas.microsoft.com/office/drawing/2014/main" id="{1F64D246-61F6-4475-8987-F7B64E22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LOWER RISK</a:t>
            </a:r>
          </a:p>
        </p:txBody>
      </p:sp>
      <p:sp>
        <p:nvSpPr>
          <p:cNvPr id="11" name="as-h-0">
            <a:extLst xmlns:a="http://schemas.openxmlformats.org/drawingml/2006/main">
              <a:ext uri="{FF2B5EF4-FFF2-40B4-BE49-F238E27FC236}">
                <a16:creationId xmlns:a16="http://schemas.microsoft.com/office/drawing/2014/main" id="{F914192C-855C-4715-938C-9ADA3C31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12" name="as-b-0">
            <a:extLst xmlns:a="http://schemas.openxmlformats.org/drawingml/2006/main">
              <a:ext uri="{FF2B5EF4-FFF2-40B4-BE49-F238E27FC236}">
                <a16:creationId xmlns:a16="http://schemas.microsoft.com/office/drawing/2014/main" id="{1B482494-9318-4857-8C87-8AA102E3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Named decision + audit trail</a:t>
            </a:r>
          </a:p>
        </p:txBody>
      </p:sp>
      <p:sp>
        <p:nvSpPr>
          <p:cNvPr id="13" name="as-1">
            <a:extLst xmlns:a="http://schemas.openxmlformats.org/drawingml/2006/main">
              <a:ext uri="{FF2B5EF4-FFF2-40B4-BE49-F238E27FC236}">
                <a16:creationId xmlns:a16="http://schemas.microsoft.com/office/drawing/2014/main" id="{4BB45B1B-95C4-4DAD-B3A4-17D8F7FC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3147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as-n-1">
            <a:extLst xmlns:a="http://schemas.openxmlformats.org/drawingml/2006/main">
              <a:ext uri="{FF2B5EF4-FFF2-40B4-BE49-F238E27FC236}">
                <a16:creationId xmlns:a16="http://schemas.microsoft.com/office/drawing/2014/main" id="{B8B3399F-C2E9-4A9C-B3F5-61ED963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-n-1-text">
            <a:extLst xmlns:a="http://schemas.openxmlformats.org/drawingml/2006/main">
              <a:ext uri="{FF2B5EF4-FFF2-40B4-BE49-F238E27FC236}">
                <a16:creationId xmlns:a16="http://schemas.microsoft.com/office/drawing/2014/main" id="{5C513549-F5D9-48C8-9C7F-5B15CACB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44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6" name="as-e-1">
            <a:extLst xmlns:a="http://schemas.openxmlformats.org/drawingml/2006/main">
              <a:ext uri="{FF2B5EF4-FFF2-40B4-BE49-F238E27FC236}">
                <a16:creationId xmlns:a16="http://schemas.microsoft.com/office/drawing/2014/main" id="{EAD61EAA-EB22-47AB-A592-A80F43BA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HIGHER ASSURANCE</a:t>
            </a:r>
          </a:p>
        </p:txBody>
      </p:sp>
      <p:sp>
        <p:nvSpPr>
          <p:cNvPr id="17" name="as-h-1">
            <a:extLst xmlns:a="http://schemas.openxmlformats.org/drawingml/2006/main">
              <a:ext uri="{FF2B5EF4-FFF2-40B4-BE49-F238E27FC236}">
                <a16:creationId xmlns:a16="http://schemas.microsoft.com/office/drawing/2014/main" id="{DE9B7264-0F84-4EA6-BB71-D982C9D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Electronic / digital signature</a:t>
            </a:r>
          </a:p>
        </p:txBody>
      </p:sp>
      <p:sp>
        <p:nvSpPr>
          <p:cNvPr id="18" name="as-b-1">
            <a:extLst xmlns:a="http://schemas.openxmlformats.org/drawingml/2006/main">
              <a:ext uri="{FF2B5EF4-FFF2-40B4-BE49-F238E27FC236}">
                <a16:creationId xmlns:a16="http://schemas.microsoft.com/office/drawing/2014/main" id="{610C659C-56A2-4B63-B626-F7F5F535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Identity-backed authorization + verification</a:t>
            </a:r>
          </a:p>
        </p:txBody>
      </p:sp>
      <p:sp>
        <p:nvSpPr>
          <p:cNvPr id="19" name="as-2">
            <a:extLst xmlns:a="http://schemas.openxmlformats.org/drawingml/2006/main">
              <a:ext uri="{FF2B5EF4-FFF2-40B4-BE49-F238E27FC236}">
                <a16:creationId xmlns:a16="http://schemas.microsoft.com/office/drawing/2014/main" id="{31742A04-453C-40F9-A6CF-CF21E7B5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05150"/>
            <a:ext cx="33147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as-n-2">
            <a:extLst xmlns:a="http://schemas.openxmlformats.org/drawingml/2006/main">
              <a:ext uri="{FF2B5EF4-FFF2-40B4-BE49-F238E27FC236}">
                <a16:creationId xmlns:a16="http://schemas.microsoft.com/office/drawing/2014/main" id="{E381AEA6-88DB-46F7-9B48-FFED9BEC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s-n-2-text">
            <a:extLst xmlns:a="http://schemas.openxmlformats.org/drawingml/2006/main">
              <a:ext uri="{FF2B5EF4-FFF2-40B4-BE49-F238E27FC236}">
                <a16:creationId xmlns:a16="http://schemas.microsoft.com/office/drawing/2014/main" id="{AD458BD2-B6C8-4778-A580-7552988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44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22" name="as-e-2">
            <a:extLst xmlns:a="http://schemas.openxmlformats.org/drawingml/2006/main">
              <a:ext uri="{FF2B5EF4-FFF2-40B4-BE49-F238E27FC236}">
                <a16:creationId xmlns:a16="http://schemas.microsoft.com/office/drawing/2014/main" id="{7C1DE416-34A5-44BC-8634-29D959FB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ORGANIZATIONAL AUTHORITY</a:t>
            </a:r>
          </a:p>
        </p:txBody>
      </p:sp>
      <p:sp>
        <p:nvSpPr>
          <p:cNvPr id="23" name="as-h-2">
            <a:extLst xmlns:a="http://schemas.openxmlformats.org/drawingml/2006/main">
              <a:ext uri="{FF2B5EF4-FFF2-40B4-BE49-F238E27FC236}">
                <a16:creationId xmlns:a16="http://schemas.microsoft.com/office/drawing/2014/main" id="{60C6C4E3-B5C8-4A05-91C1-136BE447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Organizational seal + timestamp</a:t>
            </a:r>
          </a:p>
        </p:txBody>
      </p:sp>
      <p:sp>
        <p:nvSpPr>
          <p:cNvPr id="24" name="as-b-2">
            <a:extLst xmlns:a="http://schemas.openxmlformats.org/drawingml/2006/main">
              <a:ext uri="{FF2B5EF4-FFF2-40B4-BE49-F238E27FC236}">
                <a16:creationId xmlns:a16="http://schemas.microsoft.com/office/drawing/2014/main" id="{BB0CA229-34BA-4CD5-A878-9EBF2ACE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00" b="0">
                <a:solidFill>
                  <a:srgbClr val="E6DD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E6DDFF"/>
                </a:solidFill>
                <a:latin typeface="Mulish"/>
                <a:ea typeface="Mulish"/>
                <a:cs typeface="Mulish"/>
              </a:rPr>
              <a:t>Origin authenticity + integrity evidence</a:t>
            </a:r>
          </a:p>
        </p:txBody>
      </p:sp>
      <p:sp>
        <p:nvSpPr>
          <p:cNvPr id="25" name="as-footer">
            <a:extLst xmlns:a="http://schemas.openxmlformats.org/drawingml/2006/main">
              <a:ext uri="{FF2B5EF4-FFF2-40B4-BE49-F238E27FC236}">
                <a16:creationId xmlns:a16="http://schemas.microsoft.com/office/drawing/2014/main" id="{CCEB96F9-AC09-4B53-962B-EC8BC49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12776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s-footer-t">
            <a:extLst xmlns:a="http://schemas.openxmlformats.org/drawingml/2006/main">
              <a:ext uri="{FF2B5EF4-FFF2-40B4-BE49-F238E27FC236}">
                <a16:creationId xmlns:a16="http://schemas.microsoft.com/office/drawing/2014/main" id="{48033C4E-915A-4E35-9971-8D8AB3FD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 · eSignature · digital signature · organizational seal · timestamp · identity assurance</a:t>
            </a:r>
          </a:p>
        </p:txBody>
      </p:sp>
    </p:spTree>
    <p:extLst>
      <p:ext uri="{BB962C8B-B14F-4D97-AF65-F5344CB8AC3E}">
        <p14:creationId xmlns:p14="http://schemas.microsoft.com/office/powerpoint/2010/main" val="5760639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0ec90d80d43a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671DDC-38D2-491C-A659-0F0EEB76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8DBA688-33D7-4785-AB44-239B467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1">
            <a:extLst xmlns:a="http://schemas.openxmlformats.org/drawingml/2006/main">
              <a:ext uri="{FF2B5EF4-FFF2-40B4-BE49-F238E27FC236}">
                <a16:creationId xmlns:a16="http://schemas.microsoft.com/office/drawing/2014/main" id="{2A22DF80-0A5D-4F34-BA75-3B519509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VAULT</a:t>
            </a:r>
          </a:p>
        </p:txBody>
      </p:sp>
      <p:sp>
        <p:nvSpPr>
          <p:cNvPr id="5" name="title-11">
            <a:extLst xmlns:a="http://schemas.openxmlformats.org/drawingml/2006/main">
              <a:ext uri="{FF2B5EF4-FFF2-40B4-BE49-F238E27FC236}">
                <a16:creationId xmlns:a16="http://schemas.microsoft.com/office/drawing/2014/main" id="{0719322A-5965-4765-A453-7A8B54E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 trusted archive preserves evidence—not just files</a:t>
            </a:r>
          </a:p>
        </p:txBody>
      </p:sp>
      <p:sp>
        <p:nvSpPr>
          <p:cNvPr id="6" name="subtitle-11">
            <a:extLst xmlns:a="http://schemas.openxmlformats.org/drawingml/2006/main">
              <a:ext uri="{FF2B5EF4-FFF2-40B4-BE49-F238E27FC236}">
                <a16:creationId xmlns:a16="http://schemas.microsoft.com/office/drawing/2014/main" id="{9CBDDF35-FA81-4A3B-B367-8837874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Traditional storage locates a file. The Sovereign Vault preserves what happened and how it can be proven.</a:t>
            </a:r>
          </a:p>
        </p:txBody>
      </p:sp>
      <p:sp>
        <p:nvSpPr>
          <p:cNvPr id="7" name="file-box">
            <a:extLst xmlns:a="http://schemas.openxmlformats.org/drawingml/2006/main">
              <a:ext uri="{FF2B5EF4-FFF2-40B4-BE49-F238E27FC236}">
                <a16:creationId xmlns:a16="http://schemas.microsoft.com/office/drawing/2014/main" id="{D9B7E6CA-F667-4704-81B7-5D4C20EE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38100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file-l">
            <a:extLst xmlns:a="http://schemas.openxmlformats.org/drawingml/2006/main">
              <a:ext uri="{FF2B5EF4-FFF2-40B4-BE49-F238E27FC236}">
                <a16:creationId xmlns:a16="http://schemas.microsoft.com/office/drawing/2014/main" id="{A3942101-A874-4241-9EDD-6B0A317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TRADITIONAL STORAGE</a:t>
            </a:r>
          </a:p>
        </p:txBody>
      </p:sp>
      <p:sp>
        <p:nvSpPr>
          <p:cNvPr id="9" name="file-q">
            <a:extLst xmlns:a="http://schemas.openxmlformats.org/drawingml/2006/main">
              <a:ext uri="{FF2B5EF4-FFF2-40B4-BE49-F238E27FC236}">
                <a16:creationId xmlns:a16="http://schemas.microsoft.com/office/drawing/2014/main" id="{496E9C49-42C8-4A8E-A39B-FC7744F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Where is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file?</a:t>
            </a:r>
          </a:p>
        </p:txBody>
      </p:sp>
      <p:sp>
        <p:nvSpPr>
          <p:cNvPr id="10" name="vault-box">
            <a:extLst xmlns:a="http://schemas.openxmlformats.org/drawingml/2006/main">
              <a:ext uri="{FF2B5EF4-FFF2-40B4-BE49-F238E27FC236}">
                <a16:creationId xmlns:a16="http://schemas.microsoft.com/office/drawing/2014/main" id="{7A3AA80F-2A2A-4A59-81B9-C63CEA3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67818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ault-l">
            <a:extLst xmlns:a="http://schemas.openxmlformats.org/drawingml/2006/main">
              <a:ext uri="{FF2B5EF4-FFF2-40B4-BE49-F238E27FC236}">
                <a16:creationId xmlns:a16="http://schemas.microsoft.com/office/drawing/2014/main" id="{7D23B53C-C36F-40C2-BB31-8DE4518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38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TRUSTED RECORD</a:t>
            </a:r>
          </a:p>
        </p:txBody>
      </p:sp>
      <p:sp>
        <p:nvSpPr>
          <p:cNvPr id="12" name="v-q-0">
            <a:extLst xmlns:a="http://schemas.openxmlformats.org/drawingml/2006/main">
              <a:ext uri="{FF2B5EF4-FFF2-40B4-BE49-F238E27FC236}">
                <a16:creationId xmlns:a16="http://schemas.microsoft.com/office/drawing/2014/main" id="{FE867BA4-B501-4DC6-9500-45B2AD5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-q-0-text">
            <a:extLst xmlns:a="http://schemas.openxmlformats.org/drawingml/2006/main">
              <a:ext uri="{FF2B5EF4-FFF2-40B4-BE49-F238E27FC236}">
                <a16:creationId xmlns:a16="http://schemas.microsoft.com/office/drawing/2014/main" id="{369DD84F-BEFB-4A9F-A6D9-EBE6B1A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5761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4" name="v-qt-0">
            <a:extLst xmlns:a="http://schemas.openxmlformats.org/drawingml/2006/main">
              <a:ext uri="{FF2B5EF4-FFF2-40B4-BE49-F238E27FC236}">
                <a16:creationId xmlns:a16="http://schemas.microsoft.com/office/drawing/2014/main" id="{8BAB60FB-1ADA-4A3D-BAC8-4B8AA057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242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acted?</a:t>
            </a:r>
          </a:p>
        </p:txBody>
      </p:sp>
      <p:sp>
        <p:nvSpPr>
          <p:cNvPr id="15" name="v-q-1">
            <a:extLst xmlns:a="http://schemas.openxmlformats.org/drawingml/2006/main">
              <a:ext uri="{FF2B5EF4-FFF2-40B4-BE49-F238E27FC236}">
                <a16:creationId xmlns:a16="http://schemas.microsoft.com/office/drawing/2014/main" id="{5D742AA0-8F06-4D60-8084-8DA4D466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-q-1-text">
            <a:extLst xmlns:a="http://schemas.openxmlformats.org/drawingml/2006/main">
              <a:ext uri="{FF2B5EF4-FFF2-40B4-BE49-F238E27FC236}">
                <a16:creationId xmlns:a16="http://schemas.microsoft.com/office/drawing/2014/main" id="{72903598-9E64-4564-8F5C-A2396CBA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1956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7" name="v-qt-1">
            <a:extLst xmlns:a="http://schemas.openxmlformats.org/drawingml/2006/main">
              <a:ext uri="{FF2B5EF4-FFF2-40B4-BE49-F238E27FC236}">
                <a16:creationId xmlns:a16="http://schemas.microsoft.com/office/drawing/2014/main" id="{24820971-50F1-496E-9913-1F4362FE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8622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was approved?</a:t>
            </a:r>
          </a:p>
        </p:txBody>
      </p:sp>
      <p:sp>
        <p:nvSpPr>
          <p:cNvPr id="18" name="v-q-2">
            <a:extLst xmlns:a="http://schemas.openxmlformats.org/drawingml/2006/main">
              <a:ext uri="{FF2B5EF4-FFF2-40B4-BE49-F238E27FC236}">
                <a16:creationId xmlns:a16="http://schemas.microsoft.com/office/drawing/2014/main" id="{D9490726-1121-499C-9978-2EF4A05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v-q-2-text">
            <a:extLst xmlns:a="http://schemas.openxmlformats.org/drawingml/2006/main">
              <a:ext uri="{FF2B5EF4-FFF2-40B4-BE49-F238E27FC236}">
                <a16:creationId xmlns:a16="http://schemas.microsoft.com/office/drawing/2014/main" id="{A8339B27-DF52-4379-92B1-41AB365C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8151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0" name="v-qt-2">
            <a:extLst xmlns:a="http://schemas.openxmlformats.org/drawingml/2006/main">
              <a:ext uri="{FF2B5EF4-FFF2-40B4-BE49-F238E27FC236}">
                <a16:creationId xmlns:a16="http://schemas.microsoft.com/office/drawing/2014/main" id="{F75095E5-BC62-4BF6-B4F5-50CB7D28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481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version was executed?</a:t>
            </a:r>
          </a:p>
        </p:txBody>
      </p:sp>
      <p:sp>
        <p:nvSpPr>
          <p:cNvPr id="21" name="v-q-3">
            <a:extLst xmlns:a="http://schemas.openxmlformats.org/drawingml/2006/main">
              <a:ext uri="{FF2B5EF4-FFF2-40B4-BE49-F238E27FC236}">
                <a16:creationId xmlns:a16="http://schemas.microsoft.com/office/drawing/2014/main" id="{7D236589-82AE-4E63-873F-33AE32A1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v-q-3-text">
            <a:extLst xmlns:a="http://schemas.openxmlformats.org/drawingml/2006/main">
              <a:ext uri="{FF2B5EF4-FFF2-40B4-BE49-F238E27FC236}">
                <a16:creationId xmlns:a16="http://schemas.microsoft.com/office/drawing/2014/main" id="{DDD8434D-B429-481A-A23A-FC95F443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4346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3" name="v-qt-3">
            <a:extLst xmlns:a="http://schemas.openxmlformats.org/drawingml/2006/main">
              <a:ext uri="{FF2B5EF4-FFF2-40B4-BE49-F238E27FC236}">
                <a16:creationId xmlns:a16="http://schemas.microsoft.com/office/drawing/2014/main" id="{CFBB4487-A933-4EFE-B6B2-0712A0C4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012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evidence exists?</a:t>
            </a:r>
          </a:p>
        </p:txBody>
      </p:sp>
      <p:sp>
        <p:nvSpPr>
          <p:cNvPr id="24" name="v-q-4">
            <a:extLst xmlns:a="http://schemas.openxmlformats.org/drawingml/2006/main">
              <a:ext uri="{FF2B5EF4-FFF2-40B4-BE49-F238E27FC236}">
                <a16:creationId xmlns:a16="http://schemas.microsoft.com/office/drawing/2014/main" id="{1A402BE0-64FE-41C9-8FCB-D2F23DD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625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v-q-4-text">
            <a:extLst xmlns:a="http://schemas.openxmlformats.org/drawingml/2006/main">
              <a:ext uri="{FF2B5EF4-FFF2-40B4-BE49-F238E27FC236}">
                <a16:creationId xmlns:a16="http://schemas.microsoft.com/office/drawing/2014/main" id="{BE6188C8-4185-4A42-B4D2-90D68825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0541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6" name="v-qt-4">
            <a:extLst xmlns:a="http://schemas.openxmlformats.org/drawingml/2006/main">
              <a:ext uri="{FF2B5EF4-FFF2-40B4-BE49-F238E27FC236}">
                <a16:creationId xmlns:a16="http://schemas.microsoft.com/office/drawing/2014/main" id="{8EA0C333-F937-4F2F-8C0D-10322E6F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72075"/>
            <a:ext cx="561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Can it be verified later?</a:t>
            </a:r>
          </a:p>
        </p:txBody>
      </p:sp>
    </p:spTree>
    <p:extLst>
      <p:ext uri="{BB962C8B-B14F-4D97-AF65-F5344CB8AC3E}">
        <p14:creationId xmlns:p14="http://schemas.microsoft.com/office/powerpoint/2010/main" val="1311801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fbf98a0a5498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175F86-0AE7-4E64-AAEA-F4F2B5E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04C4207-C1BB-4819-B065-CF86FF1A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2">
            <a:extLst xmlns:a="http://schemas.openxmlformats.org/drawingml/2006/main">
              <a:ext uri="{FF2B5EF4-FFF2-40B4-BE49-F238E27FC236}">
                <a16:creationId xmlns:a16="http://schemas.microsoft.com/office/drawing/2014/main" id="{E7652936-B521-4416-8C3E-C8B7981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INSTITUTIONAL MEMORY</a:t>
            </a:r>
          </a:p>
        </p:txBody>
      </p:sp>
      <p:sp>
        <p:nvSpPr>
          <p:cNvPr id="5" name="title-12">
            <a:extLst xmlns:a="http://schemas.openxmlformats.org/drawingml/2006/main">
              <a:ext uri="{FF2B5EF4-FFF2-40B4-BE49-F238E27FC236}">
                <a16:creationId xmlns:a16="http://schemas.microsoft.com/office/drawing/2014/main" id="{F90CCEB1-1235-475E-A515-662481C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become reusable institutional knowledge</a:t>
            </a:r>
          </a:p>
        </p:txBody>
      </p:sp>
      <p:sp>
        <p:nvSpPr>
          <p:cNvPr id="6" name="subtitle-12">
            <a:extLst xmlns:a="http://schemas.openxmlformats.org/drawingml/2006/main">
              <a:ext uri="{FF2B5EF4-FFF2-40B4-BE49-F238E27FC236}">
                <a16:creationId xmlns:a16="http://schemas.microsoft.com/office/drawing/2014/main" id="{058BACE1-B694-4F4F-AB74-EC7F21CB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value of a trusted record increases when the organization can securely discover, understand and reuse it.</a:t>
            </a:r>
          </a:p>
        </p:txBody>
      </p:sp>
      <p:sp>
        <p:nvSpPr>
          <p:cNvPr id="7" name="mem-0">
            <a:extLst xmlns:a="http://schemas.openxmlformats.org/drawingml/2006/main">
              <a:ext uri="{FF2B5EF4-FFF2-40B4-BE49-F238E27FC236}">
                <a16:creationId xmlns:a16="http://schemas.microsoft.com/office/drawing/2014/main" id="{2E5BA9E7-FD7D-4F65-98D0-4CCD0710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2400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mem-h-0">
            <a:extLst xmlns:a="http://schemas.openxmlformats.org/drawingml/2006/main">
              <a:ext uri="{FF2B5EF4-FFF2-40B4-BE49-F238E27FC236}">
                <a16:creationId xmlns:a16="http://schemas.microsoft.com/office/drawing/2014/main" id="{7114001A-A6B1-4DD7-80C6-FCDFDE50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DOCUMENTS</a:t>
            </a:r>
          </a:p>
        </p:txBody>
      </p:sp>
      <p:sp>
        <p:nvSpPr>
          <p:cNvPr id="9" name="mem-b-0">
            <a:extLst xmlns:a="http://schemas.openxmlformats.org/drawingml/2006/main">
              <a:ext uri="{FF2B5EF4-FFF2-40B4-BE49-F238E27FC236}">
                <a16:creationId xmlns:a16="http://schemas.microsoft.com/office/drawing/2014/main" id="{C9986A54-6027-4DFC-ABEE-1634A87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Business content</a:t>
            </a:r>
          </a:p>
        </p:txBody>
      </p:sp>
      <p:sp>
        <p:nvSpPr>
          <p:cNvPr id="10" name="mem-l-0">
            <a:extLst xmlns:a="http://schemas.openxmlformats.org/drawingml/2006/main">
              <a:ext uri="{FF2B5EF4-FFF2-40B4-BE49-F238E27FC236}">
                <a16:creationId xmlns:a16="http://schemas.microsoft.com/office/drawing/2014/main" id="{015A90AF-80B4-4D87-8919-B4075FD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290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m-1">
            <a:extLst xmlns:a="http://schemas.openxmlformats.org/drawingml/2006/main">
              <a:ext uri="{FF2B5EF4-FFF2-40B4-BE49-F238E27FC236}">
                <a16:creationId xmlns:a16="http://schemas.microsoft.com/office/drawing/2014/main" id="{4C60F041-32D7-47D9-B73C-02304072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400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mem-h-1">
            <a:extLst xmlns:a="http://schemas.openxmlformats.org/drawingml/2006/main">
              <a:ext uri="{FF2B5EF4-FFF2-40B4-BE49-F238E27FC236}">
                <a16:creationId xmlns:a16="http://schemas.microsoft.com/office/drawing/2014/main" id="{12AB4628-2289-4842-82DC-F21F4A5A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RECORDS</a:t>
            </a:r>
          </a:p>
        </p:txBody>
      </p:sp>
      <p:sp>
        <p:nvSpPr>
          <p:cNvPr id="13" name="mem-b-1">
            <a:extLst xmlns:a="http://schemas.openxmlformats.org/drawingml/2006/main">
              <a:ext uri="{FF2B5EF4-FFF2-40B4-BE49-F238E27FC236}">
                <a16:creationId xmlns:a16="http://schemas.microsoft.com/office/drawing/2014/main" id="{3741F190-8D49-414E-B2C6-E7B95A0F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386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Verified evidence</a:t>
            </a:r>
          </a:p>
        </p:txBody>
      </p:sp>
      <p:sp>
        <p:nvSpPr>
          <p:cNvPr id="14" name="mem-l-1">
            <a:extLst xmlns:a="http://schemas.openxmlformats.org/drawingml/2006/main">
              <a:ext uri="{FF2B5EF4-FFF2-40B4-BE49-F238E27FC236}">
                <a16:creationId xmlns:a16="http://schemas.microsoft.com/office/drawing/2014/main" id="{EF3B8E19-6E8E-42AC-A1EE-7010CFF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290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m-2">
            <a:extLst xmlns:a="http://schemas.openxmlformats.org/drawingml/2006/main">
              <a:ext uri="{FF2B5EF4-FFF2-40B4-BE49-F238E27FC236}">
                <a16:creationId xmlns:a16="http://schemas.microsoft.com/office/drawing/2014/main" id="{4D3ABD27-171C-42CC-8B1F-AE17565A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400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mem-h-2">
            <a:extLst xmlns:a="http://schemas.openxmlformats.org/drawingml/2006/main">
              <a:ext uri="{FF2B5EF4-FFF2-40B4-BE49-F238E27FC236}">
                <a16:creationId xmlns:a16="http://schemas.microsoft.com/office/drawing/2014/main" id="{4518A147-510F-4316-BE41-C545D812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SEARCHABLE EVIDENCE</a:t>
            </a:r>
          </a:p>
        </p:txBody>
      </p:sp>
      <p:sp>
        <p:nvSpPr>
          <p:cNvPr id="17" name="mem-b-2">
            <a:extLst xmlns:a="http://schemas.openxmlformats.org/drawingml/2006/main">
              <a:ext uri="{FF2B5EF4-FFF2-40B4-BE49-F238E27FC236}">
                <a16:creationId xmlns:a16="http://schemas.microsoft.com/office/drawing/2014/main" id="{E923A288-D695-4C55-BFDB-3413087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Context + history</a:t>
            </a:r>
          </a:p>
        </p:txBody>
      </p:sp>
      <p:sp>
        <p:nvSpPr>
          <p:cNvPr id="18" name="mem-l-2">
            <a:extLst xmlns:a="http://schemas.openxmlformats.org/drawingml/2006/main">
              <a:ext uri="{FF2B5EF4-FFF2-40B4-BE49-F238E27FC236}">
                <a16:creationId xmlns:a16="http://schemas.microsoft.com/office/drawing/2014/main" id="{E0CE894C-6467-41F3-BE78-C6C67D2A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2907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m-3">
            <a:extLst xmlns:a="http://schemas.openxmlformats.org/drawingml/2006/main">
              <a:ext uri="{FF2B5EF4-FFF2-40B4-BE49-F238E27FC236}">
                <a16:creationId xmlns:a16="http://schemas.microsoft.com/office/drawing/2014/main" id="{25477348-518A-4A9A-B154-56665AD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38500"/>
            <a:ext cx="24003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mem-h-3">
            <a:extLst xmlns:a="http://schemas.openxmlformats.org/drawingml/2006/main">
              <a:ext uri="{FF2B5EF4-FFF2-40B4-BE49-F238E27FC236}">
                <a16:creationId xmlns:a16="http://schemas.microsoft.com/office/drawing/2014/main" id="{9AEB216B-47A5-4B92-88C0-CAEAAC64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8615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INSTITUTIONAL KNOWLEDGE</a:t>
            </a:r>
          </a:p>
        </p:txBody>
      </p:sp>
      <p:sp>
        <p:nvSpPr>
          <p:cNvPr id="21" name="mem-b-3">
            <a:extLst xmlns:a="http://schemas.openxmlformats.org/drawingml/2006/main">
              <a:ext uri="{FF2B5EF4-FFF2-40B4-BE49-F238E27FC236}">
                <a16:creationId xmlns:a16="http://schemas.microsoft.com/office/drawing/2014/main" id="{E77AA12A-BFAD-477A-AB48-45CD3912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198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Governed reuse</a:t>
            </a:r>
          </a:p>
        </p:txBody>
      </p:sp>
      <p:sp>
        <p:nvSpPr>
          <p:cNvPr id="22" name="mem-examples">
            <a:extLst xmlns:a="http://schemas.openxmlformats.org/drawingml/2006/main">
              <a:ext uri="{FF2B5EF4-FFF2-40B4-BE49-F238E27FC236}">
                <a16:creationId xmlns:a16="http://schemas.microsoft.com/office/drawing/2014/main" id="{9918E4F6-595B-4684-AC38-2E3B443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1277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m-ex-l">
            <a:extLst xmlns:a="http://schemas.openxmlformats.org/drawingml/2006/main">
              <a:ext uri="{FF2B5EF4-FFF2-40B4-BE49-F238E27FC236}">
                <a16:creationId xmlns:a16="http://schemas.microsoft.com/office/drawing/2014/main" id="{98C04148-03C7-433F-B034-1588ACC0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TRUSTED CONTENT</a:t>
            </a:r>
          </a:p>
        </p:txBody>
      </p:sp>
      <p:sp>
        <p:nvSpPr>
          <p:cNvPr id="24" name="mem-ex-t">
            <a:extLst xmlns:a="http://schemas.openxmlformats.org/drawingml/2006/main">
              <a:ext uri="{FF2B5EF4-FFF2-40B4-BE49-F238E27FC236}">
                <a16:creationId xmlns:a16="http://schemas.microsoft.com/office/drawing/2014/main" id="{C925E234-D1F2-4592-9CBF-C4FFCCF6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67350"/>
            <a:ext cx="859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Agreements · approvals · decisions · correspondence · policies · transactions · evidence</a:t>
            </a:r>
          </a:p>
        </p:txBody>
      </p:sp>
    </p:spTree>
    <p:extLst>
      <p:ext uri="{BB962C8B-B14F-4D97-AF65-F5344CB8AC3E}">
        <p14:creationId xmlns:p14="http://schemas.microsoft.com/office/powerpoint/2010/main" val="1175723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184667602492e"/>
          <a:srcRect xmlns:a="http://schemas.openxmlformats.org/drawingml/2006/main" l="27723" t="0" r="277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4d6c1cd8742c8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142054-B05F-4B01-97B0-9D4BCB4D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4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10B762E-D4FF-41AE-9C0A-F99A5D7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i-k">
            <a:extLst xmlns:a="http://schemas.openxmlformats.org/drawingml/2006/main">
              <a:ext uri="{FF2B5EF4-FFF2-40B4-BE49-F238E27FC236}">
                <a16:creationId xmlns:a16="http://schemas.microsoft.com/office/drawing/2014/main" id="{0E565EAD-80BF-4BC3-9804-C7A0DFEE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AI</a:t>
            </a:r>
          </a:p>
        </p:txBody>
      </p:sp>
      <p:sp>
        <p:nvSpPr>
          <p:cNvPr id="6" name="ai-title">
            <a:extLst xmlns:a="http://schemas.openxmlformats.org/drawingml/2006/main">
              <a:ext uri="{FF2B5EF4-FFF2-40B4-BE49-F238E27FC236}">
                <a16:creationId xmlns:a16="http://schemas.microsoft.com/office/drawing/2014/main" id="{9BEC7304-7950-4424-A12C-C0AE7B43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 records become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governed intelligence</a:t>
            </a:r>
          </a:p>
        </p:txBody>
      </p:sp>
      <p:sp>
        <p:nvSpPr>
          <p:cNvPr id="7" name="ai-sub">
            <a:extLst xmlns:a="http://schemas.openxmlformats.org/drawingml/2006/main">
              <a:ext uri="{FF2B5EF4-FFF2-40B4-BE49-F238E27FC236}">
                <a16:creationId xmlns:a16="http://schemas.microsoft.com/office/drawing/2014/main" id="{00401103-06C4-4587-8CB9-301E188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Circularo AI works with information that is verified, permission-controlled, contextual and auditable.</a:t>
            </a:r>
          </a:p>
        </p:txBody>
      </p:sp>
      <p:sp>
        <p:nvSpPr>
          <p:cNvPr id="8" name="ai-m-0">
            <a:extLst xmlns:a="http://schemas.openxmlformats.org/drawingml/2006/main">
              <a:ext uri="{FF2B5EF4-FFF2-40B4-BE49-F238E27FC236}">
                <a16:creationId xmlns:a16="http://schemas.microsoft.com/office/drawing/2014/main" id="{005A5DE4-DCF5-4EEC-ABDF-56A0CB3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u-0">
            <a:extLst xmlns:a="http://schemas.openxmlformats.org/drawingml/2006/main">
              <a:ext uri="{FF2B5EF4-FFF2-40B4-BE49-F238E27FC236}">
                <a16:creationId xmlns:a16="http://schemas.microsoft.com/office/drawing/2014/main" id="{E5B63C73-1D7D-4742-9D5E-6CD509F7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Summarize · extract · classify</a:t>
            </a:r>
          </a:p>
        </p:txBody>
      </p:sp>
      <p:sp>
        <p:nvSpPr>
          <p:cNvPr id="10" name="ai-m-1">
            <a:extLst xmlns:a="http://schemas.openxmlformats.org/drawingml/2006/main">
              <a:ext uri="{FF2B5EF4-FFF2-40B4-BE49-F238E27FC236}">
                <a16:creationId xmlns:a16="http://schemas.microsoft.com/office/drawing/2014/main" id="{F05949C7-3E9D-49BC-A2A6-3DB4516A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i-u-1">
            <a:extLst xmlns:a="http://schemas.openxmlformats.org/drawingml/2006/main">
              <a:ext uri="{FF2B5EF4-FFF2-40B4-BE49-F238E27FC236}">
                <a16:creationId xmlns:a16="http://schemas.microsoft.com/office/drawing/2014/main" id="{3A9CC4D8-6673-4F3A-8126-C60FB52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Translate · search semantically</a:t>
            </a:r>
          </a:p>
        </p:txBody>
      </p:sp>
      <p:sp>
        <p:nvSpPr>
          <p:cNvPr id="12" name="ai-m-2">
            <a:extLst xmlns:a="http://schemas.openxmlformats.org/drawingml/2006/main">
              <a:ext uri="{FF2B5EF4-FFF2-40B4-BE49-F238E27FC236}">
                <a16:creationId xmlns:a16="http://schemas.microsoft.com/office/drawing/2014/main" id="{D50F6B6D-BE37-4C93-95B2-CE687D4D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i-u-2">
            <a:extLst xmlns:a="http://schemas.openxmlformats.org/drawingml/2006/main">
              <a:ext uri="{FF2B5EF4-FFF2-40B4-BE49-F238E27FC236}">
                <a16:creationId xmlns:a16="http://schemas.microsoft.com/office/drawing/2014/main" id="{36F7436C-A640-41B6-B2AE-0566A5D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Identify obligations · risk · anomalies</a:t>
            </a:r>
          </a:p>
        </p:txBody>
      </p:sp>
      <p:sp>
        <p:nvSpPr>
          <p:cNvPr id="14" name="ai-band">
            <a:extLst xmlns:a="http://schemas.openxmlformats.org/drawingml/2006/main">
              <a:ext uri="{FF2B5EF4-FFF2-40B4-BE49-F238E27FC236}">
                <a16:creationId xmlns:a16="http://schemas.microsoft.com/office/drawing/2014/main" id="{5E4A8634-96AF-4911-A199-6759DC1D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i-band-t">
            <a:extLst xmlns:a="http://schemas.openxmlformats.org/drawingml/2006/main">
              <a:ext uri="{FF2B5EF4-FFF2-40B4-BE49-F238E27FC236}">
                <a16:creationId xmlns:a16="http://schemas.microsoft.com/office/drawing/2014/main" id="{3CEE7303-2F64-4D68-9214-614EF208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Verified · Permission-controlled · Classified · Auditable</a:t>
            </a:r>
          </a:p>
        </p:txBody>
      </p:sp>
    </p:spTree>
    <p:extLst>
      <p:ext uri="{BB962C8B-B14F-4D97-AF65-F5344CB8AC3E}">
        <p14:creationId xmlns:p14="http://schemas.microsoft.com/office/powerpoint/2010/main" val="1690643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03d7f6c11401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DC33AA-AA5B-452E-9E84-454F5DDD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0A10C0F-5C02-4F0C-AE5B-294D124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4">
            <a:extLst xmlns:a="http://schemas.openxmlformats.org/drawingml/2006/main">
              <a:ext uri="{FF2B5EF4-FFF2-40B4-BE49-F238E27FC236}">
                <a16:creationId xmlns:a16="http://schemas.microsoft.com/office/drawing/2014/main" id="{6BBC2DD9-EAB3-4A7B-A137-B114D851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AI CAPABILITY FRAMEWORK</a:t>
            </a:r>
          </a:p>
        </p:txBody>
      </p:sp>
      <p:sp>
        <p:nvSpPr>
          <p:cNvPr id="5" name="title-14">
            <a:extLst xmlns:a="http://schemas.openxmlformats.org/drawingml/2006/main">
              <a:ext uri="{FF2B5EF4-FFF2-40B4-BE49-F238E27FC236}">
                <a16:creationId xmlns:a16="http://schemas.microsoft.com/office/drawing/2014/main" id="{752BDE1F-A2B9-4CBE-ACCA-2749C80C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AI progresses from knowing, to advising, to acting</a:t>
            </a:r>
          </a:p>
        </p:txBody>
      </p:sp>
      <p:sp>
        <p:nvSpPr>
          <p:cNvPr id="6" name="subtitle-14">
            <a:extLst xmlns:a="http://schemas.openxmlformats.org/drawingml/2006/main">
              <a:ext uri="{FF2B5EF4-FFF2-40B4-BE49-F238E27FC236}">
                <a16:creationId xmlns:a16="http://schemas.microsoft.com/office/drawing/2014/main" id="{23A424E3-92E3-4948-882D-3E48BA9E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Each stage builds on trusted records; action remains dependent on policy and authority.</a:t>
            </a:r>
          </a:p>
        </p:txBody>
      </p:sp>
      <p:sp>
        <p:nvSpPr>
          <p:cNvPr id="7" name="kaa-0">
            <a:extLst xmlns:a="http://schemas.openxmlformats.org/drawingml/2006/main">
              <a:ext uri="{FF2B5EF4-FFF2-40B4-BE49-F238E27FC236}">
                <a16:creationId xmlns:a16="http://schemas.microsoft.com/office/drawing/2014/main" id="{E98D4FC4-C88D-471F-8A83-E79FFCD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kaa-n-0">
            <a:extLst xmlns:a="http://schemas.openxmlformats.org/drawingml/2006/main">
              <a:ext uri="{FF2B5EF4-FFF2-40B4-BE49-F238E27FC236}">
                <a16:creationId xmlns:a16="http://schemas.microsoft.com/office/drawing/2014/main" id="{597C8932-F335-4529-A1A9-5597CFE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aa-n-0-text">
            <a:extLst xmlns:a="http://schemas.openxmlformats.org/drawingml/2006/main">
              <a:ext uri="{FF2B5EF4-FFF2-40B4-BE49-F238E27FC236}">
                <a16:creationId xmlns:a16="http://schemas.microsoft.com/office/drawing/2014/main" id="{CD056352-A672-485A-A5E2-F8647D2A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63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1</a:t>
            </a:r>
          </a:p>
        </p:txBody>
      </p:sp>
      <p:sp>
        <p:nvSpPr>
          <p:cNvPr id="10" name="kaa-h-0">
            <a:extLst xmlns:a="http://schemas.openxmlformats.org/drawingml/2006/main">
              <a:ext uri="{FF2B5EF4-FFF2-40B4-BE49-F238E27FC236}">
                <a16:creationId xmlns:a16="http://schemas.microsoft.com/office/drawing/2014/main" id="{52B40E67-D5BF-40E7-80CF-7CC5D28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KNOW</a:t>
            </a:r>
          </a:p>
        </p:txBody>
      </p:sp>
      <p:sp>
        <p:nvSpPr>
          <p:cNvPr id="11" name="kaa-b-0">
            <a:extLst xmlns:a="http://schemas.openxmlformats.org/drawingml/2006/main">
              <a:ext uri="{FF2B5EF4-FFF2-40B4-BE49-F238E27FC236}">
                <a16:creationId xmlns:a16="http://schemas.microsoft.com/office/drawing/2014/main" id="{13798686-D6D9-4B1E-87C4-2C4AF0EA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Extract · summarize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classify · translate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label · search</a:t>
            </a:r>
          </a:p>
        </p:txBody>
      </p:sp>
      <p:sp>
        <p:nvSpPr>
          <p:cNvPr id="12" name="kaa-f-0">
            <a:extLst xmlns:a="http://schemas.openxmlformats.org/drawingml/2006/main">
              <a:ext uri="{FF2B5EF4-FFF2-40B4-BE49-F238E27FC236}">
                <a16:creationId xmlns:a16="http://schemas.microsoft.com/office/drawing/2014/main" id="{EA4F9DE4-631E-4D79-B176-8ED3DE6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13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Understanding + enrichment</a:t>
            </a:r>
          </a:p>
        </p:txBody>
      </p:sp>
      <p:sp>
        <p:nvSpPr>
          <p:cNvPr id="13" name="kaa-1">
            <a:extLst xmlns:a="http://schemas.openxmlformats.org/drawingml/2006/main">
              <a:ext uri="{FF2B5EF4-FFF2-40B4-BE49-F238E27FC236}">
                <a16:creationId xmlns:a16="http://schemas.microsoft.com/office/drawing/2014/main" id="{65CC13BF-779E-4C3A-A3B3-3E94817E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6705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kaa-n-1">
            <a:extLst xmlns:a="http://schemas.openxmlformats.org/drawingml/2006/main">
              <a:ext uri="{FF2B5EF4-FFF2-40B4-BE49-F238E27FC236}">
                <a16:creationId xmlns:a16="http://schemas.microsoft.com/office/drawing/2014/main" id="{D6D76B42-C7C0-4C06-BDD4-B1DDC903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kaa-n-1-text">
            <a:extLst xmlns:a="http://schemas.openxmlformats.org/drawingml/2006/main">
              <a:ext uri="{FF2B5EF4-FFF2-40B4-BE49-F238E27FC236}">
                <a16:creationId xmlns:a16="http://schemas.microsoft.com/office/drawing/2014/main" id="{F2044DE5-D39C-4828-95F3-7914E326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063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2</a:t>
            </a:r>
          </a:p>
        </p:txBody>
      </p:sp>
      <p:sp>
        <p:nvSpPr>
          <p:cNvPr id="16" name="kaa-h-1">
            <a:extLst xmlns:a="http://schemas.openxmlformats.org/drawingml/2006/main">
              <a:ext uri="{FF2B5EF4-FFF2-40B4-BE49-F238E27FC236}">
                <a16:creationId xmlns:a16="http://schemas.microsoft.com/office/drawing/2014/main" id="{B85EF0EC-42EA-49CC-A3B1-28A3584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ADVISE</a:t>
            </a:r>
          </a:p>
        </p:txBody>
      </p:sp>
      <p:sp>
        <p:nvSpPr>
          <p:cNvPr id="17" name="kaa-b-1">
            <a:extLst xmlns:a="http://schemas.openxmlformats.org/drawingml/2006/main">
              <a:ext uri="{FF2B5EF4-FFF2-40B4-BE49-F238E27FC236}">
                <a16:creationId xmlns:a16="http://schemas.microsoft.com/office/drawing/2014/main" id="{F28F8CFB-A476-4A45-9443-723DEAB1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Obligations · anomalies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risk signals · recommendations</a:t>
            </a:r>
          </a:p>
        </p:txBody>
      </p:sp>
      <p:sp>
        <p:nvSpPr>
          <p:cNvPr id="18" name="kaa-f-1">
            <a:extLst xmlns:a="http://schemas.openxmlformats.org/drawingml/2006/main">
              <a:ext uri="{FF2B5EF4-FFF2-40B4-BE49-F238E27FC236}">
                <a16:creationId xmlns:a16="http://schemas.microsoft.com/office/drawing/2014/main" id="{F46C06F1-3743-4B3C-A6C1-2FDBC66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24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13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Decision + risk intelligence</a:t>
            </a:r>
          </a:p>
        </p:txBody>
      </p:sp>
      <p:sp>
        <p:nvSpPr>
          <p:cNvPr id="19" name="kaa-2">
            <a:extLst xmlns:a="http://schemas.openxmlformats.org/drawingml/2006/main">
              <a:ext uri="{FF2B5EF4-FFF2-40B4-BE49-F238E27FC236}">
                <a16:creationId xmlns:a16="http://schemas.microsoft.com/office/drawing/2014/main" id="{FB1430EB-928A-4737-A9EA-6699E644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33147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kaa-n-2">
            <a:extLst xmlns:a="http://schemas.openxmlformats.org/drawingml/2006/main">
              <a:ext uri="{FF2B5EF4-FFF2-40B4-BE49-F238E27FC236}">
                <a16:creationId xmlns:a16="http://schemas.microsoft.com/office/drawing/2014/main" id="{D462295E-91D7-4099-B27B-4A9C118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kaa-n-2-text">
            <a:extLst xmlns:a="http://schemas.openxmlformats.org/drawingml/2006/main">
              <a:ext uri="{FF2B5EF4-FFF2-40B4-BE49-F238E27FC236}">
                <a16:creationId xmlns:a16="http://schemas.microsoft.com/office/drawing/2014/main" id="{19640C8A-9C18-4908-B32B-126B896B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6378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3</a:t>
            </a:r>
          </a:p>
        </p:txBody>
      </p:sp>
      <p:sp>
        <p:nvSpPr>
          <p:cNvPr id="22" name="kaa-h-2">
            <a:extLst xmlns:a="http://schemas.openxmlformats.org/drawingml/2006/main">
              <a:ext uri="{FF2B5EF4-FFF2-40B4-BE49-F238E27FC236}">
                <a16:creationId xmlns:a16="http://schemas.microsoft.com/office/drawing/2014/main" id="{4E8B9554-3581-4F5D-9E52-543F0315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90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ACT</a:t>
            </a:r>
          </a:p>
        </p:txBody>
      </p:sp>
      <p:sp>
        <p:nvSpPr>
          <p:cNvPr id="23" name="kaa-b-2">
            <a:extLst xmlns:a="http://schemas.openxmlformats.org/drawingml/2006/main">
              <a:ext uri="{FF2B5EF4-FFF2-40B4-BE49-F238E27FC236}">
                <a16:creationId xmlns:a16="http://schemas.microsoft.com/office/drawing/2014/main" id="{E210F6F6-DE25-4710-8AC3-557AA432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Reminders · escalations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workflow initiation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1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1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 requests · APIs</a:t>
            </a:r>
          </a:p>
        </p:txBody>
      </p:sp>
      <p:sp>
        <p:nvSpPr>
          <p:cNvPr id="24" name="kaa-f-2">
            <a:extLst xmlns:a="http://schemas.openxmlformats.org/drawingml/2006/main">
              <a:ext uri="{FF2B5EF4-FFF2-40B4-BE49-F238E27FC236}">
                <a16:creationId xmlns:a16="http://schemas.microsoft.com/office/drawing/2014/main" id="{8B23BF7C-687C-4A7C-AD8C-3CA79C9B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24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13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13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Governed execution</a:t>
            </a:r>
          </a:p>
        </p:txBody>
      </p:sp>
      <p:sp>
        <p:nvSpPr>
          <p:cNvPr id="25" name="kaa-band">
            <a:extLst xmlns:a="http://schemas.openxmlformats.org/drawingml/2006/main">
              <a:ext uri="{FF2B5EF4-FFF2-40B4-BE49-F238E27FC236}">
                <a16:creationId xmlns:a16="http://schemas.microsoft.com/office/drawing/2014/main" id="{084991A2-FD7B-4C19-AD6D-D30E2DC6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aa-band-t">
            <a:extLst xmlns:a="http://schemas.openxmlformats.org/drawingml/2006/main">
              <a:ext uri="{FF2B5EF4-FFF2-40B4-BE49-F238E27FC236}">
                <a16:creationId xmlns:a16="http://schemas.microsoft.com/office/drawing/2014/main" id="{CABFE7A4-B9CF-41B8-9F39-D0C97A4D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8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8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 · Identity · Authority · Policy · Approval · Evidence · Audit</a:t>
            </a:r>
          </a:p>
        </p:txBody>
      </p:sp>
    </p:spTree>
    <p:extLst>
      <p:ext uri="{BB962C8B-B14F-4D97-AF65-F5344CB8AC3E}">
        <p14:creationId xmlns:p14="http://schemas.microsoft.com/office/powerpoint/2010/main" val="1423724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146e2b7f04f6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5ABB24-3B64-41BA-A8D1-D414D5ED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36AD887-4E6B-4FCD-AB32-2C374C52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5">
            <a:extLst xmlns:a="http://schemas.openxmlformats.org/drawingml/2006/main">
              <a:ext uri="{FF2B5EF4-FFF2-40B4-BE49-F238E27FC236}">
                <a16:creationId xmlns:a16="http://schemas.microsoft.com/office/drawing/2014/main" id="{9356759F-C99F-40FE-8CD3-BAB7235E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EXECUTION</a:t>
            </a:r>
          </a:p>
        </p:txBody>
      </p:sp>
      <p:sp>
        <p:nvSpPr>
          <p:cNvPr id="5" name="title-15">
            <a:extLst xmlns:a="http://schemas.openxmlformats.org/drawingml/2006/main">
              <a:ext uri="{FF2B5EF4-FFF2-40B4-BE49-F238E27FC236}">
                <a16:creationId xmlns:a16="http://schemas.microsoft.com/office/drawing/2014/main" id="{49A5E2AA-94EA-41E9-9751-88294E5E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Agentic action remains bounded by institutional controls</a:t>
            </a:r>
          </a:p>
        </p:txBody>
      </p:sp>
      <p:sp>
        <p:nvSpPr>
          <p:cNvPr id="6" name="subtitle-15">
            <a:extLst xmlns:a="http://schemas.openxmlformats.org/drawingml/2006/main">
              <a:ext uri="{FF2B5EF4-FFF2-40B4-BE49-F238E27FC236}">
                <a16:creationId xmlns:a16="http://schemas.microsoft.com/office/drawing/2014/main" id="{10A9BE64-A31F-49D7-8957-EA60AAA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6DD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DFF"/>
                </a:solidFill>
                <a:latin typeface="Mulish"/>
                <a:ea typeface="Mulish"/>
                <a:cs typeface="Mulish"/>
              </a:rPr>
              <a:t>AI may prepare, recommend, initiate or coordinate. Consequential execution remains governed and evidenced.</a:t>
            </a:r>
          </a:p>
        </p:txBody>
      </p:sp>
      <p:sp>
        <p:nvSpPr>
          <p:cNvPr id="7" name="g-0">
            <a:extLst xmlns:a="http://schemas.openxmlformats.org/drawingml/2006/main">
              <a:ext uri="{FF2B5EF4-FFF2-40B4-BE49-F238E27FC236}">
                <a16:creationId xmlns:a16="http://schemas.microsoft.com/office/drawing/2014/main" id="{57D2C60B-E436-4A84-A245-0DEC239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8" name="gt-0">
            <a:extLst xmlns:a="http://schemas.openxmlformats.org/drawingml/2006/main">
              <a:ext uri="{FF2B5EF4-FFF2-40B4-BE49-F238E27FC236}">
                <a16:creationId xmlns:a16="http://schemas.microsoft.com/office/drawing/2014/main" id="{3228FC14-11BC-4D03-9138-384E15B3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9" name="gl-0">
            <a:extLst xmlns:a="http://schemas.openxmlformats.org/drawingml/2006/main">
              <a:ext uri="{FF2B5EF4-FFF2-40B4-BE49-F238E27FC236}">
                <a16:creationId xmlns:a16="http://schemas.microsoft.com/office/drawing/2014/main" id="{8E8D8A41-3EE9-48C6-B5F0-8984BF25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-1">
            <a:extLst xmlns:a="http://schemas.openxmlformats.org/drawingml/2006/main">
              <a:ext uri="{FF2B5EF4-FFF2-40B4-BE49-F238E27FC236}">
                <a16:creationId xmlns:a16="http://schemas.microsoft.com/office/drawing/2014/main" id="{4364C33B-E5AE-425B-AC97-60C7804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11" name="gt-1">
            <a:extLst xmlns:a="http://schemas.openxmlformats.org/drawingml/2006/main">
              <a:ext uri="{FF2B5EF4-FFF2-40B4-BE49-F238E27FC236}">
                <a16:creationId xmlns:a16="http://schemas.microsoft.com/office/drawing/2014/main" id="{E2CF344F-0110-404F-9781-B0A6A4D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2" name="gl-1">
            <a:extLst xmlns:a="http://schemas.openxmlformats.org/drawingml/2006/main">
              <a:ext uri="{FF2B5EF4-FFF2-40B4-BE49-F238E27FC236}">
                <a16:creationId xmlns:a16="http://schemas.microsoft.com/office/drawing/2014/main" id="{E39130EB-0E6D-4D97-B8BB-0F25623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-2">
            <a:extLst xmlns:a="http://schemas.openxmlformats.org/drawingml/2006/main">
              <a:ext uri="{FF2B5EF4-FFF2-40B4-BE49-F238E27FC236}">
                <a16:creationId xmlns:a16="http://schemas.microsoft.com/office/drawing/2014/main" id="{61773B24-A345-419B-8449-15A9474E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14" name="gt-2">
            <a:extLst xmlns:a="http://schemas.openxmlformats.org/drawingml/2006/main">
              <a:ext uri="{FF2B5EF4-FFF2-40B4-BE49-F238E27FC236}">
                <a16:creationId xmlns:a16="http://schemas.microsoft.com/office/drawing/2014/main" id="{162E575E-9B77-4AA8-9794-4459ACF2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15" name="gl-2">
            <a:extLst xmlns:a="http://schemas.openxmlformats.org/drawingml/2006/main">
              <a:ext uri="{FF2B5EF4-FFF2-40B4-BE49-F238E27FC236}">
                <a16:creationId xmlns:a16="http://schemas.microsoft.com/office/drawing/2014/main" id="{4D00A632-A28A-4065-80B9-24EADF49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-3">
            <a:extLst xmlns:a="http://schemas.openxmlformats.org/drawingml/2006/main">
              <a:ext uri="{FF2B5EF4-FFF2-40B4-BE49-F238E27FC236}">
                <a16:creationId xmlns:a16="http://schemas.microsoft.com/office/drawing/2014/main" id="{776C12E8-1FF2-4FE1-97E8-65BDD12C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17" name="gt-3">
            <a:extLst xmlns:a="http://schemas.openxmlformats.org/drawingml/2006/main">
              <a:ext uri="{FF2B5EF4-FFF2-40B4-BE49-F238E27FC236}">
                <a16:creationId xmlns:a16="http://schemas.microsoft.com/office/drawing/2014/main" id="{40498E82-88D8-448B-907F-ACAB92F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18" name="gl-3">
            <a:extLst xmlns:a="http://schemas.openxmlformats.org/drawingml/2006/main">
              <a:ext uri="{FF2B5EF4-FFF2-40B4-BE49-F238E27FC236}">
                <a16:creationId xmlns:a16="http://schemas.microsoft.com/office/drawing/2014/main" id="{FCF1C0C8-CE9A-4560-9A77-A5CC108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-4">
            <a:extLst xmlns:a="http://schemas.openxmlformats.org/drawingml/2006/main">
              <a:ext uri="{FF2B5EF4-FFF2-40B4-BE49-F238E27FC236}">
                <a16:creationId xmlns:a16="http://schemas.microsoft.com/office/drawing/2014/main" id="{8CFC04D4-B90F-41B6-894B-ADA837D1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20" name="gt-4">
            <a:extLst xmlns:a="http://schemas.openxmlformats.org/drawingml/2006/main">
              <a:ext uri="{FF2B5EF4-FFF2-40B4-BE49-F238E27FC236}">
                <a16:creationId xmlns:a16="http://schemas.microsoft.com/office/drawing/2014/main" id="{971F42C8-5B40-4045-B872-4EF785CC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EXECUTION</a:t>
            </a:r>
          </a:p>
        </p:txBody>
      </p:sp>
      <p:sp>
        <p:nvSpPr>
          <p:cNvPr id="21" name="gl-4">
            <a:extLst xmlns:a="http://schemas.openxmlformats.org/drawingml/2006/main">
              <a:ext uri="{FF2B5EF4-FFF2-40B4-BE49-F238E27FC236}">
                <a16:creationId xmlns:a16="http://schemas.microsoft.com/office/drawing/2014/main" id="{E1E62A78-7ADE-4043-87C4-A7B7FB8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-5">
            <a:extLst xmlns:a="http://schemas.openxmlformats.org/drawingml/2006/main">
              <a:ext uri="{FF2B5EF4-FFF2-40B4-BE49-F238E27FC236}">
                <a16:creationId xmlns:a16="http://schemas.microsoft.com/office/drawing/2014/main" id="{43D98CBA-F90E-4DE5-870A-9B324C59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23" name="gt-5">
            <a:extLst xmlns:a="http://schemas.openxmlformats.org/drawingml/2006/main">
              <a:ext uri="{FF2B5EF4-FFF2-40B4-BE49-F238E27FC236}">
                <a16:creationId xmlns:a16="http://schemas.microsoft.com/office/drawing/2014/main" id="{BAAE05B5-E41B-4D35-A775-CA32DDE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4" name="gl-5">
            <a:extLst xmlns:a="http://schemas.openxmlformats.org/drawingml/2006/main">
              <a:ext uri="{FF2B5EF4-FFF2-40B4-BE49-F238E27FC236}">
                <a16:creationId xmlns:a16="http://schemas.microsoft.com/office/drawing/2014/main" id="{279E252D-F81B-405E-A16F-051F9D7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861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-6">
            <a:extLst xmlns:a="http://schemas.openxmlformats.org/drawingml/2006/main">
              <a:ext uri="{FF2B5EF4-FFF2-40B4-BE49-F238E27FC236}">
                <a16:creationId xmlns:a16="http://schemas.microsoft.com/office/drawing/2014/main" id="{9EF7D89E-B091-4F50-A01D-445AE449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051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9525">
            <a:solidFill>
              <a:srgbClr val="644AD4"/>
            </a:solidFill>
            <a:prstDash val="solid"/>
          </a:ln>
        </p:spPr>
      </p:sp>
      <p:sp>
        <p:nvSpPr>
          <p:cNvPr id="26" name="gt-6">
            <a:extLst xmlns:a="http://schemas.openxmlformats.org/drawingml/2006/main">
              <a:ext uri="{FF2B5EF4-FFF2-40B4-BE49-F238E27FC236}">
                <a16:creationId xmlns:a16="http://schemas.microsoft.com/office/drawing/2014/main" id="{17902317-1A5F-4E25-BB71-781E396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71850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AUDIT</a:t>
            </a:r>
          </a:p>
        </p:txBody>
      </p:sp>
      <p:sp>
        <p:nvSpPr>
          <p:cNvPr id="27" name="ex-h-0">
            <a:extLst xmlns:a="http://schemas.openxmlformats.org/drawingml/2006/main">
              <a:ext uri="{FF2B5EF4-FFF2-40B4-BE49-F238E27FC236}">
                <a16:creationId xmlns:a16="http://schemas.microsoft.com/office/drawing/2014/main" id="{FB26C02C-7269-4352-80FD-8A0D47BF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PREPARE</a:t>
            </a:r>
          </a:p>
        </p:txBody>
      </p:sp>
      <p:sp>
        <p:nvSpPr>
          <p:cNvPr id="28" name="ex-b-0">
            <a:extLst xmlns:a="http://schemas.openxmlformats.org/drawingml/2006/main">
              <a:ext uri="{FF2B5EF4-FFF2-40B4-BE49-F238E27FC236}">
                <a16:creationId xmlns:a16="http://schemas.microsoft.com/office/drawing/2014/main" id="{D65FA4A9-6D8F-48A6-AD6E-4CC718CF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Draft or assemble</a:t>
            </a:r>
          </a:p>
        </p:txBody>
      </p:sp>
      <p:sp>
        <p:nvSpPr>
          <p:cNvPr id="29" name="ex-h-1">
            <a:extLst xmlns:a="http://schemas.openxmlformats.org/drawingml/2006/main">
              <a:ext uri="{FF2B5EF4-FFF2-40B4-BE49-F238E27FC236}">
                <a16:creationId xmlns:a16="http://schemas.microsoft.com/office/drawing/2014/main" id="{06834EAA-1819-4F9E-B554-630CDE24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RECOMMEND</a:t>
            </a:r>
          </a:p>
        </p:txBody>
      </p:sp>
      <p:sp>
        <p:nvSpPr>
          <p:cNvPr id="30" name="ex-b-1">
            <a:extLst xmlns:a="http://schemas.openxmlformats.org/drawingml/2006/main">
              <a:ext uri="{FF2B5EF4-FFF2-40B4-BE49-F238E27FC236}">
                <a16:creationId xmlns:a16="http://schemas.microsoft.com/office/drawing/2014/main" id="{7D21E6D4-7B2A-4DCC-918C-61F3100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43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Surface a next step</a:t>
            </a:r>
          </a:p>
        </p:txBody>
      </p:sp>
      <p:sp>
        <p:nvSpPr>
          <p:cNvPr id="31" name="ex-h-2">
            <a:extLst xmlns:a="http://schemas.openxmlformats.org/drawingml/2006/main">
              <a:ext uri="{FF2B5EF4-FFF2-40B4-BE49-F238E27FC236}">
                <a16:creationId xmlns:a16="http://schemas.microsoft.com/office/drawing/2014/main" id="{C4D1A669-9268-4D08-BF5B-69B640BF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INITIATE</a:t>
            </a:r>
          </a:p>
        </p:txBody>
      </p:sp>
      <p:sp>
        <p:nvSpPr>
          <p:cNvPr id="32" name="ex-b-2">
            <a:extLst xmlns:a="http://schemas.openxmlformats.org/drawingml/2006/main">
              <a:ext uri="{FF2B5EF4-FFF2-40B4-BE49-F238E27FC236}">
                <a16:creationId xmlns:a16="http://schemas.microsoft.com/office/drawing/2014/main" id="{86AC89AD-4BBD-406C-9A4B-4623B537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Start a permitted workflow</a:t>
            </a:r>
          </a:p>
        </p:txBody>
      </p:sp>
      <p:sp>
        <p:nvSpPr>
          <p:cNvPr id="33" name="ex-h-3">
            <a:extLst xmlns:a="http://schemas.openxmlformats.org/drawingml/2006/main">
              <a:ext uri="{FF2B5EF4-FFF2-40B4-BE49-F238E27FC236}">
                <a16:creationId xmlns:a16="http://schemas.microsoft.com/office/drawing/2014/main" id="{BB4E8A5A-6E22-46E0-AE21-D9B1C418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34" name="ex-b-3">
            <a:extLst xmlns:a="http://schemas.openxmlformats.org/drawingml/2006/main">
              <a:ext uri="{FF2B5EF4-FFF2-40B4-BE49-F238E27FC236}">
                <a16:creationId xmlns:a16="http://schemas.microsoft.com/office/drawing/2014/main" id="{0E9C7622-1517-433B-9974-DF40DAB5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Only within authority</a:t>
            </a:r>
          </a:p>
        </p:txBody>
      </p:sp>
      <p:sp>
        <p:nvSpPr>
          <p:cNvPr id="35" name="agent-close">
            <a:extLst xmlns:a="http://schemas.openxmlformats.org/drawingml/2006/main">
              <a:ext uri="{FF2B5EF4-FFF2-40B4-BE49-F238E27FC236}">
                <a16:creationId xmlns:a16="http://schemas.microsoft.com/office/drawing/2014/main" id="{79BEA176-C1B6-4D9D-B5EE-2A8B5B6F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0700"/>
            <a:ext cx="11277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A0AA0"/>
          </a:solidFill>
          <a:ln xmlns:a="http://schemas.openxmlformats.org/drawingml/2006/main" w="9525">
            <a:solidFill>
              <a:srgbClr val="6F55DB"/>
            </a:solidFill>
            <a:prstDash val="solid"/>
          </a:ln>
        </p:spPr>
      </p:sp>
      <p:sp>
        <p:nvSpPr>
          <p:cNvPr id="36" name="agent-close-t">
            <a:extLst xmlns:a="http://schemas.openxmlformats.org/drawingml/2006/main">
              <a:ext uri="{FF2B5EF4-FFF2-40B4-BE49-F238E27FC236}">
                <a16:creationId xmlns:a16="http://schemas.microsoft.com/office/drawing/2014/main" id="{A50A54DB-2840-4351-AFE3-B84BC834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determines what could be done. Circularo helps govern what is authorized to happen.</a:t>
            </a:r>
          </a:p>
        </p:txBody>
      </p:sp>
    </p:spTree>
    <p:extLst>
      <p:ext uri="{BB962C8B-B14F-4D97-AF65-F5344CB8AC3E}">
        <p14:creationId xmlns:p14="http://schemas.microsoft.com/office/powerpoint/2010/main" val="6875024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1c1965df9437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7E12E3-A291-441B-9792-73F8184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C42A1A6-C488-44CC-AF0F-70CC9E6E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6">
            <a:extLst xmlns:a="http://schemas.openxmlformats.org/drawingml/2006/main">
              <a:ext uri="{FF2B5EF4-FFF2-40B4-BE49-F238E27FC236}">
                <a16:creationId xmlns:a16="http://schemas.microsoft.com/office/drawing/2014/main" id="{CA11025C-DE4F-460A-8423-8BBB026E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PROGRAMMABLE TRUST</a:t>
            </a:r>
          </a:p>
        </p:txBody>
      </p:sp>
      <p:sp>
        <p:nvSpPr>
          <p:cNvPr id="5" name="title-16">
            <a:extLst xmlns:a="http://schemas.openxmlformats.org/drawingml/2006/main">
              <a:ext uri="{FF2B5EF4-FFF2-40B4-BE49-F238E27FC236}">
                <a16:creationId xmlns:a16="http://schemas.microsoft.com/office/drawing/2014/main" id="{F5C7A7F2-1DB9-481B-B036-D1A4586D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Trust API makes sovereign capabilities programmable</a:t>
            </a:r>
          </a:p>
        </p:txBody>
      </p:sp>
      <p:sp>
        <p:nvSpPr>
          <p:cNvPr id="6" name="subtitle-16">
            <a:extLst xmlns:a="http://schemas.openxmlformats.org/drawingml/2006/main">
              <a:ext uri="{FF2B5EF4-FFF2-40B4-BE49-F238E27FC236}">
                <a16:creationId xmlns:a16="http://schemas.microsoft.com/office/drawing/2014/main" id="{3B5D5BC6-CBB5-40B2-B602-068D4C2F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People, applications, portals, enterprise systems and AI agents can invoke the same governed trust services.</a:t>
            </a:r>
          </a:p>
        </p:txBody>
      </p:sp>
      <p:sp>
        <p:nvSpPr>
          <p:cNvPr id="7" name="api-src-0">
            <a:extLst xmlns:a="http://schemas.openxmlformats.org/drawingml/2006/main">
              <a:ext uri="{FF2B5EF4-FFF2-40B4-BE49-F238E27FC236}">
                <a16:creationId xmlns:a16="http://schemas.microsoft.com/office/drawing/2014/main" id="{3D415EAA-34C9-4CB2-BFC3-EF893A2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952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api-src-t-0">
            <a:extLst xmlns:a="http://schemas.openxmlformats.org/drawingml/2006/main">
              <a:ext uri="{FF2B5EF4-FFF2-40B4-BE49-F238E27FC236}">
                <a16:creationId xmlns:a16="http://schemas.microsoft.com/office/drawing/2014/main" id="{1392CF58-D4A0-41FB-9CE8-B82959F7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api-src-1">
            <a:extLst xmlns:a="http://schemas.openxmlformats.org/drawingml/2006/main">
              <a:ext uri="{FF2B5EF4-FFF2-40B4-BE49-F238E27FC236}">
                <a16:creationId xmlns:a16="http://schemas.microsoft.com/office/drawing/2014/main" id="{571D62D0-C7E1-40F5-A741-93FA405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48000"/>
            <a:ext cx="1952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api-src-t-1">
            <a:extLst xmlns:a="http://schemas.openxmlformats.org/drawingml/2006/main">
              <a:ext uri="{FF2B5EF4-FFF2-40B4-BE49-F238E27FC236}">
                <a16:creationId xmlns:a16="http://schemas.microsoft.com/office/drawing/2014/main" id="{9F87CBF3-3242-42CF-AF8B-4414FA1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81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1" name="api-src-2">
            <a:extLst xmlns:a="http://schemas.openxmlformats.org/drawingml/2006/main">
              <a:ext uri="{FF2B5EF4-FFF2-40B4-BE49-F238E27FC236}">
                <a16:creationId xmlns:a16="http://schemas.microsoft.com/office/drawing/2014/main" id="{609B1855-C240-489D-8508-D132C66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1952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api-src-t-2">
            <a:extLst xmlns:a="http://schemas.openxmlformats.org/drawingml/2006/main">
              <a:ext uri="{FF2B5EF4-FFF2-40B4-BE49-F238E27FC236}">
                <a16:creationId xmlns:a16="http://schemas.microsoft.com/office/drawing/2014/main" id="{9C577E57-FD04-4ACE-862C-74612AD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81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PORTALS</a:t>
            </a:r>
          </a:p>
        </p:txBody>
      </p:sp>
      <p:sp>
        <p:nvSpPr>
          <p:cNvPr id="13" name="api-src-3">
            <a:extLst xmlns:a="http://schemas.openxmlformats.org/drawingml/2006/main">
              <a:ext uri="{FF2B5EF4-FFF2-40B4-BE49-F238E27FC236}">
                <a16:creationId xmlns:a16="http://schemas.microsoft.com/office/drawing/2014/main" id="{489D2DC6-420D-4BBE-B031-2A2B491D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48000"/>
            <a:ext cx="1952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api-src-t-3">
            <a:extLst xmlns:a="http://schemas.openxmlformats.org/drawingml/2006/main">
              <a:ext uri="{FF2B5EF4-FFF2-40B4-BE49-F238E27FC236}">
                <a16:creationId xmlns:a16="http://schemas.microsoft.com/office/drawing/2014/main" id="{D568A0E4-B821-45CC-BED7-B909221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81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ENTERPRISE SYSTEMS</a:t>
            </a:r>
          </a:p>
        </p:txBody>
      </p:sp>
      <p:sp>
        <p:nvSpPr>
          <p:cNvPr id="15" name="api-src-4">
            <a:extLst xmlns:a="http://schemas.openxmlformats.org/drawingml/2006/main">
              <a:ext uri="{FF2B5EF4-FFF2-40B4-BE49-F238E27FC236}">
                <a16:creationId xmlns:a16="http://schemas.microsoft.com/office/drawing/2014/main" id="{7C50BDAC-0F05-4099-8A16-A4D208CA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48000"/>
            <a:ext cx="1952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api-src-t-4">
            <a:extLst xmlns:a="http://schemas.openxmlformats.org/drawingml/2006/main">
              <a:ext uri="{FF2B5EF4-FFF2-40B4-BE49-F238E27FC236}">
                <a16:creationId xmlns:a16="http://schemas.microsoft.com/office/drawing/2014/main" id="{AFBCAEF7-8C0C-4262-8B7F-DAEE2B1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81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38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938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7" name="api-layer">
            <a:extLst xmlns:a="http://schemas.openxmlformats.org/drawingml/2006/main">
              <a:ext uri="{FF2B5EF4-FFF2-40B4-BE49-F238E27FC236}">
                <a16:creationId xmlns:a16="http://schemas.microsoft.com/office/drawing/2014/main" id="{D75B2381-8670-4391-95B2-3DE61398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pi-title">
            <a:extLst xmlns:a="http://schemas.openxmlformats.org/drawingml/2006/main">
              <a:ext uri="{FF2B5EF4-FFF2-40B4-BE49-F238E27FC236}">
                <a16:creationId xmlns:a16="http://schemas.microsoft.com/office/drawing/2014/main" id="{DD7ABF99-85A0-48BD-A9DF-5702A3F8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AGENTIC-READY REST API</a:t>
            </a:r>
          </a:p>
        </p:txBody>
      </p:sp>
      <p:sp>
        <p:nvSpPr>
          <p:cNvPr id="19" name="api-result">
            <a:extLst xmlns:a="http://schemas.openxmlformats.org/drawingml/2006/main">
              <a:ext uri="{FF2B5EF4-FFF2-40B4-BE49-F238E27FC236}">
                <a16:creationId xmlns:a16="http://schemas.microsoft.com/office/drawing/2014/main" id="{7431DEFB-D894-45FE-AEC3-0D252D70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PROGRAMMABLE ACCESS TO TRUST</a:t>
            </a:r>
          </a:p>
        </p:txBody>
      </p:sp>
      <p:sp>
        <p:nvSpPr>
          <p:cNvPr id="20" name="api-svc-0">
            <a:extLst xmlns:a="http://schemas.openxmlformats.org/drawingml/2006/main">
              <a:ext uri="{FF2B5EF4-FFF2-40B4-BE49-F238E27FC236}">
                <a16:creationId xmlns:a16="http://schemas.microsoft.com/office/drawing/2014/main" id="{4BAF3F60-823D-4485-BA66-F160FF42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api-svc-t-0">
            <a:extLst xmlns:a="http://schemas.openxmlformats.org/drawingml/2006/main">
              <a:ext uri="{FF2B5EF4-FFF2-40B4-BE49-F238E27FC236}">
                <a16:creationId xmlns:a16="http://schemas.microsoft.com/office/drawing/2014/main" id="{7EEC211C-83F4-4C68-BB3A-237401B9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2" name="api-svc-1">
            <a:extLst xmlns:a="http://schemas.openxmlformats.org/drawingml/2006/main">
              <a:ext uri="{FF2B5EF4-FFF2-40B4-BE49-F238E27FC236}">
                <a16:creationId xmlns:a16="http://schemas.microsoft.com/office/drawing/2014/main" id="{772F4478-8D25-4F4D-B2A7-D392DE4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api-svc-t-1">
            <a:extLst xmlns:a="http://schemas.openxmlformats.org/drawingml/2006/main">
              <a:ext uri="{FF2B5EF4-FFF2-40B4-BE49-F238E27FC236}">
                <a16:creationId xmlns:a16="http://schemas.microsoft.com/office/drawing/2014/main" id="{3730477A-6410-4C4A-995F-6D754A92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24" name="api-svc-2">
            <a:extLst xmlns:a="http://schemas.openxmlformats.org/drawingml/2006/main">
              <a:ext uri="{FF2B5EF4-FFF2-40B4-BE49-F238E27FC236}">
                <a16:creationId xmlns:a16="http://schemas.microsoft.com/office/drawing/2014/main" id="{9A3EBCD2-867A-40DB-8874-72587C0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api-svc-t-2">
            <a:extLst xmlns:a="http://schemas.openxmlformats.org/drawingml/2006/main">
              <a:ext uri="{FF2B5EF4-FFF2-40B4-BE49-F238E27FC236}">
                <a16:creationId xmlns:a16="http://schemas.microsoft.com/office/drawing/2014/main" id="{A37067AA-70BC-452C-9EBF-6C3DBEAA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6" name="api-svc-3">
            <a:extLst xmlns:a="http://schemas.openxmlformats.org/drawingml/2006/main">
              <a:ext uri="{FF2B5EF4-FFF2-40B4-BE49-F238E27FC236}">
                <a16:creationId xmlns:a16="http://schemas.microsoft.com/office/drawing/2014/main" id="{5959C201-DB07-4B73-A875-49384BCB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api-svc-t-3">
            <a:extLst xmlns:a="http://schemas.openxmlformats.org/drawingml/2006/main">
              <a:ext uri="{FF2B5EF4-FFF2-40B4-BE49-F238E27FC236}">
                <a16:creationId xmlns:a16="http://schemas.microsoft.com/office/drawing/2014/main" id="{B98BCDDC-6E22-4654-B21A-63886C61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&amp; Seal</a:t>
            </a:r>
          </a:p>
        </p:txBody>
      </p:sp>
      <p:sp>
        <p:nvSpPr>
          <p:cNvPr id="28" name="api-svc-4">
            <a:extLst xmlns:a="http://schemas.openxmlformats.org/drawingml/2006/main">
              <a:ext uri="{FF2B5EF4-FFF2-40B4-BE49-F238E27FC236}">
                <a16:creationId xmlns:a16="http://schemas.microsoft.com/office/drawing/2014/main" id="{6468B499-10B5-44DF-8F42-06BDED1A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api-svc-t-4">
            <a:extLst xmlns:a="http://schemas.openxmlformats.org/drawingml/2006/main">
              <a:ext uri="{FF2B5EF4-FFF2-40B4-BE49-F238E27FC236}">
                <a16:creationId xmlns:a16="http://schemas.microsoft.com/office/drawing/2014/main" id="{AD2C18D1-B48F-4976-9A82-63AED8FD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0" name="api-svc-5">
            <a:extLst xmlns:a="http://schemas.openxmlformats.org/drawingml/2006/main">
              <a:ext uri="{FF2B5EF4-FFF2-40B4-BE49-F238E27FC236}">
                <a16:creationId xmlns:a16="http://schemas.microsoft.com/office/drawing/2014/main" id="{D08EFE78-8F56-414E-BDF6-1E01A330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05400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api-svc-t-5">
            <a:extLst xmlns:a="http://schemas.openxmlformats.org/drawingml/2006/main">
              <a:ext uri="{FF2B5EF4-FFF2-40B4-BE49-F238E27FC236}">
                <a16:creationId xmlns:a16="http://schemas.microsoft.com/office/drawing/2014/main" id="{11FA3DCD-7338-4A9C-9025-B2C258E0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1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1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32" name="api-close">
            <a:extLst xmlns:a="http://schemas.openxmlformats.org/drawingml/2006/main">
              <a:ext uri="{FF2B5EF4-FFF2-40B4-BE49-F238E27FC236}">
                <a16:creationId xmlns:a16="http://schemas.microsoft.com/office/drawing/2014/main" id="{FD483787-503C-4D64-A231-00791F7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2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Verifiable execution result</a:t>
            </a:r>
          </a:p>
        </p:txBody>
      </p:sp>
    </p:spTree>
    <p:extLst>
      <p:ext uri="{BB962C8B-B14F-4D97-AF65-F5344CB8AC3E}">
        <p14:creationId xmlns:p14="http://schemas.microsoft.com/office/powerpoint/2010/main" val="2266060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aebe7d93d436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B87DB4-B47E-44EA-80E9-76AFDBC4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D63F674-8642-4B8E-9985-174341BA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7">
            <a:extLst xmlns:a="http://schemas.openxmlformats.org/drawingml/2006/main">
              <a:ext uri="{FF2B5EF4-FFF2-40B4-BE49-F238E27FC236}">
                <a16:creationId xmlns:a16="http://schemas.microsoft.com/office/drawing/2014/main" id="{63A1A673-9F9D-43AD-A7C4-447E753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PLATFORM LEVERAGE</a:t>
            </a:r>
          </a:p>
        </p:txBody>
      </p:sp>
      <p:sp>
        <p:nvSpPr>
          <p:cNvPr id="5" name="title-17">
            <a:extLst xmlns:a="http://schemas.openxmlformats.org/drawingml/2006/main">
              <a:ext uri="{FF2B5EF4-FFF2-40B4-BE49-F238E27FC236}">
                <a16:creationId xmlns:a16="http://schemas.microsoft.com/office/drawing/2014/main" id="{BBCFB578-F74B-454E-AD65-8C4F0B0A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One platform can power many sovereign services</a:t>
            </a:r>
          </a:p>
        </p:txBody>
      </p:sp>
      <p:sp>
        <p:nvSpPr>
          <p:cNvPr id="6" name="subtitle-17">
            <a:extLst xmlns:a="http://schemas.openxmlformats.org/drawingml/2006/main">
              <a:ext uri="{FF2B5EF4-FFF2-40B4-BE49-F238E27FC236}">
                <a16:creationId xmlns:a16="http://schemas.microsoft.com/office/drawing/2014/main" id="{7963BF51-A676-4143-BD65-179D02FF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Circularo provides the foundation; each service applies customer-controlled governance, integrations and branding.</a:t>
            </a:r>
          </a:p>
        </p:txBody>
      </p:sp>
      <p:sp>
        <p:nvSpPr>
          <p:cNvPr id="7" name="platform-core">
            <a:extLst xmlns:a="http://schemas.openxmlformats.org/drawingml/2006/main">
              <a:ext uri="{FF2B5EF4-FFF2-40B4-BE49-F238E27FC236}">
                <a16:creationId xmlns:a16="http://schemas.microsoft.com/office/drawing/2014/main" id="{D787D0D2-281C-40C0-A167-F1A03DB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c-l">
            <a:extLst xmlns:a="http://schemas.openxmlformats.org/drawingml/2006/main">
              <a:ext uri="{FF2B5EF4-FFF2-40B4-BE49-F238E27FC236}">
                <a16:creationId xmlns:a16="http://schemas.microsoft.com/office/drawing/2014/main" id="{AFDDCA3A-899A-4C0A-AE1E-CA6A0B22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FOUNDATION</a:t>
            </a:r>
          </a:p>
        </p:txBody>
      </p:sp>
      <p:sp>
        <p:nvSpPr>
          <p:cNvPr id="9" name="pc-t">
            <a:extLst xmlns:a="http://schemas.openxmlformats.org/drawingml/2006/main">
              <a:ext uri="{FF2B5EF4-FFF2-40B4-BE49-F238E27FC236}">
                <a16:creationId xmlns:a16="http://schemas.microsoft.com/office/drawing/2014/main" id="{BFB665DD-C0E2-4E86-8B0B-E0AA0C3B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Sovereign trust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capabilities</a:t>
            </a:r>
          </a:p>
        </p:txBody>
      </p:sp>
      <p:sp>
        <p:nvSpPr>
          <p:cNvPr id="10" name="pc-b">
            <a:extLst xmlns:a="http://schemas.openxmlformats.org/drawingml/2006/main">
              <a:ext uri="{FF2B5EF4-FFF2-40B4-BE49-F238E27FC236}">
                <a16:creationId xmlns:a16="http://schemas.microsoft.com/office/drawing/2014/main" id="{6F7845FF-2A6C-41FF-AF27-76E123A2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75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Deployment · governance · API</a:t>
            </a:r>
          </a:p>
        </p:txBody>
      </p:sp>
      <p:sp>
        <p:nvSpPr>
          <p:cNvPr id="11" name="service-line">
            <a:extLst xmlns:a="http://schemas.openxmlformats.org/drawingml/2006/main">
              <a:ext uri="{FF2B5EF4-FFF2-40B4-BE49-F238E27FC236}">
                <a16:creationId xmlns:a16="http://schemas.microsoft.com/office/drawing/2014/main" id="{922F2557-0530-46A3-8CC6-438DDE4E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291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vc-0">
            <a:extLst xmlns:a="http://schemas.openxmlformats.org/drawingml/2006/main">
              <a:ext uri="{FF2B5EF4-FFF2-40B4-BE49-F238E27FC236}">
                <a16:creationId xmlns:a16="http://schemas.microsoft.com/office/drawing/2014/main" id="{4EF070AD-2E4D-4D08-977E-FBB7F9F1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2095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vc-h-0">
            <a:extLst xmlns:a="http://schemas.openxmlformats.org/drawingml/2006/main">
              <a:ext uri="{FF2B5EF4-FFF2-40B4-BE49-F238E27FC236}">
                <a16:creationId xmlns:a16="http://schemas.microsoft.com/office/drawing/2014/main" id="{7D562E67-29A1-4D5E-964E-41A8586F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05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GOVSIGN 2.0</a:t>
            </a:r>
          </a:p>
        </p:txBody>
      </p:sp>
      <p:sp>
        <p:nvSpPr>
          <p:cNvPr id="14" name="svc-b-0">
            <a:extLst xmlns:a="http://schemas.openxmlformats.org/drawingml/2006/main">
              <a:ext uri="{FF2B5EF4-FFF2-40B4-BE49-F238E27FC236}">
                <a16:creationId xmlns:a16="http://schemas.microsoft.com/office/drawing/2014/main" id="{182602AB-4EF5-4275-8829-1FE9179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Government-branded service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Proof of the model</a:t>
            </a:r>
          </a:p>
        </p:txBody>
      </p:sp>
      <p:sp>
        <p:nvSpPr>
          <p:cNvPr id="15" name="svc-l-0">
            <a:extLst xmlns:a="http://schemas.openxmlformats.org/drawingml/2006/main">
              <a:ext uri="{FF2B5EF4-FFF2-40B4-BE49-F238E27FC236}">
                <a16:creationId xmlns:a16="http://schemas.microsoft.com/office/drawing/2014/main" id="{38EE5125-099C-4097-87B0-0614A8DF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vc-1">
            <a:extLst xmlns:a="http://schemas.openxmlformats.org/drawingml/2006/main">
              <a:ext uri="{FF2B5EF4-FFF2-40B4-BE49-F238E27FC236}">
                <a16:creationId xmlns:a16="http://schemas.microsoft.com/office/drawing/2014/main" id="{62C1DFC5-6477-4F5C-8F6D-27AF5AA5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2095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vc-h-1">
            <a:extLst xmlns:a="http://schemas.openxmlformats.org/drawingml/2006/main">
              <a:ext uri="{FF2B5EF4-FFF2-40B4-BE49-F238E27FC236}">
                <a16:creationId xmlns:a16="http://schemas.microsoft.com/office/drawing/2014/main" id="{12A1C168-6611-4A77-96A9-332748CD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SOVEREIGN SERVICE</a:t>
            </a:r>
          </a:p>
        </p:txBody>
      </p:sp>
      <p:sp>
        <p:nvSpPr>
          <p:cNvPr id="18" name="svc-b-1">
            <a:extLst xmlns:a="http://schemas.openxmlformats.org/drawingml/2006/main">
              <a:ext uri="{FF2B5EF4-FFF2-40B4-BE49-F238E27FC236}">
                <a16:creationId xmlns:a16="http://schemas.microsoft.com/office/drawing/2014/main" id="{3E8410D4-31F8-4C72-B20C-5BBCCD8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386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Organization-specific policy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Neutral future pattern</a:t>
            </a:r>
          </a:p>
        </p:txBody>
      </p:sp>
      <p:sp>
        <p:nvSpPr>
          <p:cNvPr id="19" name="svc-l-1">
            <a:extLst xmlns:a="http://schemas.openxmlformats.org/drawingml/2006/main">
              <a:ext uri="{FF2B5EF4-FFF2-40B4-BE49-F238E27FC236}">
                <a16:creationId xmlns:a16="http://schemas.microsoft.com/office/drawing/2014/main" id="{44DBF4D6-7378-4319-8DE9-AC2CC7F0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vc-2">
            <a:extLst xmlns:a="http://schemas.openxmlformats.org/drawingml/2006/main">
              <a:ext uri="{FF2B5EF4-FFF2-40B4-BE49-F238E27FC236}">
                <a16:creationId xmlns:a16="http://schemas.microsoft.com/office/drawing/2014/main" id="{FB2C9C86-2A8F-465E-A7C1-27B1052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20955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vc-h-2">
            <a:extLst xmlns:a="http://schemas.openxmlformats.org/drawingml/2006/main">
              <a:ext uri="{FF2B5EF4-FFF2-40B4-BE49-F238E27FC236}">
                <a16:creationId xmlns:a16="http://schemas.microsoft.com/office/drawing/2014/main" id="{72C2347F-0B03-402D-A4B0-12C2317E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05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SHARED TRUST SERVICE</a:t>
            </a:r>
          </a:p>
        </p:txBody>
      </p:sp>
      <p:sp>
        <p:nvSpPr>
          <p:cNvPr id="22" name="svc-b-2">
            <a:extLst xmlns:a="http://schemas.openxmlformats.org/drawingml/2006/main">
              <a:ext uri="{FF2B5EF4-FFF2-40B4-BE49-F238E27FC236}">
                <a16:creationId xmlns:a16="http://schemas.microsoft.com/office/drawing/2014/main" id="{2AB87A6A-DD78-4779-9670-2DF300A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386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Multi-organization delivery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Neutral future pattern</a:t>
            </a:r>
          </a:p>
        </p:txBody>
      </p:sp>
      <p:sp>
        <p:nvSpPr>
          <p:cNvPr id="23" name="svc-band">
            <a:extLst xmlns:a="http://schemas.openxmlformats.org/drawingml/2006/main">
              <a:ext uri="{FF2B5EF4-FFF2-40B4-BE49-F238E27FC236}">
                <a16:creationId xmlns:a16="http://schemas.microsoft.com/office/drawing/2014/main" id="{E4BDEBD2-9B9B-4032-B321-F11951CF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77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vc-band-t">
            <a:extLst xmlns:a="http://schemas.openxmlformats.org/drawingml/2006/main">
              <a:ext uri="{FF2B5EF4-FFF2-40B4-BE49-F238E27FC236}">
                <a16:creationId xmlns:a16="http://schemas.microsoft.com/office/drawing/2014/main" id="{AA14D20E-B120-4817-900D-B1575E9C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Platform foundation → customer governance + integrations → co-branded sovereign service</a:t>
            </a:r>
          </a:p>
        </p:txBody>
      </p:sp>
    </p:spTree>
    <p:extLst>
      <p:ext uri="{BB962C8B-B14F-4D97-AF65-F5344CB8AC3E}">
        <p14:creationId xmlns:p14="http://schemas.microsoft.com/office/powerpoint/2010/main" val="9076403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137acee1a4cb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4D496E-ABD3-451B-87EA-FDF63BB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8516D12-B2AF-459D-89D0-1D5B408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-18">
            <a:extLst xmlns:a="http://schemas.openxmlformats.org/drawingml/2006/main">
              <a:ext uri="{FF2B5EF4-FFF2-40B4-BE49-F238E27FC236}">
                <a16:creationId xmlns:a16="http://schemas.microsoft.com/office/drawing/2014/main" id="{4213807D-539F-473C-9F29-5B55A88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STRATEGIC OUTCOME</a:t>
            </a:r>
          </a:p>
        </p:txBody>
      </p:sp>
      <p:sp>
        <p:nvSpPr>
          <p:cNvPr id="5" name="title-18">
            <a:extLst xmlns:a="http://schemas.openxmlformats.org/drawingml/2006/main">
              <a:ext uri="{FF2B5EF4-FFF2-40B4-BE49-F238E27FC236}">
                <a16:creationId xmlns:a16="http://schemas.microsoft.com/office/drawing/2014/main" id="{929CBC7A-9EB4-49B0-AE3C-0B2FFA0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is becoming a system of authority</a:t>
            </a:r>
          </a:p>
        </p:txBody>
      </p:sp>
      <p:sp>
        <p:nvSpPr>
          <p:cNvPr id="6" name="subtitle-18">
            <a:extLst xmlns:a="http://schemas.openxmlformats.org/drawingml/2006/main">
              <a:ext uri="{FF2B5EF4-FFF2-40B4-BE49-F238E27FC236}">
                <a16:creationId xmlns:a16="http://schemas.microsoft.com/office/drawing/2014/main" id="{C93618D0-F622-4EBA-8951-120D3367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E6DD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E6DDFF"/>
                </a:solidFill>
                <a:latin typeface="Mulish"/>
                <a:ea typeface="Mulish"/>
                <a:cs typeface="Mulish"/>
              </a:rPr>
              <a:t>Systems of record show what information exists. Circularo helps prove who acted, under what authority, and what happened.</a:t>
            </a:r>
          </a:p>
        </p:txBody>
      </p:sp>
      <p:sp>
        <p:nvSpPr>
          <p:cNvPr id="7" name="record-side">
            <a:extLst xmlns:a="http://schemas.openxmlformats.org/drawingml/2006/main">
              <a:ext uri="{FF2B5EF4-FFF2-40B4-BE49-F238E27FC236}">
                <a16:creationId xmlns:a16="http://schemas.microsoft.com/office/drawing/2014/main" id="{6377A113-FC7A-47EF-8EF0-9DF7921B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4290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3515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rd-l">
            <a:extLst xmlns:a="http://schemas.openxmlformats.org/drawingml/2006/main">
              <a:ext uri="{FF2B5EF4-FFF2-40B4-BE49-F238E27FC236}">
                <a16:creationId xmlns:a16="http://schemas.microsoft.com/office/drawing/2014/main" id="{124F5835-E40D-4E60-9AC7-CDB879F8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SYSTEM OF RECORD</a:t>
            </a:r>
          </a:p>
        </p:txBody>
      </p:sp>
      <p:sp>
        <p:nvSpPr>
          <p:cNvPr id="9" name="record-q">
            <a:extLst xmlns:a="http://schemas.openxmlformats.org/drawingml/2006/main">
              <a:ext uri="{FF2B5EF4-FFF2-40B4-BE49-F238E27FC236}">
                <a16:creationId xmlns:a16="http://schemas.microsoft.com/office/drawing/2014/main" id="{D87BAF24-C46C-4C84-8D1A-0EFDBAEC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705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What information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do we have?</a:t>
            </a:r>
          </a:p>
        </p:txBody>
      </p:sp>
      <p:sp>
        <p:nvSpPr>
          <p:cNvPr id="10" name="authority-side">
            <a:extLst xmlns:a="http://schemas.openxmlformats.org/drawingml/2006/main">
              <a:ext uri="{FF2B5EF4-FFF2-40B4-BE49-F238E27FC236}">
                <a16:creationId xmlns:a16="http://schemas.microsoft.com/office/drawing/2014/main" id="{BE08AFAC-70B5-45C6-908C-251030E7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73914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uthority-l">
            <a:extLst xmlns:a="http://schemas.openxmlformats.org/drawingml/2006/main">
              <a:ext uri="{FF2B5EF4-FFF2-40B4-BE49-F238E27FC236}">
                <a16:creationId xmlns:a16="http://schemas.microsoft.com/office/drawing/2014/main" id="{434E5ED6-E48B-47A1-B315-3DD3616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SYSTEM OF AUTHORITY</a:t>
            </a:r>
          </a:p>
        </p:txBody>
      </p:sp>
      <p:sp>
        <p:nvSpPr>
          <p:cNvPr id="12" name="close-q-0">
            <a:extLst xmlns:a="http://schemas.openxmlformats.org/drawingml/2006/main">
              <a:ext uri="{FF2B5EF4-FFF2-40B4-BE49-F238E27FC236}">
                <a16:creationId xmlns:a16="http://schemas.microsoft.com/office/drawing/2014/main" id="{D2DF2636-0537-4ECF-8F06-C23FFF3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q-0-text">
            <a:extLst xmlns:a="http://schemas.openxmlformats.org/drawingml/2006/main">
              <a:ext uri="{FF2B5EF4-FFF2-40B4-BE49-F238E27FC236}">
                <a16:creationId xmlns:a16="http://schemas.microsoft.com/office/drawing/2014/main" id="{26E6506F-E140-4242-97C2-52A7774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8141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4" name="close-qt-0">
            <a:extLst xmlns:a="http://schemas.openxmlformats.org/drawingml/2006/main">
              <a:ext uri="{FF2B5EF4-FFF2-40B4-BE49-F238E27FC236}">
                <a16:creationId xmlns:a16="http://schemas.microsoft.com/office/drawing/2014/main" id="{D89FE47E-1EE7-4E5B-A0BF-E6D7DB03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48075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acted?</a:t>
            </a:r>
          </a:p>
        </p:txBody>
      </p:sp>
      <p:sp>
        <p:nvSpPr>
          <p:cNvPr id="15" name="close-q-1">
            <a:extLst xmlns:a="http://schemas.openxmlformats.org/drawingml/2006/main">
              <a:ext uri="{FF2B5EF4-FFF2-40B4-BE49-F238E27FC236}">
                <a16:creationId xmlns:a16="http://schemas.microsoft.com/office/drawing/2014/main" id="{18E6535B-BA2B-4C5E-AB5B-66F81AF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00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q-1-text">
            <a:extLst xmlns:a="http://schemas.openxmlformats.org/drawingml/2006/main">
              <a:ext uri="{FF2B5EF4-FFF2-40B4-BE49-F238E27FC236}">
                <a16:creationId xmlns:a16="http://schemas.microsoft.com/office/drawing/2014/main" id="{FA6757B7-3207-4687-8A1C-D4CDF2DD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2888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17" name="close-qt-1">
            <a:extLst xmlns:a="http://schemas.openxmlformats.org/drawingml/2006/main">
              <a:ext uri="{FF2B5EF4-FFF2-40B4-BE49-F238E27FC236}">
                <a16:creationId xmlns:a16="http://schemas.microsoft.com/office/drawing/2014/main" id="{A6802FB0-A9BE-449F-9B54-0B2AB54C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19550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Were they authorized?</a:t>
            </a:r>
          </a:p>
        </p:txBody>
      </p:sp>
      <p:sp>
        <p:nvSpPr>
          <p:cNvPr id="18" name="close-q-2">
            <a:extLst xmlns:a="http://schemas.openxmlformats.org/drawingml/2006/main">
              <a:ext uri="{FF2B5EF4-FFF2-40B4-BE49-F238E27FC236}">
                <a16:creationId xmlns:a16="http://schemas.microsoft.com/office/drawing/2014/main" id="{80ABE100-F6CD-4970-AA47-34F30C70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815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e-q-2-text">
            <a:extLst xmlns:a="http://schemas.openxmlformats.org/drawingml/2006/main">
              <a:ext uri="{FF2B5EF4-FFF2-40B4-BE49-F238E27FC236}">
                <a16:creationId xmlns:a16="http://schemas.microsoft.com/office/drawing/2014/main" id="{5E6409C6-989E-4AE3-8B4A-E55BFCB8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2436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0" name="close-qt-2">
            <a:extLst xmlns:a="http://schemas.openxmlformats.org/drawingml/2006/main">
              <a:ext uri="{FF2B5EF4-FFF2-40B4-BE49-F238E27FC236}">
                <a16:creationId xmlns:a16="http://schemas.microsoft.com/office/drawing/2014/main" id="{C0A360B6-168B-4689-9082-CC879539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91025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was approved and executed?</a:t>
            </a:r>
          </a:p>
        </p:txBody>
      </p:sp>
      <p:sp>
        <p:nvSpPr>
          <p:cNvPr id="21" name="close-q-3">
            <a:extLst xmlns:a="http://schemas.openxmlformats.org/drawingml/2006/main">
              <a:ext uri="{FF2B5EF4-FFF2-40B4-BE49-F238E27FC236}">
                <a16:creationId xmlns:a16="http://schemas.microsoft.com/office/drawing/2014/main" id="{80A7E50B-E964-4427-91DB-F55DE0B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529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ose-q-3-text">
            <a:extLst xmlns:a="http://schemas.openxmlformats.org/drawingml/2006/main">
              <a:ext uri="{FF2B5EF4-FFF2-40B4-BE49-F238E27FC236}">
                <a16:creationId xmlns:a16="http://schemas.microsoft.com/office/drawing/2014/main" id="{71D96592-64BA-4D87-B7A3-93E449B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95838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3" name="close-qt-3">
            <a:extLst xmlns:a="http://schemas.openxmlformats.org/drawingml/2006/main">
              <a:ext uri="{FF2B5EF4-FFF2-40B4-BE49-F238E27FC236}">
                <a16:creationId xmlns:a16="http://schemas.microsoft.com/office/drawing/2014/main" id="{B1869961-DEAF-42CD-83DF-D5044A3F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62500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evidence exists?</a:t>
            </a:r>
          </a:p>
        </p:txBody>
      </p:sp>
      <p:sp>
        <p:nvSpPr>
          <p:cNvPr id="24" name="close-q-4">
            <a:extLst xmlns:a="http://schemas.openxmlformats.org/drawingml/2006/main">
              <a:ext uri="{FF2B5EF4-FFF2-40B4-BE49-F238E27FC236}">
                <a16:creationId xmlns:a16="http://schemas.microsoft.com/office/drawing/2014/main" id="{0A9E325F-E046-492C-AC1D-6761A6CE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24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lose-q-4-text">
            <a:extLst xmlns:a="http://schemas.openxmlformats.org/drawingml/2006/main">
              <a:ext uri="{FF2B5EF4-FFF2-40B4-BE49-F238E27FC236}">
                <a16:creationId xmlns:a16="http://schemas.microsoft.com/office/drawing/2014/main" id="{D0D1ECDD-A1DF-4AA1-B499-CEA4E5B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7313"/>
            <a:ext cx="2286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✓</a:t>
            </a:r>
          </a:p>
        </p:txBody>
      </p:sp>
      <p:sp>
        <p:nvSpPr>
          <p:cNvPr id="26" name="close-qt-4">
            <a:extLst xmlns:a="http://schemas.openxmlformats.org/drawingml/2006/main">
              <a:ext uri="{FF2B5EF4-FFF2-40B4-BE49-F238E27FC236}">
                <a16:creationId xmlns:a16="http://schemas.microsoft.com/office/drawing/2014/main" id="{BDB4C9A9-05FD-4DCB-9266-9A2B110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33975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63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could an AI agent initiate?</a:t>
            </a:r>
          </a:p>
        </p:txBody>
      </p:sp>
      <p:sp>
        <p:nvSpPr>
          <p:cNvPr id="27" name="close-band">
            <a:extLst xmlns:a="http://schemas.openxmlformats.org/drawingml/2006/main">
              <a:ext uri="{FF2B5EF4-FFF2-40B4-BE49-F238E27FC236}">
                <a16:creationId xmlns:a16="http://schemas.microsoft.com/office/drawing/2014/main" id="{EED23812-2904-459A-8C84-046088E3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1277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band-t">
            <a:extLst xmlns:a="http://schemas.openxmlformats.org/drawingml/2006/main">
              <a:ext uri="{FF2B5EF4-FFF2-40B4-BE49-F238E27FC236}">
                <a16:creationId xmlns:a16="http://schemas.microsoft.com/office/drawing/2014/main" id="{A64188D1-FCA9-484F-9AE0-ACE65AC5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63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63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Sovereign infrastructure for trusted execution by people, applications and AI agents.</a:t>
            </a:r>
          </a:p>
        </p:txBody>
      </p:sp>
    </p:spTree>
    <p:extLst>
      <p:ext uri="{BB962C8B-B14F-4D97-AF65-F5344CB8AC3E}">
        <p14:creationId xmlns:p14="http://schemas.microsoft.com/office/powerpoint/2010/main" val="654322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2026-08-25T07:11:04.8670000Z</dcterms:created>
  <dcterms:modified xsi:type="dcterms:W3CDTF">2026-08-25T07:11:04.8670000Z</dcterms:modified>
</coreProperties>
</file>