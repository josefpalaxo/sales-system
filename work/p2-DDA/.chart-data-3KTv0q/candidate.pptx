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3f825b831c41eb" /><Relationship Type="http://schemas.openxmlformats.org/officeDocument/2006/relationships/extended-properties" Target="/docProps/app.xml" Id="R07c5de5d86a842cb" /><Relationship Type="http://schemas.openxmlformats.org/officeDocument/2006/relationships/officeDocument" Target="/ppt/presentation.xml" Id="Rb30e08c981f6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47ccaa41fb4040"/>
  </p:sldMasterIdLst>
  <p:notesMasterIdLst>
    <p:notesMasterId xmlns:r="http://schemas.openxmlformats.org/officeDocument/2006/relationships" r:id="Ra6f172ffa48b48ba"/>
  </p:notesMasterIdLst>
  <p:sldIdLst>
    <p:sldId xmlns:r="http://schemas.openxmlformats.org/officeDocument/2006/relationships" id="256" r:id="R9d4b86237c39463c"/>
    <p:sldId xmlns:r="http://schemas.openxmlformats.org/officeDocument/2006/relationships" id="257" r:id="Rdf51668a9dea4891"/>
    <p:sldId xmlns:r="http://schemas.openxmlformats.org/officeDocument/2006/relationships" id="258" r:id="R0a0217d5fffa4f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4ba0aab57438b" /><Relationship Type="http://schemas.openxmlformats.org/officeDocument/2006/relationships/slideMaster" Target="/ppt/slideMasters/slideMaster1.xml" Id="Rff47ccaa41fb4040" /><Relationship Type="http://schemas.openxmlformats.org/officeDocument/2006/relationships/notesMaster" Target="/ppt/notesMasters/notesMaster1.xml" Id="Ra6f172ffa48b48ba" /><Relationship Type="http://schemas.openxmlformats.org/officeDocument/2006/relationships/presProps" Target="/ppt/presProps.xml" Id="Rdeaccd1391de4fc3" /><Relationship Type="http://schemas.openxmlformats.org/officeDocument/2006/relationships/tableStyles" Target="/ppt/tableStyles.xml" Id="R3a76a42ce6524267" /><Relationship Type="http://schemas.openxmlformats.org/officeDocument/2006/relationships/slide" Target="/ppt/slides/slide1.xml" Id="R9d4b86237c39463c" /><Relationship Type="http://schemas.openxmlformats.org/officeDocument/2006/relationships/slide" Target="/ppt/slides/slide2.xml" Id="Rdf51668a9dea4891" /><Relationship Type="http://schemas.openxmlformats.org/officeDocument/2006/relationships/slide" Target="/ppt/slides/slide3.xml" Id="R0a0217d5fffa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e6aa3f2cb49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b5db450174277" /><Relationship Type="http://schemas.openxmlformats.org/officeDocument/2006/relationships/notesMaster" Target="/ppt/notesMasters/notesMaster1.xml" Id="R32fccfc63673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c61bd59c0a4417" /><Relationship Type="http://schemas.openxmlformats.org/officeDocument/2006/relationships/notesMaster" Target="/ppt/notesMasters/notesMaster1.xml" Id="Re2b0f8b677a14e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fde57e770e419b" /><Relationship Type="http://schemas.openxmlformats.org/officeDocument/2006/relationships/notesMaster" Target="/ppt/notesMasters/notesMaster1.xml" Id="R11103a48709b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8aff2de2242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9eeaf0951347af" /><Relationship Type="http://schemas.openxmlformats.org/officeDocument/2006/relationships/slideLayout" Target="/ppt/slideLayouts/slideLayout1.xml" Id="R4831c023a2ee43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31c023a2ee43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3cb2fe8064b09" /><Relationship Type="http://schemas.openxmlformats.org/officeDocument/2006/relationships/image" Target="/ppt/media/image.png" Id="Rb11ee82d8220411b" /><Relationship Type="http://schemas.openxmlformats.org/officeDocument/2006/relationships/chart" Target="/ppt/slides/charts/chart1.xml" Id="R724cb4902ee0420d" /><Relationship Type="http://schemas.openxmlformats.org/officeDocument/2006/relationships/notesSlide" Target="/ppt/notesSlides/notesSlide1.xml" Id="R90db2a7cd4034d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8b2b1490b4b1c" /><Relationship Type="http://schemas.openxmlformats.org/officeDocument/2006/relationships/image" Target="/ppt/media/image2.png" Id="R98ffe2be99e2406e" /><Relationship Type="http://schemas.openxmlformats.org/officeDocument/2006/relationships/chart" Target="/ppt/slides/charts/chart2.xml" Id="R95dcbb68a1094bf1" /><Relationship Type="http://schemas.openxmlformats.org/officeDocument/2006/relationships/notesSlide" Target="/ppt/notesSlides/notesSlide2.xml" Id="Rb0888dcfab89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8424695434005" /><Relationship Type="http://schemas.openxmlformats.org/officeDocument/2006/relationships/image" Target="/ppt/media/image3.png" Id="Rd8f547dfe10742d6" /><Relationship Type="http://schemas.openxmlformats.org/officeDocument/2006/relationships/notesSlide" Target="/ppt/notesSlides/notesSlide3.xml" Id="Rad3fe82525364ea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ee82d8220411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6E157D-80C2-46C7-AB7E-03AAD78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CD1AF8F-E792-4024-972B-F8CD5A3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348A06-6E09-43C5-863E-05A7EC0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BA083382-2B4D-4E35-AD52-0F270AE6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2496800E-8749-4F8C-8295-0429490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384820C2-0A82-40AA-A1AC-554B1C4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4cb4902ee0420d"/>
          </a:graphicData>
        </a:graphic>
      </p:graphicFrame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621825DC-36A4-45B0-A973-36EB175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modeled onboarding. Excludes tax and unpriced services. No baseline price increases.</a:t>
            </a:r>
          </a:p>
        </p:txBody>
      </p:sp>
    </p:spTree>
    <p:extLst>
      <p:ext uri="{BB962C8B-B14F-4D97-AF65-F5344CB8AC3E}">
        <p14:creationId xmlns:p14="http://schemas.microsoft.com/office/powerpoint/2010/main" val="7132263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fe2be99e2406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5631A2-E15C-4F32-855A-549213F9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15ADD02-7B70-46FE-BDB4-AC43B16D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39F815-C867-4E67-BF9A-9837E5F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9EF8EA26-8FD4-4579-9C49-C307E974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90ACF8BF-6153-443C-B7D3-AC322687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dcbb68a1094bf1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4F4121CB-FBF7-44E7-B95C-87E2917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5A807013-EDF1-46BE-BB0A-B6E772A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B74208F6-C4D1-4C24-821F-DB49FA9B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F8593C1D-637C-491A-9620-153C44D2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5CD1A63B-BD52-4805-8D24-6C7E44B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3A23CFE2-1BFF-4AFE-AF15-3DA04567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328520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547dfe10742d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FBFF98-A9B1-4E9E-8545-2D9E12A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10675E6-1476-4AAE-AC94-3F55605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7D4CF73-FE58-4709-9A5D-F7A404E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59456127-F8BA-4FEB-8DE0-C0175C84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BE96DEF1-29C8-4D3C-8737-A25B885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9AC6AE8A-767A-48B4-B667-A0DDAE4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DB4A00DC-F9F8-43D5-83AC-5D8814A9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5D4AD831-0423-4274-9308-22ACA2D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0B3D907-C1D8-4FEF-B663-7E5A173D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0FA731DD-AC53-4E9E-B6B9-C6E8DF61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00C42053-0E3E-477B-A3F0-07E50619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9B3B2FEB-C372-4DCC-A330-F08A23C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1239810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2026-09-20T08:09:00.1560000Z</dcterms:created>
  <dcterms:modified xsi:type="dcterms:W3CDTF">2026-09-20T08:09:00.1560000Z</dcterms:modified>
</coreProperties>
</file>