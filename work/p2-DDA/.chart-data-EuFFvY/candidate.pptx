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de9195f247469d" /><Relationship Type="http://schemas.openxmlformats.org/officeDocument/2006/relationships/extended-properties" Target="/docProps/app.xml" Id="Rb1c96533f35b4a8f" /><Relationship Type="http://schemas.openxmlformats.org/officeDocument/2006/relationships/officeDocument" Target="/ppt/presentation.xml" Id="R5c3078d799ea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35e09455345fd"/>
  </p:sldMasterIdLst>
  <p:notesMasterIdLst>
    <p:notesMasterId xmlns:r="http://schemas.openxmlformats.org/officeDocument/2006/relationships" r:id="R15d8d757bc7e4182"/>
  </p:notesMasterIdLst>
  <p:sldIdLst>
    <p:sldId xmlns:r="http://schemas.openxmlformats.org/officeDocument/2006/relationships" id="256" r:id="R75d0da8078b84d1f"/>
    <p:sldId xmlns:r="http://schemas.openxmlformats.org/officeDocument/2006/relationships" id="257" r:id="R3d974833842f4a68"/>
    <p:sldId xmlns:r="http://schemas.openxmlformats.org/officeDocument/2006/relationships" id="258" r:id="Rebc28b6489b3433b"/>
    <p:sldId xmlns:r="http://schemas.openxmlformats.org/officeDocument/2006/relationships" id="259" r:id="Rbf37a838d02048ec"/>
    <p:sldId xmlns:r="http://schemas.openxmlformats.org/officeDocument/2006/relationships" id="260" r:id="R700ba38250684df2"/>
    <p:sldId xmlns:r="http://schemas.openxmlformats.org/officeDocument/2006/relationships" id="261" r:id="R6886236f15cf46e4"/>
    <p:sldId xmlns:r="http://schemas.openxmlformats.org/officeDocument/2006/relationships" id="262" r:id="R970e50bdaed94a85"/>
    <p:sldId xmlns:r="http://schemas.openxmlformats.org/officeDocument/2006/relationships" id="263" r:id="R108f79cf2ef24574"/>
    <p:sldId xmlns:r="http://schemas.openxmlformats.org/officeDocument/2006/relationships" id="264" r:id="R0ab16604134640dd"/>
    <p:sldId xmlns:r="http://schemas.openxmlformats.org/officeDocument/2006/relationships" id="265" r:id="Rd37f56eec6a741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8cbce39144f65" /><Relationship Type="http://schemas.openxmlformats.org/officeDocument/2006/relationships/slideMaster" Target="/ppt/slideMasters/slideMaster1.xml" Id="R6e835e09455345fd" /><Relationship Type="http://schemas.openxmlformats.org/officeDocument/2006/relationships/notesMaster" Target="/ppt/notesMasters/notesMaster1.xml" Id="R15d8d757bc7e4182" /><Relationship Type="http://schemas.openxmlformats.org/officeDocument/2006/relationships/presProps" Target="/ppt/presProps.xml" Id="Rb4ef86a14f024434" /><Relationship Type="http://schemas.openxmlformats.org/officeDocument/2006/relationships/tableStyles" Target="/ppt/tableStyles.xml" Id="R67d736d8d8d24017" /><Relationship Type="http://schemas.openxmlformats.org/officeDocument/2006/relationships/slide" Target="/ppt/slides/slide1.xml" Id="R75d0da8078b84d1f" /><Relationship Type="http://schemas.openxmlformats.org/officeDocument/2006/relationships/slide" Target="/ppt/slides/slide2.xml" Id="R3d974833842f4a68" /><Relationship Type="http://schemas.openxmlformats.org/officeDocument/2006/relationships/slide" Target="/ppt/slides/slide3.xml" Id="Rebc28b6489b3433b" /><Relationship Type="http://schemas.openxmlformats.org/officeDocument/2006/relationships/slide" Target="/ppt/slides/slide4.xml" Id="Rbf37a838d02048ec" /><Relationship Type="http://schemas.openxmlformats.org/officeDocument/2006/relationships/slide" Target="/ppt/slides/slide5.xml" Id="R700ba38250684df2" /><Relationship Type="http://schemas.openxmlformats.org/officeDocument/2006/relationships/slide" Target="/ppt/slides/slide6.xml" Id="R6886236f15cf46e4" /><Relationship Type="http://schemas.openxmlformats.org/officeDocument/2006/relationships/slide" Target="/ppt/slides/slide7.xml" Id="R970e50bdaed94a85" /><Relationship Type="http://schemas.openxmlformats.org/officeDocument/2006/relationships/slide" Target="/ppt/slides/slide8.xml" Id="R108f79cf2ef24574" /><Relationship Type="http://schemas.openxmlformats.org/officeDocument/2006/relationships/slide" Target="/ppt/slides/slide9.xml" Id="R0ab16604134640dd" /><Relationship Type="http://schemas.openxmlformats.org/officeDocument/2006/relationships/slide" Target="/ppt/slides/slide10.xml" Id="Rd37f56eec6a7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ee6876fbb45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cb12e900fd4498" /><Relationship Type="http://schemas.openxmlformats.org/officeDocument/2006/relationships/notesMaster" Target="/ppt/notesMasters/notesMaster1.xml" Id="Re6fa3f6a64a1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561a34e024f2b" /><Relationship Type="http://schemas.openxmlformats.org/officeDocument/2006/relationships/notesMaster" Target="/ppt/notesMasters/notesMaster1.xml" Id="Rd2c7a20ba76a4f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9c5f8f90154ab9" /><Relationship Type="http://schemas.openxmlformats.org/officeDocument/2006/relationships/notesMaster" Target="/ppt/notesMasters/notesMaster1.xml" Id="Ra0e18918715a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7d59e6f8e4ab8" /><Relationship Type="http://schemas.openxmlformats.org/officeDocument/2006/relationships/notesMaster" Target="/ppt/notesMasters/notesMaster1.xml" Id="R9c64d5db9576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71d28934bf4246" /><Relationship Type="http://schemas.openxmlformats.org/officeDocument/2006/relationships/notesMaster" Target="/ppt/notesMasters/notesMaster1.xml" Id="Rc941d51f89a4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4aaad07734abd" /><Relationship Type="http://schemas.openxmlformats.org/officeDocument/2006/relationships/notesMaster" Target="/ppt/notesMasters/notesMaster1.xml" Id="Rf9aa3b5a930a4b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98cebc28b24921" /><Relationship Type="http://schemas.openxmlformats.org/officeDocument/2006/relationships/notesMaster" Target="/ppt/notesMasters/notesMaster1.xml" Id="R567c418eba9c45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5c397f287c4a19" /><Relationship Type="http://schemas.openxmlformats.org/officeDocument/2006/relationships/notesMaster" Target="/ppt/notesMasters/notesMaster1.xml" Id="Rf3c9538583694b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bb011badc472b" /><Relationship Type="http://schemas.openxmlformats.org/officeDocument/2006/relationships/notesMaster" Target="/ppt/notesMasters/notesMaster1.xml" Id="Rdd9d7abc37c148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f0c56c719434b" /><Relationship Type="http://schemas.openxmlformats.org/officeDocument/2006/relationships/notesMaster" Target="/ppt/notesMasters/notesMaster1.xml" Id="R215a1aee2688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262 users are expected growth, not already contracted users. 4,921 is the numerical minimum implied by 21 answered bands, not a confirmed new-customer pipeline. The user instructed full additive survey counts, with zero overlap deduction. The 65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expected 20% Year 1 growth, the existing cohort saves AED 460,043.70,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150,167,016.89122137 less central subscription AED 65,202,080 gives modeled subscription benefit AED 84,964,936.89122137.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a3084da9bc1f7106a2e02dde698624645d41ce42793f25d5862129eafbd51ceb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82f8f2330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0e20b77db4ce0" /><Relationship Type="http://schemas.openxmlformats.org/officeDocument/2006/relationships/slideLayout" Target="/ppt/slideLayouts/slideLayout1.xml" Id="R3edd3dac161748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dd3dac1617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9946dd6f0480a" /><Relationship Type="http://schemas.openxmlformats.org/officeDocument/2006/relationships/image" Target="/ppt/media/image.png" Id="Rc6140086cd4f4247" /><Relationship Type="http://schemas.openxmlformats.org/officeDocument/2006/relationships/notesSlide" Target="/ppt/notesSlides/notesSlide1.xml" Id="R4a75b438677b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ee750c7614d56" /><Relationship Type="http://schemas.openxmlformats.org/officeDocument/2006/relationships/image" Target="/ppt/media/image2.png" Id="Rf30976cf4b754783" /><Relationship Type="http://schemas.openxmlformats.org/officeDocument/2006/relationships/notesSlide" Target="/ppt/notesSlides/notesSlide2.xml" Id="R867043f5e680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422a35a4743d7" /><Relationship Type="http://schemas.openxmlformats.org/officeDocument/2006/relationships/image" Target="/ppt/media/image3.png" Id="Rc7a409d20d4947b7" /><Relationship Type="http://schemas.openxmlformats.org/officeDocument/2006/relationships/notesSlide" Target="/ppt/notesSlides/notesSlide3.xml" Id="R4e14515cc19b46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9facaa68a4a04" /><Relationship Type="http://schemas.openxmlformats.org/officeDocument/2006/relationships/image" Target="/ppt/media/image4.png" Id="Rb3664a92cc054689" /><Relationship Type="http://schemas.openxmlformats.org/officeDocument/2006/relationships/notesSlide" Target="/ppt/notesSlides/notesSlide4.xml" Id="Ra846af4690e0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5080d63a049bc" /><Relationship Type="http://schemas.openxmlformats.org/officeDocument/2006/relationships/image" Target="/ppt/media/image5.png" Id="R9770d3e31f0345bc" /><Relationship Type="http://schemas.openxmlformats.org/officeDocument/2006/relationships/notesSlide" Target="/ppt/notesSlides/notesSlide5.xml" Id="Rd0fb5f0c5fa9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b3bdcaf5847b8" /><Relationship Type="http://schemas.openxmlformats.org/officeDocument/2006/relationships/image" Target="/ppt/media/image6.png" Id="Rf54a0c44ecdb4010" /><Relationship Type="http://schemas.openxmlformats.org/officeDocument/2006/relationships/notesSlide" Target="/ppt/notesSlides/notesSlide6.xml" Id="R1c18b5bddcad46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1f00c1d7f4fac" /><Relationship Type="http://schemas.openxmlformats.org/officeDocument/2006/relationships/image" Target="/ppt/media/image7.png" Id="R401e015ad201402d" /><Relationship Type="http://schemas.openxmlformats.org/officeDocument/2006/relationships/notesSlide" Target="/ppt/notesSlides/notesSlide7.xml" Id="Ree8d947b1fac4f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2d60becc54a33" /><Relationship Type="http://schemas.openxmlformats.org/officeDocument/2006/relationships/image" Target="/ppt/media/image8.png" Id="R57cf4f981ddf410b" /><Relationship Type="http://schemas.openxmlformats.org/officeDocument/2006/relationships/chart" Target="/ppt/slides/charts/chart1.xml" Id="R3670e495dbe44876" /><Relationship Type="http://schemas.openxmlformats.org/officeDocument/2006/relationships/notesSlide" Target="/ppt/notesSlides/notesSlide8.xml" Id="Rb4805e92291849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ab3e952fa4d7c" /><Relationship Type="http://schemas.openxmlformats.org/officeDocument/2006/relationships/image" Target="/ppt/media/image9.png" Id="R0e59bd8855d24fdc" /><Relationship Type="http://schemas.openxmlformats.org/officeDocument/2006/relationships/notesSlide" Target="/ppt/notesSlides/notesSlide9.xml" Id="Rd33c08b6971746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b1d9b62c84c49" /><Relationship Type="http://schemas.openxmlformats.org/officeDocument/2006/relationships/image" Target="/ppt/media/image10.png" Id="R2ed2f3fcf2744886" /><Relationship Type="http://schemas.openxmlformats.org/officeDocument/2006/relationships/notesSlide" Target="/ppt/notesSlides/notesSlide10.xml" Id="Rbb1412d501a44c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150.17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40086cd4f424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71D45A-E991-4C9A-B5D3-133052A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3CFB9BC-7A59-4B81-AC66-19F3A13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487210-6C46-4586-901C-40A34A56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D8D979B0-581E-41C6-8A35-AA707773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FA213206-188C-474B-B968-9B5AA46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6E5E556A-EABC-4CCE-B6C8-01DAF379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71D09A47-97BB-4248-83FC-98C453C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1BF3C0B5-3615-4109-B17B-8B6144D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22E3756E-2BD7-417E-9E86-BB7A2D9D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EFFC3528-04E1-4F52-A9EF-0972F4A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D98A58D2-24A1-4D17-B81F-84327EDB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29D69255-B458-4DC0-AFEA-E171BB87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1092801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976cf4b75478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A53240-E761-48C8-B089-D85D067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FDB5153-4384-469B-82BD-DF73E9F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A8DAF1-8DCE-4345-B1D3-8ADB43B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C388D57C-DF3D-45E3-9787-0027E3B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5026B5C2-7171-4E9F-B624-FB1C1B3B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943C4B38-15F3-4BF7-83F0-0B929A5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8A5386ED-3684-4591-9476-46625D86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62FDD108-681D-4CD3-8D7C-B3A08D7F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+262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193F4B01-217E-48FC-AC91-DA887EC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25794C22-5FC1-4B2E-B8A2-08BE82E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Year 1 assumption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F7994983-B6D9-4979-A14D-F6449262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BA84B10E-173D-4A29-9A93-2DF9BD4A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F4423C20-BDBD-4776-8115-9450EBC3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8805547C-6DF3-49C7-88F0-23635E2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+3,507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36415D86-9619-4A41-AB9C-A91F99D5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1D81CAA9-83C9-41F7-B757-0ED7A0CE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1C624C47-64B5-4783-A814-05AA17E5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8EBAC083-0130-4B10-89AB-6210042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00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7A255E66-95D2-418F-9C19-32316747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57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6C2DCA19-6DE5-4A0C-BB0A-1FAD408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64.93%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A0ECEE1A-DB7F-4285-9D19-83235A6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65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1497960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409d20d4947b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BA0D2C-A966-49A8-88CF-07ABBC69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7FC713-4717-4985-8D34-310CE524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0D919B-608F-4C03-B7FC-F2D08FE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199BD2B3-BA82-47B6-930B-314CCA09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F7B622B4-1ACA-4A38-9E4D-3BAEAA0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7762ED3B-9126-44C2-8490-73EF604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E7DB872E-7637-4D88-8BF3-91A9D40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8DD46DAB-3C72-4958-827E-82487A03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ACC540EE-8FF8-4AB0-9164-D38771D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96B4F61D-6227-44CF-9C40-871D90A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6F14DE66-2FF8-4B7A-A8FC-E07D93A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E8BE800C-20D5-402E-B883-76FEA189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48DB7126-94BD-454E-AEFC-3323DFF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1CBD7CC-20AC-4664-AA0F-049CFF6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36061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64a92cc05468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782C81-FDE7-410C-A4DF-EE8C0652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08F490-523B-4EDC-A819-32767E8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1DB8DA-C65E-4AA4-9E2D-F1533D84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EFB4CB4E-E204-4BF4-8858-45C7B700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BF0E4AA7-69E6-4347-B461-90F89CE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2469AC5A-17F9-4303-B139-205F0DC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AAF54557-A7A9-4E06-9AEA-ACB03A8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37A9BBF0-5C5B-4A36-B512-88A6962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434A6697-AC6F-40EF-999D-19DF2E6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305986F-12D3-4B8B-9E58-3E4F2BA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226085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0d3e31f0345b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360CF2-19EC-4227-8076-841D303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B57D4C5-B9DB-4AC8-80B8-A238B80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BF8359-56D3-449D-A042-995670A0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C2B3A63D-65EE-4379-9E63-0C042C1B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EB29C8B-897A-451E-B8D6-36339C2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262 users: total cohort savings rise to AED 460,043.70.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93783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a0c44ecdb401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ACB14D-88E3-400E-BF83-402948A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7684977-79B9-41A3-83A8-50E6DB3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9B1216-CFF3-4C5D-9C42-9B269D3E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23CB3FB3-54C4-4C70-8D91-EDFA20D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2686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8B98EEE9-89AA-43B5-9017-438DCB37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FC2EDC8E-8EDC-48A2-ACA3-729F3861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BA85C2F9-1BD2-484C-9C4F-8C3A0D8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E51449DE-F2C2-4016-9BA1-16F8384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BBB7E16-92EF-4111-84D7-5D4E018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2099763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e015ad201402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C78647-57B2-4711-A5BB-DBE195B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C9E9049-4DB7-413E-A3DE-152ECBC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80B243-2695-4E26-A4B5-75F53749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6656B82A-19E3-4C4F-BDC9-3F2841AF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695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1,572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1,651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1,734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1,912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3,507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3,682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3,866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4,059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4,262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F8ED6A8B-1333-4382-A315-5A23B319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792652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f4f981ddf410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B38782-C6B1-484A-AA0F-DE187C0A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7DEFD9C-A361-4695-8B16-07DDE86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24E8BC-1754-42AF-A153-183ABF8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70e495dbe44876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FEB3DFE6-867F-4F0E-B87A-E18E874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84.96m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6C55E8B5-513E-447C-A19D-FEDDD46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A5284706-4FF6-47D2-9473-6A84CF3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62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7B6B33BE-11A0-4788-9C85-CDB46EC7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1408618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9bd8855d24fd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C5D6A9-7C27-415D-8913-7B787322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19F9E18-DC07-4E64-89D1-C03715CC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2D51AB-3716-4A3E-92DF-DBB49CB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2362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EDBC75EF-5A93-4817-B465-F8BE7D1E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1976290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2f3fcf274488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A3BC1F-66CF-4B67-86C3-9FFFEED4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95BD12F-1876-4999-9B16-0BF6EA0F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1F7368-E282-494A-9957-92A12A39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067FE064-1843-4772-AB48-7A17A4EA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884BACE5-6344-4F2B-91A1-0E473BF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7175CD7D-6D99-4E13-8B20-E096BF8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5524766B-2DC1-4F05-AA94-6615057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39E140FD-9E6B-497E-AFCE-398B5C4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52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4A4C913D-AC78-4ADA-B039-16EA4973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24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CB33D165-D508-40B4-830A-364232F5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6A318536-CB8A-4041-9899-8626F64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1564495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2026-09-21T16:13:11.6130000Z</dcterms:created>
  <dcterms:modified xsi:type="dcterms:W3CDTF">2026-09-21T16:13:11.6130000Z</dcterms:modified>
</coreProperties>
</file>