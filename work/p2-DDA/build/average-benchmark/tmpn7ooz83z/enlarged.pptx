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9bc611ef054427c" Type="http://schemas.openxmlformats.org/officeDocument/2006/relationships/officeDocument" Target="ppt/presentation.xml"/><Relationship Id="R0b76b35cd0f94f61" Type="http://schemas.openxmlformats.org/officeDocument/2006/relationships/extended-properties" Target="docProps/app.xml"/><Relationship Id="Rf754789aaf304ad7"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4ba8d64e27dd4ea1"/>
  </p:sldMasterIdLst>
  <p:notesMasterIdLst>
    <p:notesMasterId xmlns:r="http://schemas.openxmlformats.org/officeDocument/2006/relationships" r:id="Redc5877b248c459f"/>
  </p:notesMasterIdLst>
  <p:sldIdLst>
    <p:sldId xmlns:r="http://schemas.openxmlformats.org/officeDocument/2006/relationships" id="256" r:id="Ra62bcf0da760492f"/>
    <p:sldId xmlns:r="http://schemas.openxmlformats.org/officeDocument/2006/relationships" id="257" r:id="Rc9a44748f37b4be7"/>
    <p:sldId xmlns:r="http://schemas.openxmlformats.org/officeDocument/2006/relationships" id="258" r:id="R7844e6feaea64077"/>
    <p:sldId xmlns:r="http://schemas.openxmlformats.org/officeDocument/2006/relationships" id="259" r:id="R541d10f389c64280"/>
    <p:sldId xmlns:r="http://schemas.openxmlformats.org/officeDocument/2006/relationships" id="260" r:id="Rd9d192e222bf4bd5"/>
    <p:sldId xmlns:r="http://schemas.openxmlformats.org/officeDocument/2006/relationships" id="261" r:id="R7198ce18d01e4307"/>
    <p:sldId xmlns:r="http://schemas.openxmlformats.org/officeDocument/2006/relationships" id="262" r:id="Rb81c39746f7f431b"/>
    <p:sldId xmlns:r="http://schemas.openxmlformats.org/officeDocument/2006/relationships" id="263" r:id="R1a7e3bc6209b4938"/>
    <p:sldId xmlns:r="http://schemas.openxmlformats.org/officeDocument/2006/relationships" id="264" r:id="Rabe17fe719d44e01"/>
    <p:sldId xmlns:r="http://schemas.openxmlformats.org/officeDocument/2006/relationships" id="265" r:id="Rba9962efc74e48cd"/>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a7e3bc6209b4938" Type="http://schemas.openxmlformats.org/officeDocument/2006/relationships/slide" Target="slides/slide8.xml"/><Relationship Id="R23ec5a9bd5c04410" Type="http://schemas.openxmlformats.org/officeDocument/2006/relationships/tableStyles" Target="tableStyles.xml"/><Relationship Id="R4ba8d64e27dd4ea1" Type="http://schemas.openxmlformats.org/officeDocument/2006/relationships/slideMaster" Target="slideMasters/slideMaster1.xml"/><Relationship Id="R541d10f389c64280" Type="http://schemas.openxmlformats.org/officeDocument/2006/relationships/slide" Target="slides/slide4.xml"/><Relationship Id="R7198ce18d01e4307" Type="http://schemas.openxmlformats.org/officeDocument/2006/relationships/slide" Target="slides/slide6.xml"/><Relationship Id="R7844e6feaea64077" Type="http://schemas.openxmlformats.org/officeDocument/2006/relationships/slide" Target="slides/slide3.xml"/><Relationship Id="Ra62bcf0da760492f" Type="http://schemas.openxmlformats.org/officeDocument/2006/relationships/slide" Target="slides/slide1.xml"/><Relationship Id="Ra84ab222e15c4038" Type="http://schemas.openxmlformats.org/officeDocument/2006/relationships/presProps" Target="presProps.xml"/><Relationship Id="Rabe17fe719d44e01" Type="http://schemas.openxmlformats.org/officeDocument/2006/relationships/slide" Target="slides/slide9.xml"/><Relationship Id="Rb81c39746f7f431b" Type="http://schemas.openxmlformats.org/officeDocument/2006/relationships/slide" Target="slides/slide7.xml"/><Relationship Id="Rba10b04e59d3426a" Type="http://schemas.openxmlformats.org/officeDocument/2006/relationships/theme" Target="theme/theme1.xml"/><Relationship Id="Rba9962efc74e48cd" Type="http://schemas.openxmlformats.org/officeDocument/2006/relationships/slide" Target="slides/slide10.xml"/><Relationship Id="Rc9a44748f37b4be7" Type="http://schemas.openxmlformats.org/officeDocument/2006/relationships/slide" Target="slides/slide2.xml"/><Relationship Id="Rd9d192e222bf4bd5" Type="http://schemas.openxmlformats.org/officeDocument/2006/relationships/slide" Target="slides/slide5.xml"/><Relationship Id="Redc5877b248c459f"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1be1b9f38c2f4a0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af05541d0ab44375" Type="http://schemas.openxmlformats.org/officeDocument/2006/relationships/notesMaster" Target="../notesMasters/notesMaster1.xml"/><Relationship Id="Rfb0b7eded93a4cf5"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6abb69ae9204a93" Type="http://schemas.openxmlformats.org/officeDocument/2006/relationships/notesMaster" Target="../notesMasters/notesMaster1.xml"/><Relationship Id="R5ca80f05d0a649e0"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677f75d3858417c" Type="http://schemas.openxmlformats.org/officeDocument/2006/relationships/slide" Target="../slides/slide3.xml"/><Relationship Id="R99bf6629f8404a4e"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690c3cdc54c4fc2" Type="http://schemas.openxmlformats.org/officeDocument/2006/relationships/notesMaster" Target="../notesMasters/notesMaster1.xml"/><Relationship Id="R8c36b7c47fd0487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6fdd4a3516b4adf" Type="http://schemas.openxmlformats.org/officeDocument/2006/relationships/slide" Target="../slides/slide5.xml"/><Relationship Id="R8466474d8c5d407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4d2739868d34406" Type="http://schemas.openxmlformats.org/officeDocument/2006/relationships/notesMaster" Target="../notesMasters/notesMaster1.xml"/><Relationship Id="Rc3a587645d444269"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46d8a57ac3b4e3d" Type="http://schemas.openxmlformats.org/officeDocument/2006/relationships/slide" Target="../slides/slide7.xml"/><Relationship Id="R83306564624247fb"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983ead6e88a4b34" Type="http://schemas.openxmlformats.org/officeDocument/2006/relationships/notesMaster" Target="../notesMasters/notesMaster1.xml"/><Relationship Id="R8c80adf57c5e48c9"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5884c713a2b343ae" Type="http://schemas.openxmlformats.org/officeDocument/2006/relationships/notesMaster" Target="../notesMasters/notesMaster1.xml"/><Relationship Id="Rb876bdec1a95471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ee48ff505364db8" Type="http://schemas.openxmlformats.org/officeDocument/2006/relationships/slide" Target="../slides/slide10.xml"/><Relationship Id="Rb0c45e621d1d46e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Existing weighted average is customer subscription revenue divided by users. The 19.87% and 60% comparisons are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Existing-user annual savings are AED 383,369.75 before support.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Average is weighted by users, not a simple average of customer prices. Year 1 growth assumes the same weighted current subscription price.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47b92e4837b408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6c3861f86b042d7" Type="http://schemas.openxmlformats.org/officeDocument/2006/relationships/theme" Target="theme/theme2.xml"/><Relationship Id="Rdc6a283d9d19448f"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a283d9d1944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cd9936b65dd44ef" Type="http://schemas.openxmlformats.org/officeDocument/2006/relationships/image" Target="../media/image.png"/><Relationship Id="R3ea28c79812d45c3" Type="http://schemas.openxmlformats.org/officeDocument/2006/relationships/slideLayout" Target="../slideLayouts/slideLayout1.xml"/><Relationship Id="Rd4f3e4b632064f7d"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4bbaaefc031a4924" Type="http://schemas.openxmlformats.org/officeDocument/2006/relationships/slideLayout" Target="../slideLayouts/slideLayout1.xml"/><Relationship Id="R91d0f7e216c4494b" Type="http://schemas.openxmlformats.org/officeDocument/2006/relationships/image" Target="../media/image2.png"/><Relationship Id="Ra5d3a88dfddb42a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a757e44ab214fc0" Type="http://schemas.openxmlformats.org/officeDocument/2006/relationships/slideLayout" Target="../slideLayouts/slideLayout1.xml"/><Relationship Id="R8694ddea21f94680" Type="http://schemas.openxmlformats.org/officeDocument/2006/relationships/notesSlide" Target="../notesSlides/notesSlide3.xml"/><Relationship Id="R95238c12349e4792" Type="http://schemas.openxmlformats.org/officeDocument/2006/relationships/image" Target="../media/image3.png"/></Relationships>
</file>

<file path=ppt/slides/_rels/slide4.xml.rels><?xml version='1.0' encoding='UTF-8' standalone='yes'?>
<Relationships xmlns="http://schemas.openxmlformats.org/package/2006/relationships"><Relationship Id="R1cee686205254113" Type="http://schemas.openxmlformats.org/officeDocument/2006/relationships/image" Target="../media/image4.png"/><Relationship Id="R9bd2faabf2c54115" Type="http://schemas.openxmlformats.org/officeDocument/2006/relationships/notesSlide" Target="../notesSlides/notesSlide4.xml"/><Relationship Id="Rda04a4d588d84e15"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430bb2251904cad" Type="http://schemas.openxmlformats.org/officeDocument/2006/relationships/slideLayout" Target="../slideLayouts/slideLayout1.xml"/><Relationship Id="R12a63a548a2d48ac" Type="http://schemas.openxmlformats.org/officeDocument/2006/relationships/image" Target="../media/image5.png"/><Relationship Id="R3a022aafb45b4b8d"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eb3c87b4f744e89" Type="http://schemas.openxmlformats.org/officeDocument/2006/relationships/notesSlide" Target="../notesSlides/notesSlide6.xml"/><Relationship Id="R94a88f697ed84cd8" Type="http://schemas.openxmlformats.org/officeDocument/2006/relationships/image" Target="../media/image6.png"/><Relationship Id="Ra1d6b14cffa1437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69cda8b0cc94063" Type="http://schemas.openxmlformats.org/officeDocument/2006/relationships/image" Target="../media/image7.png"/><Relationship Id="R6c52ccdbc72748b3" Type="http://schemas.openxmlformats.org/officeDocument/2006/relationships/slideLayout" Target="../slideLayouts/slideLayout1.xml"/><Relationship Id="R84380b65038b4eb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97c7970dcf01465e" Type="http://schemas.openxmlformats.org/officeDocument/2006/relationships/notesSlide" Target="../notesSlides/notesSlide8.xml"/><Relationship Id="Rbdbd2089ea164d7b" Type="http://schemas.openxmlformats.org/officeDocument/2006/relationships/chart" Target="charts/chart1.xml"/><Relationship Id="Rdc9c5a3115a54579" Type="http://schemas.openxmlformats.org/officeDocument/2006/relationships/image" Target="../media/image8.png"/><Relationship Id="Reaaa24e4c2b544ec"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26c64b4940cf49d2" Type="http://schemas.openxmlformats.org/officeDocument/2006/relationships/image" Target="../media/image9.png"/><Relationship Id="R7b0fbe38700d4116" Type="http://schemas.openxmlformats.org/officeDocument/2006/relationships/notesSlide" Target="../notesSlides/notesSlide9.xml"/><Relationship Id="Rf559454bceb144fb"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e21cf98b9d5417e" Type="http://schemas.openxmlformats.org/officeDocument/2006/relationships/slideLayout" Target="../slideLayouts/slideLayout1.xml"/><Relationship Id="R1f9efce4584a4e09" Type="http://schemas.openxmlformats.org/officeDocument/2006/relationships/notesSlide" Target="../notesSlides/notesSlide10.xml"/><Relationship Id="R35b975295c4142d3" Type="http://schemas.openxmlformats.org/officeDocument/2006/relationships/image" Target="../media/image10.png"/></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Current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8" name="Rectangle 1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d9936b65dd44ef"/>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4F12F40A-29F7-4B5C-8004-4F6BF97517B4}"/>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C33368FF-ADEC-4C6C-809C-DFCBC2581530}"/>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339488E6-C913-4B7E-BBDF-C90F22BAF639}"/>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5C7D6C41-9354-44AE-BC0E-D9C6DF38265E}"/>
              </a:ext>
            </a:extLst>
          </p:cNvPr>
          <p:cNvSpPr>
            <a:spLocks xmlns:a="http://schemas.openxmlformats.org/drawingml/2006/main" noGrp="1"/>
          </p:cNvSpPr>
          <p:nvPr/>
        </p:nvSpPr>
        <p:spPr>
          <a:xfrm xmlns:a="http://schemas.openxmlformats.org/drawingml/2006/main">
            <a:off x="1219200" y="2943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61905F52-791A-4568-8555-593672B16D95}"/>
              </a:ext>
            </a:extLst>
          </p:cNvPr>
          <p:cNvSpPr>
            <a:spLocks xmlns:a="http://schemas.openxmlformats.org/drawingml/2006/main" noGrp="1"/>
          </p:cNvSpPr>
          <p:nvPr/>
        </p:nvSpPr>
        <p:spPr>
          <a:xfrm xmlns:a="http://schemas.openxmlformats.org/drawingml/2006/main">
            <a:off x="1219200" y="3895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34003F49-0FD4-45BA-9677-4DBE94E84CA9}"/>
              </a:ext>
            </a:extLst>
          </p:cNvPr>
          <p:cNvSpPr>
            <a:spLocks xmlns:a="http://schemas.openxmlformats.org/drawingml/2006/main" noGrp="1"/>
          </p:cNvSpPr>
          <p:nvPr/>
        </p:nvSpPr>
        <p:spPr>
          <a:xfrm xmlns:a="http://schemas.openxmlformats.org/drawingml/2006/main">
            <a:off x="1219200" y="4838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391E5A73-24EA-4AE4-BBC8-C93C14F7C1A6}"/>
              </a:ext>
            </a:extLst>
          </p:cNvPr>
          <p:cNvSpPr>
            <a:spLocks xmlns:a="http://schemas.openxmlformats.org/drawingml/2006/main" noGrp="1"/>
          </p:cNvSpPr>
          <p:nvPr/>
        </p:nvSpPr>
        <p:spPr>
          <a:xfrm xmlns:a="http://schemas.openxmlformats.org/drawingml/2006/main">
            <a:off x="5238750" y="3895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28AC1531-E4FC-4E60-9538-1EA88F881014}"/>
              </a:ext>
            </a:extLst>
          </p:cNvPr>
          <p:cNvSpPr>
            <a:spLocks xmlns:a="http://schemas.openxmlformats.org/drawingml/2006/main" noGrp="1"/>
          </p:cNvSpPr>
          <p:nvPr/>
        </p:nvSpPr>
        <p:spPr>
          <a:xfrm xmlns:a="http://schemas.openxmlformats.org/drawingml/2006/main">
            <a:off x="5238750" y="4838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B8800D96-8F25-45E8-8689-AC12921F6B45}"/>
              </a:ext>
            </a:extLst>
          </p:cNvPr>
          <p:cNvSpPr>
            <a:spLocks xmlns:a="http://schemas.openxmlformats.org/drawingml/2006/main" noGrp="1"/>
          </p:cNvSpPr>
          <p:nvPr/>
        </p:nvSpPr>
        <p:spPr>
          <a:xfrm xmlns:a="http://schemas.openxmlformats.org/drawingml/2006/main">
            <a:off x="9505950" y="3895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9BE0F8C0-75C9-4F26-B9F6-799DD0CEE908}"/>
              </a:ext>
            </a:extLst>
          </p:cNvPr>
          <p:cNvSpPr>
            <a:spLocks xmlns:a="http://schemas.openxmlformats.org/drawingml/2006/main" noGrp="1"/>
          </p:cNvSpPr>
          <p:nvPr/>
        </p:nvSpPr>
        <p:spPr>
          <a:xfrm xmlns:a="http://schemas.openxmlformats.org/drawingml/2006/main">
            <a:off x="9505950" y="4838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9EBC2F6A-CA28-49A4-A48C-514963445872}"/>
              </a:ext>
            </a:extLst>
          </p:cNvPr>
          <p:cNvSpPr>
            <a:spLocks xmlns:a="http://schemas.openxmlformats.org/drawingml/2006/main" noGrp="1"/>
          </p:cNvSpPr>
          <p:nvPr/>
        </p:nvSpPr>
        <p:spPr>
          <a:xfrm xmlns:a="http://schemas.openxmlformats.org/drawingml/2006/main">
            <a:off x="1219200" y="5953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19.87% below the current weighted customer price</a:t>
            </a:r>
          </a:p>
        </p:txBody>
      </p:sp>
      <p:sp>
        <p:nvSpPr>
          <p:cNvPr id="13" name="qualification">
            <a:extLst xmlns:a="http://schemas.openxmlformats.org/drawingml/2006/main">
              <a:ext uri="{FF2B5EF4-FFF2-40B4-BE49-F238E27FC236}">
                <a16:creationId xmlns:a16="http://schemas.microsoft.com/office/drawing/2014/main" id="{EF78C644-0907-41B9-8EA9-B3CD54A2F744}"/>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AED 1,472.65 current weighted price. Separately: 60% below AED 2,950 list price.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Subscription only. Support is a separate charge.</a:t>
            </a:r>
          </a:p>
        </p:txBody>
      </p:sp>
    </p:spTree>
    <p:extLst>
      <p:ext uri="{BB962C8B-B14F-4D97-AF65-F5344CB8AC3E}">
        <p14:creationId xmlns:p14="http://schemas.microsoft.com/office/powerpoint/2010/main" val="5641765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1d0f7e216c4494b"/>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306D90F-4140-4F50-9E4F-9DEDEDCEC45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F9A0CDA8-6172-4CF0-A243-A7FDECD112BC}"/>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2D990795-F84F-4293-AF59-219920599682}"/>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5B83C0CC-9334-4505-98CF-28F436379C95}"/>
              </a:ext>
            </a:extLst>
          </p:cNvPr>
          <p:cNvSpPr>
            <a:spLocks xmlns:a="http://schemas.openxmlformats.org/drawingml/2006/main" noGrp="1"/>
          </p:cNvSpPr>
          <p:nvPr/>
        </p:nvSpPr>
        <p:spPr>
          <a:xfrm xmlns:a="http://schemas.openxmlformats.org/drawingml/2006/main">
            <a:off x="1219200" y="2895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FADFB62F-F294-46B7-AF4B-D76787058B23}"/>
              </a:ext>
            </a:extLst>
          </p:cNvPr>
          <p:cNvSpPr>
            <a:spLocks xmlns:a="http://schemas.openxmlformats.org/drawingml/2006/main" noGrp="1"/>
          </p:cNvSpPr>
          <p:nvPr/>
        </p:nvSpPr>
        <p:spPr>
          <a:xfrm xmlns:a="http://schemas.openxmlformats.org/drawingml/2006/main">
            <a:off x="1219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59B2474E-AAD1-4072-BADF-F241B44EA6F6}"/>
              </a:ext>
            </a:extLst>
          </p:cNvPr>
          <p:cNvSpPr>
            <a:spLocks xmlns:a="http://schemas.openxmlformats.org/drawingml/2006/main" noGrp="1"/>
          </p:cNvSpPr>
          <p:nvPr/>
        </p:nvSpPr>
        <p:spPr>
          <a:xfrm xmlns:a="http://schemas.openxmlformats.org/drawingml/2006/main">
            <a:off x="1219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B14C0E4C-5EA5-456E-92D2-C44006662E0C}"/>
              </a:ext>
            </a:extLst>
          </p:cNvPr>
          <p:cNvSpPr>
            <a:spLocks xmlns:a="http://schemas.openxmlformats.org/drawingml/2006/main" noGrp="1"/>
          </p:cNvSpPr>
          <p:nvPr/>
        </p:nvSpPr>
        <p:spPr>
          <a:xfrm xmlns:a="http://schemas.openxmlformats.org/drawingml/2006/main">
            <a:off x="1219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B5EB9DA0-1F67-4D86-BA45-C486366E21BE}"/>
              </a:ext>
            </a:extLst>
          </p:cNvPr>
          <p:cNvSpPr>
            <a:spLocks xmlns:a="http://schemas.openxmlformats.org/drawingml/2006/main" noGrp="1"/>
          </p:cNvSpPr>
          <p:nvPr/>
        </p:nvSpPr>
        <p:spPr>
          <a:xfrm xmlns:a="http://schemas.openxmlformats.org/drawingml/2006/main">
            <a:off x="3505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931D6C6A-9FBF-4E44-8599-967A8F2BA897}"/>
              </a:ext>
            </a:extLst>
          </p:cNvPr>
          <p:cNvSpPr>
            <a:spLocks xmlns:a="http://schemas.openxmlformats.org/drawingml/2006/main" noGrp="1"/>
          </p:cNvSpPr>
          <p:nvPr/>
        </p:nvSpPr>
        <p:spPr>
          <a:xfrm xmlns:a="http://schemas.openxmlformats.org/drawingml/2006/main">
            <a:off x="3505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A11B60B9-A99B-429F-9B43-470C54BA0F9F}"/>
              </a:ext>
            </a:extLst>
          </p:cNvPr>
          <p:cNvSpPr>
            <a:spLocks xmlns:a="http://schemas.openxmlformats.org/drawingml/2006/main" noGrp="1"/>
          </p:cNvSpPr>
          <p:nvPr/>
        </p:nvSpPr>
        <p:spPr>
          <a:xfrm xmlns:a="http://schemas.openxmlformats.org/drawingml/2006/main">
            <a:off x="3505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E9A1093A-A0DB-4B73-A133-E8282AE5DBF2}"/>
              </a:ext>
            </a:extLst>
          </p:cNvPr>
          <p:cNvSpPr>
            <a:spLocks xmlns:a="http://schemas.openxmlformats.org/drawingml/2006/main" noGrp="1"/>
          </p:cNvSpPr>
          <p:nvPr/>
        </p:nvSpPr>
        <p:spPr>
          <a:xfrm xmlns:a="http://schemas.openxmlformats.org/drawingml/2006/main">
            <a:off x="5791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C6CFE9C3-DD01-4FB0-8E5D-4214E6A9F50A}"/>
              </a:ext>
            </a:extLst>
          </p:cNvPr>
          <p:cNvSpPr>
            <a:spLocks xmlns:a="http://schemas.openxmlformats.org/drawingml/2006/main" noGrp="1"/>
          </p:cNvSpPr>
          <p:nvPr/>
        </p:nvSpPr>
        <p:spPr>
          <a:xfrm xmlns:a="http://schemas.openxmlformats.org/drawingml/2006/main">
            <a:off x="5791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87D57CD6-21DB-43A0-87C5-7FB088FFC7DF}"/>
              </a:ext>
            </a:extLst>
          </p:cNvPr>
          <p:cNvSpPr>
            <a:spLocks xmlns:a="http://schemas.openxmlformats.org/drawingml/2006/main" noGrp="1"/>
          </p:cNvSpPr>
          <p:nvPr/>
        </p:nvSpPr>
        <p:spPr>
          <a:xfrm xmlns:a="http://schemas.openxmlformats.org/drawingml/2006/main">
            <a:off x="5791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944821A7-9E14-47E6-9B8A-644F391EB32A}"/>
              </a:ext>
            </a:extLst>
          </p:cNvPr>
          <p:cNvSpPr>
            <a:spLocks xmlns:a="http://schemas.openxmlformats.org/drawingml/2006/main" noGrp="1"/>
          </p:cNvSpPr>
          <p:nvPr/>
        </p:nvSpPr>
        <p:spPr>
          <a:xfrm xmlns:a="http://schemas.openxmlformats.org/drawingml/2006/main">
            <a:off x="8077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49E8C4FF-9C39-4838-8125-59AE10D03447}"/>
              </a:ext>
            </a:extLst>
          </p:cNvPr>
          <p:cNvSpPr>
            <a:spLocks xmlns:a="http://schemas.openxmlformats.org/drawingml/2006/main" noGrp="1"/>
          </p:cNvSpPr>
          <p:nvPr/>
        </p:nvSpPr>
        <p:spPr>
          <a:xfrm xmlns:a="http://schemas.openxmlformats.org/drawingml/2006/main">
            <a:off x="8077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7DC3B11F-10E0-4D41-B2B1-F1BF34DC6DFC}"/>
              </a:ext>
            </a:extLst>
          </p:cNvPr>
          <p:cNvSpPr>
            <a:spLocks xmlns:a="http://schemas.openxmlformats.org/drawingml/2006/main" noGrp="1"/>
          </p:cNvSpPr>
          <p:nvPr/>
        </p:nvSpPr>
        <p:spPr>
          <a:xfrm xmlns:a="http://schemas.openxmlformats.org/drawingml/2006/main">
            <a:off x="8077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47C6E238-01C5-4D3F-ACF8-AA90DDCB3731}"/>
              </a:ext>
            </a:extLst>
          </p:cNvPr>
          <p:cNvSpPr>
            <a:spLocks xmlns:a="http://schemas.openxmlformats.org/drawingml/2006/main" noGrp="1"/>
          </p:cNvSpPr>
          <p:nvPr/>
        </p:nvSpPr>
        <p:spPr>
          <a:xfrm xmlns:a="http://schemas.openxmlformats.org/drawingml/2006/main">
            <a:off x="10363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41C0DAA2-970A-4DE4-AA60-2F5E989EACBB}"/>
              </a:ext>
            </a:extLst>
          </p:cNvPr>
          <p:cNvSpPr>
            <a:spLocks xmlns:a="http://schemas.openxmlformats.org/drawingml/2006/main" noGrp="1"/>
          </p:cNvSpPr>
          <p:nvPr/>
        </p:nvSpPr>
        <p:spPr>
          <a:xfrm xmlns:a="http://schemas.openxmlformats.org/drawingml/2006/main">
            <a:off x="10363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2E486A7D-3E09-49D9-AA46-B2E8693A8B02}"/>
              </a:ext>
            </a:extLst>
          </p:cNvPr>
          <p:cNvSpPr>
            <a:spLocks xmlns:a="http://schemas.openxmlformats.org/drawingml/2006/main" noGrp="1"/>
          </p:cNvSpPr>
          <p:nvPr/>
        </p:nvSpPr>
        <p:spPr>
          <a:xfrm xmlns:a="http://schemas.openxmlformats.org/drawingml/2006/main">
            <a:off x="10363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8773CB80-44F5-42FB-A860-89EDE9AC1975}"/>
              </a:ext>
            </a:extLst>
          </p:cNvPr>
          <p:cNvSpPr>
            <a:spLocks xmlns:a="http://schemas.openxmlformats.org/drawingml/2006/main" noGrp="1"/>
          </p:cNvSpPr>
          <p:nvPr/>
        </p:nvSpPr>
        <p:spPr>
          <a:xfrm xmlns:a="http://schemas.openxmlformats.org/drawingml/2006/main">
            <a:off x="1219200" y="5924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84CD0EA6-6DB4-4704-A22E-DB6FB35E0250}"/>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913668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238c12349e4792"/>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980D753B-5867-4FBC-B224-C6BC7E334722}"/>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25608074-34B7-485A-810A-604C7246D106}"/>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26329BB9-CB43-43E0-B451-E2DEF0E4955E}"/>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0BA4586B-5BE9-49A1-96FC-6DD550E8EBCB}"/>
              </a:ext>
            </a:extLst>
          </p:cNvPr>
          <p:cNvSpPr>
            <a:spLocks xmlns:a="http://schemas.openxmlformats.org/drawingml/2006/main" noGrp="1"/>
          </p:cNvSpPr>
          <p:nvPr/>
        </p:nvSpPr>
        <p:spPr>
          <a:xfrm xmlns:a="http://schemas.openxmlformats.org/drawingml/2006/main">
            <a:off x="121920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subscription cost</a:t>
            </a:r>
          </a:p>
        </p:txBody>
      </p:sp>
      <p:sp>
        <p:nvSpPr>
          <p:cNvPr id="6" name="pillar-1">
            <a:extLst xmlns:a="http://schemas.openxmlformats.org/drawingml/2006/main">
              <a:ext uri="{FF2B5EF4-FFF2-40B4-BE49-F238E27FC236}">
                <a16:creationId xmlns:a16="http://schemas.microsoft.com/office/drawing/2014/main" id="{B683CAC1-2D54-4454-9BE4-42373F484FB3}"/>
              </a:ext>
            </a:extLst>
          </p:cNvPr>
          <p:cNvSpPr>
            <a:spLocks xmlns:a="http://schemas.openxmlformats.org/drawingml/2006/main" noGrp="1"/>
          </p:cNvSpPr>
          <p:nvPr/>
        </p:nvSpPr>
        <p:spPr>
          <a:xfrm xmlns:a="http://schemas.openxmlformats.org/drawingml/2006/main">
            <a:off x="5095875"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DCD70140-D470-463A-9CFB-C6E757B462AD}"/>
              </a:ext>
            </a:extLst>
          </p:cNvPr>
          <p:cNvSpPr>
            <a:spLocks xmlns:a="http://schemas.openxmlformats.org/drawingml/2006/main" noGrp="1"/>
          </p:cNvSpPr>
          <p:nvPr/>
        </p:nvSpPr>
        <p:spPr>
          <a:xfrm xmlns:a="http://schemas.openxmlformats.org/drawingml/2006/main">
            <a:off x="897255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AEE92C0B-9FA4-407D-85DE-B325B874A17E}"/>
              </a:ext>
            </a:extLst>
          </p:cNvPr>
          <p:cNvSpPr>
            <a:spLocks xmlns:a="http://schemas.openxmlformats.org/drawingml/2006/main" noGrp="1"/>
          </p:cNvSpPr>
          <p:nvPr/>
        </p:nvSpPr>
        <p:spPr>
          <a:xfrm xmlns:a="http://schemas.openxmlformats.org/drawingml/2006/main">
            <a:off x="1219200" y="4019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19.87%</a:t>
            </a:r>
          </a:p>
        </p:txBody>
      </p:sp>
      <p:sp>
        <p:nvSpPr>
          <p:cNvPr id="9" name="cost-copy">
            <a:extLst xmlns:a="http://schemas.openxmlformats.org/drawingml/2006/main">
              <a:ext uri="{FF2B5EF4-FFF2-40B4-BE49-F238E27FC236}">
                <a16:creationId xmlns:a16="http://schemas.microsoft.com/office/drawing/2014/main" id="{30A074CE-A81F-4198-951F-07DCDF532B3A}"/>
              </a:ext>
            </a:extLst>
          </p:cNvPr>
          <p:cNvSpPr>
            <a:spLocks xmlns:a="http://schemas.openxmlformats.org/drawingml/2006/main" noGrp="1"/>
          </p:cNvSpPr>
          <p:nvPr/>
        </p:nvSpPr>
        <p:spPr>
          <a:xfrm xmlns:a="http://schemas.openxmlformats.org/drawingml/2006/main">
            <a:off x="1219200" y="48768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below the existing weighted</a:t>
            </a:r>
          </a:p>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subscription price</a:t>
            </a:r>
          </a:p>
        </p:txBody>
      </p:sp>
      <p:sp>
        <p:nvSpPr>
          <p:cNvPr id="10" name="current-saving">
            <a:extLst xmlns:a="http://schemas.openxmlformats.org/drawingml/2006/main">
              <a:ext uri="{FF2B5EF4-FFF2-40B4-BE49-F238E27FC236}">
                <a16:creationId xmlns:a16="http://schemas.microsoft.com/office/drawing/2014/main" id="{B689FA28-A6AE-4A06-B1EC-816B28BFE43A}"/>
              </a:ext>
            </a:extLst>
          </p:cNvPr>
          <p:cNvSpPr>
            <a:spLocks xmlns:a="http://schemas.openxmlformats.org/drawingml/2006/main" noGrp="1"/>
          </p:cNvSpPr>
          <p:nvPr/>
        </p:nvSpPr>
        <p:spPr>
          <a:xfrm xmlns:a="http://schemas.openxmlformats.org/drawingml/2006/main">
            <a:off x="1219200" y="5781675"/>
            <a:ext cx="3524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AED 383,370 / year</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592C6D0C-99F7-40F0-9CF7-D441CF75EA9E}"/>
              </a:ext>
            </a:extLst>
          </p:cNvPr>
          <p:cNvSpPr>
            <a:spLocks xmlns:a="http://schemas.openxmlformats.org/drawingml/2006/main" noGrp="1"/>
          </p:cNvSpPr>
          <p:nvPr/>
        </p:nvSpPr>
        <p:spPr>
          <a:xfrm xmlns:a="http://schemas.openxmlformats.org/drawingml/2006/main">
            <a:off x="5095875" y="4057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C2DC6479-8376-447B-9FFE-BECEF2C731D0}"/>
              </a:ext>
            </a:extLst>
          </p:cNvPr>
          <p:cNvSpPr>
            <a:spLocks xmlns:a="http://schemas.openxmlformats.org/drawingml/2006/main" noGrp="1"/>
          </p:cNvSpPr>
          <p:nvPr/>
        </p:nvSpPr>
        <p:spPr>
          <a:xfrm xmlns:a="http://schemas.openxmlformats.org/drawingml/2006/main">
            <a:off x="5095875" y="4876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FC1C5C0A-951F-406C-B3D8-9EFF98EC3029}"/>
              </a:ext>
            </a:extLst>
          </p:cNvPr>
          <p:cNvSpPr>
            <a:spLocks xmlns:a="http://schemas.openxmlformats.org/drawingml/2006/main" noGrp="1"/>
          </p:cNvSpPr>
          <p:nvPr/>
        </p:nvSpPr>
        <p:spPr>
          <a:xfrm xmlns:a="http://schemas.openxmlformats.org/drawingml/2006/main">
            <a:off x="8972550" y="4057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A8F19F68-A97A-4AB3-903D-8DBF2A2ED05C}"/>
              </a:ext>
            </a:extLst>
          </p:cNvPr>
          <p:cNvSpPr>
            <a:spLocks xmlns:a="http://schemas.openxmlformats.org/drawingml/2006/main" noGrp="1"/>
          </p:cNvSpPr>
          <p:nvPr/>
        </p:nvSpPr>
        <p:spPr>
          <a:xfrm xmlns:a="http://schemas.openxmlformats.org/drawingml/2006/main">
            <a:off x="8972550" y="4876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8ED68A0A-91E3-422F-A3A4-972F5659AA0F}"/>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4163115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Rectangle 1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cee68620525411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00E3B530-2EFC-4C9E-BF64-9C7DD1459DDB}"/>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04CE246C-5621-4642-9BCD-64792A1E675D}"/>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4EE5E23D-1AAC-47D3-A96C-F4ED54438DBE}"/>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49A386FE-D1CB-45AE-A922-CE9C528A4480}"/>
              </a:ext>
            </a:extLst>
          </p:cNvPr>
          <p:cNvSpPr>
            <a:spLocks xmlns:a="http://schemas.openxmlformats.org/drawingml/2006/main" noGrp="1"/>
          </p:cNvSpPr>
          <p:nvPr/>
        </p:nvSpPr>
        <p:spPr>
          <a:xfrm xmlns:a="http://schemas.openxmlformats.org/drawingml/2006/main">
            <a:off x="1219200" y="2952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27946365-474E-4EEB-B9AB-1D27D04E5D43}"/>
              </a:ext>
            </a:extLst>
          </p:cNvPr>
          <p:cNvSpPr>
            <a:spLocks xmlns:a="http://schemas.openxmlformats.org/drawingml/2006/main" noGrp="1"/>
          </p:cNvSpPr>
          <p:nvPr/>
        </p:nvSpPr>
        <p:spPr>
          <a:xfrm xmlns:a="http://schemas.openxmlformats.org/drawingml/2006/main">
            <a:off x="1219200" y="4048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50EE8CA7-FF5C-46C0-A40D-8A25E2048650}"/>
              </a:ext>
            </a:extLst>
          </p:cNvPr>
          <p:cNvSpPr>
            <a:spLocks xmlns:a="http://schemas.openxmlformats.org/drawingml/2006/main" noGrp="1"/>
          </p:cNvSpPr>
          <p:nvPr/>
        </p:nvSpPr>
        <p:spPr>
          <a:xfrm xmlns:a="http://schemas.openxmlformats.org/drawingml/2006/main">
            <a:off x="1219200" y="4905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27C96F28-3D4E-4BF3-B57C-F1F6412AC9E5}"/>
              </a:ext>
            </a:extLst>
          </p:cNvPr>
          <p:cNvSpPr>
            <a:spLocks xmlns:a="http://schemas.openxmlformats.org/drawingml/2006/main" noGrp="1"/>
          </p:cNvSpPr>
          <p:nvPr/>
        </p:nvSpPr>
        <p:spPr>
          <a:xfrm xmlns:a="http://schemas.openxmlformats.org/drawingml/2006/main">
            <a:off x="1219200" y="5514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F225D36A-037D-4B11-A2E0-C0918528FFD7}"/>
              </a:ext>
            </a:extLst>
          </p:cNvPr>
          <p:cNvSpPr>
            <a:spLocks xmlns:a="http://schemas.openxmlformats.org/drawingml/2006/main" noGrp="1"/>
          </p:cNvSpPr>
          <p:nvPr/>
        </p:nvSpPr>
        <p:spPr>
          <a:xfrm xmlns:a="http://schemas.openxmlformats.org/drawingml/2006/main">
            <a:off x="8210550" y="4029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4C0750C9-2944-4647-8FE5-F6037408EAB0}"/>
              </a:ext>
            </a:extLst>
          </p:cNvPr>
          <p:cNvSpPr>
            <a:spLocks xmlns:a="http://schemas.openxmlformats.org/drawingml/2006/main" noGrp="1"/>
          </p:cNvSpPr>
          <p:nvPr/>
        </p:nvSpPr>
        <p:spPr>
          <a:xfrm xmlns:a="http://schemas.openxmlformats.org/drawingml/2006/main">
            <a:off x="8210550" y="5524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78F066BA-46EF-42CD-B0E2-4DF95E36ABE0}"/>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1435226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2a63a548a2d48ac"/>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97663B31-6A8E-4DA0-93F9-90B7EBB6C247}"/>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99855EB3-1845-422F-B570-539A84B2890F}"/>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32B4A45C-9F50-4514-A5EF-EEE3344D86C0}"/>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82742D1A-09AA-4A45-8482-CE838B3273F5}"/>
              </a:ext>
            </a:extLst>
          </p:cNvPr>
          <p:cNvSpPr>
            <a:spLocks xmlns:a="http://schemas.openxmlformats.org/drawingml/2006/main" noGrp="1"/>
          </p:cNvSpPr>
          <p:nvPr/>
        </p:nvSpPr>
        <p:spPr>
          <a:xfrm xmlns:a="http://schemas.openxmlformats.org/drawingml/2006/main">
            <a:off x="1219200" y="2476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1219200" y="2952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9E788941-BC59-435C-B15E-C22008AB1192}"/>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Year 1 existing growth adds 655 users: total cohort savings rise to AED 575,054.63.</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Source prices are user-supplied. Support excluded; the full 10K commitment is payable.</a:t>
            </a:r>
          </a:p>
        </p:txBody>
      </p:sp>
    </p:spTree>
    <p:extLst>
      <p:ext uri="{BB962C8B-B14F-4D97-AF65-F5344CB8AC3E}">
        <p14:creationId xmlns:p14="http://schemas.microsoft.com/office/powerpoint/2010/main" val="151648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4a88f697ed84cd8"/>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6A679F3-F47B-441F-959D-45268DDBBE32}"/>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608CBD38-2141-4A79-989B-B225406873A9}"/>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AE331E25-0778-48FE-A241-552BD59823CB}"/>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E87276FD-4E54-4CB4-80C8-C8B56D18FF4C}"/>
              </a:ext>
            </a:extLst>
          </p:cNvPr>
          <p:cNvSpPr>
            <a:spLocks xmlns:a="http://schemas.openxmlformats.org/drawingml/2006/main" noGrp="1"/>
          </p:cNvSpPr>
          <p:nvPr/>
        </p:nvSpPr>
        <p:spPr>
          <a:xfrm xmlns:a="http://schemas.openxmlformats.org/drawingml/2006/main">
            <a:off x="1219200" y="2800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1219200" y="3448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D4210886-B19B-485E-9F42-60EE4FBFBFA4}"/>
              </a:ext>
            </a:extLst>
          </p:cNvPr>
          <p:cNvSpPr>
            <a:spLocks xmlns:a="http://schemas.openxmlformats.org/drawingml/2006/main" noGrp="1"/>
          </p:cNvSpPr>
          <p:nvPr/>
        </p:nvSpPr>
        <p:spPr>
          <a:xfrm xmlns:a="http://schemas.openxmlformats.org/drawingml/2006/main">
            <a:off x="8972550" y="2809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D486CF4C-688A-4619-9422-72AA48B459AC}"/>
              </a:ext>
            </a:extLst>
          </p:cNvPr>
          <p:cNvSpPr>
            <a:spLocks xmlns:a="http://schemas.openxmlformats.org/drawingml/2006/main" noGrp="1"/>
          </p:cNvSpPr>
          <p:nvPr/>
        </p:nvSpPr>
        <p:spPr>
          <a:xfrm xmlns:a="http://schemas.openxmlformats.org/drawingml/2006/main">
            <a:off x="8972550" y="3476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3ED68354-E9C0-4859-A627-12026287F795}"/>
              </a:ext>
            </a:extLst>
          </p:cNvPr>
          <p:cNvSpPr>
            <a:spLocks xmlns:a="http://schemas.openxmlformats.org/drawingml/2006/main" noGrp="1"/>
          </p:cNvSpPr>
          <p:nvPr/>
        </p:nvSpPr>
        <p:spPr>
          <a:xfrm xmlns:a="http://schemas.openxmlformats.org/drawingml/2006/main">
            <a:off x="8972550" y="4581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B1F04BC3-D5BA-413C-89D9-58EF27D24765}"/>
              </a:ext>
            </a:extLst>
          </p:cNvPr>
          <p:cNvSpPr>
            <a:spLocks xmlns:a="http://schemas.openxmlformats.org/drawingml/2006/main" noGrp="1"/>
          </p:cNvSpPr>
          <p:nvPr/>
        </p:nvSpPr>
        <p:spPr>
          <a:xfrm xmlns:a="http://schemas.openxmlformats.org/drawingml/2006/main">
            <a:off x="8972550" y="5334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28654F2B-8BE8-4133-86C2-703753BA6A94}"/>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478222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9cda8b0cc9406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A2BD928-AD37-452B-8835-C27E7AE5FBC4}"/>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40FE0A2C-7A2D-41F9-8FBA-C5864C44FF71}"/>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3B8B1438-0C70-497D-A9D7-5C9311C71A5B}"/>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2F4D1B6D-4734-41B7-A1CF-CD998CCB556B}"/>
              </a:ext>
            </a:extLst>
          </p:cNvPr>
          <p:cNvSpPr>
            <a:spLocks xmlns:a="http://schemas.openxmlformats.org/drawingml/2006/main" noGrp="1"/>
          </p:cNvSpPr>
          <p:nvPr/>
        </p:nvSpPr>
        <p:spPr>
          <a:xfrm xmlns:a="http://schemas.openxmlformats.org/drawingml/2006/main">
            <a:off x="1219200" y="2809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1219200" y="3457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35101E2B-1DDE-4C35-8C25-9518712D702C}"/>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1262935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9" name="Rectangle 1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c9c5a3115a54579"/>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30743F5-C36F-42F6-8940-194C5BC22544}"/>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13231534-CD53-4D62-925E-F21EF8098876}"/>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738A4C10-2B38-4087-9712-B74ACBB18D8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1219200" y="3086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bdbd2089ea164d7b"/>
          </a:graphicData>
        </a:graphic>
      </p:graphicFrame>
      <p:sp>
        <p:nvSpPr>
          <p:cNvPr id="6" name="modeled-benefit">
            <a:extLst xmlns:a="http://schemas.openxmlformats.org/drawingml/2006/main">
              <a:ext uri="{FF2B5EF4-FFF2-40B4-BE49-F238E27FC236}">
                <a16:creationId xmlns:a16="http://schemas.microsoft.com/office/drawing/2014/main" id="{C5BB2A8B-79C7-446A-880C-E8519B551CCA}"/>
              </a:ext>
            </a:extLst>
          </p:cNvPr>
          <p:cNvSpPr>
            <a:spLocks xmlns:a="http://schemas.openxmlformats.org/drawingml/2006/main" noGrp="1"/>
          </p:cNvSpPr>
          <p:nvPr/>
        </p:nvSpPr>
        <p:spPr>
          <a:xfrm xmlns:a="http://schemas.openxmlformats.org/drawingml/2006/main">
            <a:off x="8534400" y="3086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1D066953-C233-453D-BB3A-7A3C81CEBDA2}"/>
              </a:ext>
            </a:extLst>
          </p:cNvPr>
          <p:cNvSpPr>
            <a:spLocks xmlns:a="http://schemas.openxmlformats.org/drawingml/2006/main" noGrp="1"/>
          </p:cNvSpPr>
          <p:nvPr/>
        </p:nvSpPr>
        <p:spPr>
          <a:xfrm xmlns:a="http://schemas.openxmlformats.org/drawingml/2006/main">
            <a:off x="8534400" y="3895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CAD73C99-F9AC-4F76-A96F-68C517EDEE0F}"/>
              </a:ext>
            </a:extLst>
          </p:cNvPr>
          <p:cNvSpPr>
            <a:spLocks xmlns:a="http://schemas.openxmlformats.org/drawingml/2006/main" noGrp="1"/>
          </p:cNvSpPr>
          <p:nvPr/>
        </p:nvSpPr>
        <p:spPr>
          <a:xfrm xmlns:a="http://schemas.openxmlformats.org/drawingml/2006/main">
            <a:off x="8534400" y="4810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C4767C39-ED35-4E46-8A09-0E33B276096B}"/>
              </a:ext>
            </a:extLst>
          </p:cNvPr>
          <p:cNvSpPr>
            <a:spLocks xmlns:a="http://schemas.openxmlformats.org/drawingml/2006/main" noGrp="1"/>
          </p:cNvSpPr>
          <p:nvPr/>
        </p:nvSpPr>
        <p:spPr>
          <a:xfrm xmlns:a="http://schemas.openxmlformats.org/drawingml/2006/main">
            <a:off x="8534400" y="5619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current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AE5D4860-C653-4A44-BFFA-7256550F5F0C}"/>
              </a:ext>
            </a:extLst>
          </p:cNvPr>
          <p:cNvSpPr>
            <a:spLocks xmlns:a="http://schemas.openxmlformats.org/drawingml/2006/main" noGrp="1"/>
          </p:cNvSpPr>
          <p:nvPr/>
        </p:nvSpPr>
        <p:spPr>
          <a:xfrm xmlns:a="http://schemas.openxmlformats.org/drawingml/2006/main">
            <a:off x="1219200" y="6467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Current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1671318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Rectangle 1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c64b4940cf49d2"/>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310E3DD-C380-4A11-A623-088C379CE086}"/>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C9D7CBD3-D644-4974-8BC4-B8D0D1974829}"/>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F40C6F7A-72CA-45C1-A1AA-107538CD8EED}"/>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1219200" y="3124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62DDCAEC-A233-4E0E-8A1F-16F3B552E639}"/>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1692224768"/>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b975295c4142d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AD8D18B-9284-48C4-B524-4F42ED90A54B}"/>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F617F9AA-BB22-4898-B713-2E70A3FC38FC}"/>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3A2AB755-45ED-40FB-ADF1-4D9C740C7DEC}"/>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A487EC4F-B82E-4147-ABF3-9CFE1A590B86}"/>
              </a:ext>
            </a:extLst>
          </p:cNvPr>
          <p:cNvSpPr>
            <a:spLocks xmlns:a="http://schemas.openxmlformats.org/drawingml/2006/main" noGrp="1"/>
          </p:cNvSpPr>
          <p:nvPr/>
        </p:nvSpPr>
        <p:spPr>
          <a:xfrm xmlns:a="http://schemas.openxmlformats.org/drawingml/2006/main">
            <a:off x="1219200" y="3314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9B9D60F6-33F6-42E4-9C5B-497809ECE6FF}"/>
              </a:ext>
            </a:extLst>
          </p:cNvPr>
          <p:cNvSpPr>
            <a:spLocks xmlns:a="http://schemas.openxmlformats.org/drawingml/2006/main" noGrp="1"/>
          </p:cNvSpPr>
          <p:nvPr/>
        </p:nvSpPr>
        <p:spPr>
          <a:xfrm xmlns:a="http://schemas.openxmlformats.org/drawingml/2006/main">
            <a:off x="1219200" y="4286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5D67A0C9-6F23-446B-B1B4-6C94D0E7DC05}"/>
              </a:ext>
            </a:extLst>
          </p:cNvPr>
          <p:cNvSpPr>
            <a:spLocks xmlns:a="http://schemas.openxmlformats.org/drawingml/2006/main" noGrp="1"/>
          </p:cNvSpPr>
          <p:nvPr/>
        </p:nvSpPr>
        <p:spPr>
          <a:xfrm xmlns:a="http://schemas.openxmlformats.org/drawingml/2006/main">
            <a:off x="6172200" y="3314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3E30E0FE-861C-4697-B63F-A6A011D1FD20}"/>
              </a:ext>
            </a:extLst>
          </p:cNvPr>
          <p:cNvSpPr>
            <a:spLocks xmlns:a="http://schemas.openxmlformats.org/drawingml/2006/main" noGrp="1"/>
          </p:cNvSpPr>
          <p:nvPr/>
        </p:nvSpPr>
        <p:spPr>
          <a:xfrm xmlns:a="http://schemas.openxmlformats.org/drawingml/2006/main">
            <a:off x="6172200" y="4286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15527DB7-89B2-4619-B5D1-F865686155A6}"/>
              </a:ext>
            </a:extLst>
          </p:cNvPr>
          <p:cNvSpPr>
            <a:spLocks xmlns:a="http://schemas.openxmlformats.org/drawingml/2006/main" noGrp="1"/>
          </p:cNvSpPr>
          <p:nvPr/>
        </p:nvSpPr>
        <p:spPr>
          <a:xfrm xmlns:a="http://schemas.openxmlformats.org/drawingml/2006/main">
            <a:off x="9839325" y="3314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E71F038E-9BD8-424E-BB23-6479904FD701}"/>
              </a:ext>
            </a:extLst>
          </p:cNvPr>
          <p:cNvSpPr>
            <a:spLocks xmlns:a="http://schemas.openxmlformats.org/drawingml/2006/main" noGrp="1"/>
          </p:cNvSpPr>
          <p:nvPr/>
        </p:nvSpPr>
        <p:spPr>
          <a:xfrm xmlns:a="http://schemas.openxmlformats.org/drawingml/2006/main">
            <a:off x="9839325" y="4286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CC983B18-DBAF-4BBB-BC42-31D6E9646EE1}"/>
              </a:ext>
            </a:extLst>
          </p:cNvPr>
          <p:cNvSpPr>
            <a:spLocks xmlns:a="http://schemas.openxmlformats.org/drawingml/2006/main" noGrp="1"/>
          </p:cNvSpPr>
          <p:nvPr/>
        </p:nvSpPr>
        <p:spPr>
          <a:xfrm xmlns:a="http://schemas.openxmlformats.org/drawingml/2006/main">
            <a:off x="1219200" y="5686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E73F054C-BCC7-4D70-BCE8-E2292F0D7ABA}"/>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2034652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2026-09-21T16:32:22.9130000Z</dcterms:created>
  <dcterms:modified xsi:type="dcterms:W3CDTF">2026-09-21T16:32:22.9130000Z</dcterms:modified>
</coreProperties>
</file>