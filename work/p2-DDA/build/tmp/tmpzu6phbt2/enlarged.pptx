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2dbe4056b49434e" Type="http://schemas.openxmlformats.org/officeDocument/2006/relationships/extended-properties" Target="docProps/app.xml"/><Relationship Id="R57f037e0c6604e42" Type="http://schemas.openxmlformats.org/package/2006/relationships/metadata/core-properties" Target="docProps/core.xml"/><Relationship Id="Rf4ed8f1dad984fd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84f397fe44441"/>
  </p:sldMasterIdLst>
  <p:notesMasterIdLst>
    <p:notesMasterId xmlns:r="http://schemas.openxmlformats.org/officeDocument/2006/relationships" r:id="Rfc21c1261e704db5"/>
  </p:notesMasterIdLst>
  <p:sldIdLst>
    <p:sldId xmlns:r="http://schemas.openxmlformats.org/officeDocument/2006/relationships" id="256" r:id="R11c8fa5bdf0b4e80"/>
    <p:sldId xmlns:r="http://schemas.openxmlformats.org/officeDocument/2006/relationships" id="257" r:id="Re42289b72fba4673"/>
    <p:sldId xmlns:r="http://schemas.openxmlformats.org/officeDocument/2006/relationships" id="258" r:id="R3bf75e13773e47e1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1c8fa5bdf0b4e80" Type="http://schemas.openxmlformats.org/officeDocument/2006/relationships/slide" Target="slides/slide1.xml"/><Relationship Id="R25776283a34243e8" Type="http://schemas.openxmlformats.org/officeDocument/2006/relationships/presProps" Target="presProps.xml"/><Relationship Id="R2cf620102bfc4326" Type="http://schemas.openxmlformats.org/officeDocument/2006/relationships/theme" Target="theme/theme1.xml"/><Relationship Id="R37184f397fe44441" Type="http://schemas.openxmlformats.org/officeDocument/2006/relationships/slideMaster" Target="slideMasters/slideMaster1.xml"/><Relationship Id="R3bf75e13773e47e1" Type="http://schemas.openxmlformats.org/officeDocument/2006/relationships/slide" Target="slides/slide3.xml"/><Relationship Id="Rc94b49f529354beb" Type="http://schemas.openxmlformats.org/officeDocument/2006/relationships/tableStyles" Target="tableStyles.xml"/><Relationship Id="Re42289b72fba4673" Type="http://schemas.openxmlformats.org/officeDocument/2006/relationships/slide" Target="slides/slide2.xml"/><Relationship Id="Rfc21c1261e704db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8bd5a3b95d224a1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a0a10a1eeeb43ed" Type="http://schemas.openxmlformats.org/officeDocument/2006/relationships/slide" Target="../slides/slide1.xml"/><Relationship Id="Rf2a34c5e0d12498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07ed03add314889" Type="http://schemas.openxmlformats.org/officeDocument/2006/relationships/slide" Target="../slides/slide2.xml"/><Relationship Id="Rab55e6091d5e47a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1c7716f0ef748f8" Type="http://schemas.openxmlformats.org/officeDocument/2006/relationships/notesMaster" Target="../notesMasters/notesMaster1.xml"/><Relationship Id="R7a00cbb43f8b45c9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18897f0b2594c6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8a304ee04924a9e" Type="http://schemas.openxmlformats.org/officeDocument/2006/relationships/theme" Target="theme/theme2.xml"/><Relationship Id="R99ccec6c62f2482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cec6c62f2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e8e3687e5c64a55" Type="http://schemas.openxmlformats.org/officeDocument/2006/relationships/notesSlide" Target="../notesSlides/notesSlide1.xml"/><Relationship Id="R84645fcaebdc4612" Type="http://schemas.openxmlformats.org/officeDocument/2006/relationships/slideLayout" Target="../slideLayouts/slideLayout1.xml"/><Relationship Id="Rcff75266875a4309" Type="http://schemas.openxmlformats.org/officeDocument/2006/relationships/chart" Target="charts/chart1.xml"/><Relationship Id="Rdcf1c6027ca24e44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e2bca4406d541c2" Type="http://schemas.openxmlformats.org/officeDocument/2006/relationships/chart" Target="charts/chart2.xml"/><Relationship Id="R43cc1999e065485f" Type="http://schemas.openxmlformats.org/officeDocument/2006/relationships/slideLayout" Target="../slideLayouts/slideLayout1.xml"/><Relationship Id="R883298cc89fd46cc" Type="http://schemas.openxmlformats.org/officeDocument/2006/relationships/notesSlide" Target="../notesSlides/notesSlide2.xml"/><Relationship Id="Rec15ab583b8d4f4d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4a13efa440e94203" Type="http://schemas.openxmlformats.org/officeDocument/2006/relationships/slideLayout" Target="../slideLayouts/slideLayout1.xml"/><Relationship Id="Rb81a0e8a7d4343eb" Type="http://schemas.openxmlformats.org/officeDocument/2006/relationships/notesSlide" Target="../notesSlides/notesSlide3.xml"/><Relationship Id="Rddb90cd42c544348" Type="http://schemas.openxmlformats.org/officeDocument/2006/relationships/image" Target="../media/image3.png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1c6027ca24e44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22AEC4-1886-416E-8A14-E03E66C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D3A8874-218A-4CF7-9ACE-A3F5BD5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D7FFE0-8A67-41E9-A56D-4D899FD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C03C4D3F-ED3B-4B1A-AA29-6C106E1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3CF45244-9C0C-4205-AC90-9377219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AEEC44F3-3C3B-4E3C-B012-2DEAEB3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57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0" y="2952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f75266875a4309"/>
          </a:graphicData>
        </a:graphic>
      </p:graphicFrame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D6F1EB5B-51B6-4987-99E2-FA074ED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769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modeled onboarding. Excludes tax and unpriced services. No baseline price increases.</a:t>
            </a:r>
          </a:p>
        </p:txBody>
      </p:sp>
    </p:spTree>
    <p:extLst>
      <p:ext uri="{BB962C8B-B14F-4D97-AF65-F5344CB8AC3E}">
        <p14:creationId xmlns:p14="http://schemas.microsoft.com/office/powerpoint/2010/main" val="1383564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5ab583b8d4f4d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159231-912C-4A5A-9FB9-ACA2C6A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E635372-D934-49CC-8514-318EF607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5D30FC-1BC4-42DD-A4FE-665B50E6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497B7920-517C-4F9A-83FD-418149F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163F4F7A-5AB2-4B31-8A5A-3720A6A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24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1190625" y="4581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2bca4406d541c2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87F7CBE1-E2CB-42FC-B464-82AA0B4D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9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F9122E93-4E02-47A7-B3C4-50566944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43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CDD56477-FC14-4DB6-A372-18BEA2E0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71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56035F1F-1338-410E-8EDD-62DE97E0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38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A460FA34-6AC4-4409-B750-D5B402D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591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53C524C0-1A74-4B5B-BCA3-7BBD30C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468208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90cd42c544348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3CE624-5CAE-48EB-9945-B3C8197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A7C00CA-BDE0-4BF6-8234-BE00866F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3CCE06-58E3-4DC7-8DC4-096DBA7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134BC313-1465-439A-8E10-EB3B691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FF36E68E-D6A0-48EC-936A-50A61B7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95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A5B19722-1BDE-4084-B7E5-896690F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CF14DDFE-83F2-4C86-B456-EC2B315E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29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1A8A426-9ADB-4462-B736-358F775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3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A5471AF7-BC38-4B9C-B649-1EA8BCBE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17269A13-3167-45D5-B58A-25226F2E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0F3391EF-20CF-4925-AA42-23247C9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D5D58244-19A7-4B5C-844E-1C9EA63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29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551450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2026-09-20T08:09:33.7710000Z</dcterms:created>
  <dcterms:modified xsi:type="dcterms:W3CDTF">2026-09-20T08:09:33.7710000Z</dcterms:modified>
</coreProperties>
</file>