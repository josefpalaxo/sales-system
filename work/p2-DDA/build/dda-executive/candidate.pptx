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cfd0e20dbc4f0b" /><Relationship Type="http://schemas.openxmlformats.org/officeDocument/2006/relationships/extended-properties" Target="/docProps/app.xml" Id="R9f8668594a26417a" /><Relationship Type="http://schemas.openxmlformats.org/officeDocument/2006/relationships/officeDocument" Target="/ppt/presentation.xml" Id="Re9c827390f5945e0" /></Relationships>
</file>

<file path=ppt/presentation.xml><?xml version="1.0" encoding="utf-8"?>
<p:presentation xmlns:p="http://schemas.openxmlformats.org/presentationml/2006/main">
  <p:sldMasterIdLst>
    <p:sldMasterId xmlns:r="http://schemas.openxmlformats.org/officeDocument/2006/relationships" id="2147483648" r:id="R53843cf7c6154994"/>
  </p:sldMasterIdLst>
  <p:notesMasterIdLst>
    <p:notesMasterId xmlns:r="http://schemas.openxmlformats.org/officeDocument/2006/relationships" r:id="R4957a10f8eb345bb"/>
  </p:notesMasterIdLst>
  <p:sldIdLst>
    <p:sldId xmlns:r="http://schemas.openxmlformats.org/officeDocument/2006/relationships" id="256" r:id="R01288331dd374c95"/>
    <p:sldId xmlns:r="http://schemas.openxmlformats.org/officeDocument/2006/relationships" id="257" r:id="Rcb8224202ebb471a"/>
    <p:sldId xmlns:r="http://schemas.openxmlformats.org/officeDocument/2006/relationships" id="258" r:id="R567309b16373409f"/>
    <p:sldId xmlns:r="http://schemas.openxmlformats.org/officeDocument/2006/relationships" id="259" r:id="R097e2c78c2c34630"/>
    <p:sldId xmlns:r="http://schemas.openxmlformats.org/officeDocument/2006/relationships" id="260" r:id="R7153a76e68d04263"/>
    <p:sldId xmlns:r="http://schemas.openxmlformats.org/officeDocument/2006/relationships" id="261" r:id="Rc90f8e624d06490a"/>
    <p:sldId xmlns:r="http://schemas.openxmlformats.org/officeDocument/2006/relationships" id="262" r:id="Raca1991ccc5b4fc0"/>
    <p:sldId xmlns:r="http://schemas.openxmlformats.org/officeDocument/2006/relationships" id="263" r:id="R8a44b1044d374dea"/>
    <p:sldId xmlns:r="http://schemas.openxmlformats.org/officeDocument/2006/relationships" id="264" r:id="Rba84aaa6c4474ce1"/>
    <p:sldId xmlns:r="http://schemas.openxmlformats.org/officeDocument/2006/relationships" id="265" r:id="Reb225e796acc4a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34def86eb946f4" /><Relationship Type="http://schemas.openxmlformats.org/officeDocument/2006/relationships/slideMaster" Target="/ppt/slideMasters/slideMaster1.xml" Id="R53843cf7c6154994" /><Relationship Type="http://schemas.openxmlformats.org/officeDocument/2006/relationships/notesMaster" Target="/ppt/notesMasters/notesMaster1.xml" Id="R4957a10f8eb345bb" /><Relationship Type="http://schemas.openxmlformats.org/officeDocument/2006/relationships/presProps" Target="/ppt/presProps.xml" Id="R4aee7e2b5838469a" /><Relationship Type="http://schemas.openxmlformats.org/officeDocument/2006/relationships/tableStyles" Target="/ppt/tableStyles.xml" Id="Rd7f7e74bf1a24f09" /><Relationship Type="http://schemas.openxmlformats.org/officeDocument/2006/relationships/slide" Target="/ppt/slides/slide1.xml" Id="R01288331dd374c95" /><Relationship Type="http://schemas.openxmlformats.org/officeDocument/2006/relationships/slide" Target="/ppt/slides/slide2.xml" Id="Rcb8224202ebb471a" /><Relationship Type="http://schemas.openxmlformats.org/officeDocument/2006/relationships/slide" Target="/ppt/slides/slide3.xml" Id="R567309b16373409f" /><Relationship Type="http://schemas.openxmlformats.org/officeDocument/2006/relationships/slide" Target="/ppt/slides/slide4.xml" Id="R097e2c78c2c34630" /><Relationship Type="http://schemas.openxmlformats.org/officeDocument/2006/relationships/slide" Target="/ppt/slides/slide5.xml" Id="R7153a76e68d04263" /><Relationship Type="http://schemas.openxmlformats.org/officeDocument/2006/relationships/slide" Target="/ppt/slides/slide6.xml" Id="Rc90f8e624d06490a" /><Relationship Type="http://schemas.openxmlformats.org/officeDocument/2006/relationships/slide" Target="/ppt/slides/slide7.xml" Id="Raca1991ccc5b4fc0" /><Relationship Type="http://schemas.openxmlformats.org/officeDocument/2006/relationships/slide" Target="/ppt/slides/slide8.xml" Id="R8a44b1044d374dea" /><Relationship Type="http://schemas.openxmlformats.org/officeDocument/2006/relationships/slide" Target="/ppt/slides/slide9.xml" Id="Rba84aaa6c4474ce1" /><Relationship Type="http://schemas.openxmlformats.org/officeDocument/2006/relationships/slide" Target="/ppt/slides/slide10.xml" Id="Reb225e796acc4a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bd19d4d1c841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9d92714140447d" /><Relationship Type="http://schemas.openxmlformats.org/officeDocument/2006/relationships/notesMaster" Target="/ppt/notesMasters/notesMaster1.xml" Id="R0e7a137f83d549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3b546b4958424e" /><Relationship Type="http://schemas.openxmlformats.org/officeDocument/2006/relationships/notesMaster" Target="/ppt/notesMasters/notesMaster1.xml" Id="R71800c9c52ac4b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ab68697624232" /><Relationship Type="http://schemas.openxmlformats.org/officeDocument/2006/relationships/notesMaster" Target="/ppt/notesMasters/notesMaster1.xml" Id="Ra7b107f2076341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8d318330bb405a" /><Relationship Type="http://schemas.openxmlformats.org/officeDocument/2006/relationships/notesMaster" Target="/ppt/notesMasters/notesMaster1.xml" Id="R26b78cd561914a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aae4b6e7114346" /><Relationship Type="http://schemas.openxmlformats.org/officeDocument/2006/relationships/notesMaster" Target="/ppt/notesMasters/notesMaster1.xml" Id="Rc92e17a4962a49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63ec677b684fac" /><Relationship Type="http://schemas.openxmlformats.org/officeDocument/2006/relationships/notesMaster" Target="/ppt/notesMasters/notesMaster1.xml" Id="R2ae794f224654f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adde91d79c4dc0" /><Relationship Type="http://schemas.openxmlformats.org/officeDocument/2006/relationships/notesMaster" Target="/ppt/notesMasters/notesMaster1.xml" Id="R7f309d74b3ff44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bbd1f0590548c3" /><Relationship Type="http://schemas.openxmlformats.org/officeDocument/2006/relationships/notesMaster" Target="/ppt/notesMasters/notesMaster1.xml" Id="Rad33462936d04e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c4a36d694842c3" /><Relationship Type="http://schemas.openxmlformats.org/officeDocument/2006/relationships/notesMaster" Target="/ppt/notesMasters/notesMaster1.xml" Id="R54565120c7744d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c6153e7410454d" /><Relationship Type="http://schemas.openxmlformats.org/officeDocument/2006/relationships/notesMaster" Target="/ppt/notesMasters/notesMaster1.xml" Id="R33c68a0e118c49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customers!E9:E15/D16/G16.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Executive pricing benchmark: equal weight to each of the seven project unit prices across six entities, including both DDA projects. Simple average is AED 2057.192857142857/user/year; reduction to AED 1,180 is 42.64%. This is a unit-price comparison, not the average paid per user or a cash-saving percentage. Existing customer cash savings continue to sum each actual customer price multiplied by users. The simple-average and list-price discounts are alternative comparisons,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customers!E9:E15/D16/G16/I16;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42.64% executive pricing comparison uses a simple average of seven project unit prices, not a user-weighted average. Actual existing-user annual savings are AED 383,369.75 before support, calculated as SUM(users times actual unit price) minus 1,310 times AED 1,180. Do not apply the simple average to the 1,310 users or apply 42.64% to their current spend.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Weighted average = AED 1,929,169.75 divided by 1,310 = AED 1472.6486641221375. RTA represents 1,000 of 1,310 users (76.34%) and has the lowest unit price, AED 1,245, so it dominates this average. The separate executive pricing benchmark gives equal weight to seven project prices (six entities, with two DDA projects), yielding AED 2057.192857142857 and a 42.64% unit-price reduction. Only the customer-by-customer calculation supports actual current-user savings. Year 1 growth assumes the same weighted current subscription price. The full 10K commitment remains payable.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f151ba774940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e986e6aa444a53" /><Relationship Type="http://schemas.openxmlformats.org/officeDocument/2006/relationships/slideLayout" Target="/ppt/slideLayouts/slideLayout1.xml" Id="R01c49cdb528f46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c49cdb528f46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49996957524141" /><Relationship Type="http://schemas.openxmlformats.org/officeDocument/2006/relationships/image" Target="/ppt/media/image.png" Id="Re2f91cf867514c51" /><Relationship Type="http://schemas.openxmlformats.org/officeDocument/2006/relationships/notesSlide" Target="/ppt/notesSlides/notesSlide1.xml" Id="R2cbf73f4c65c4d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92326745db4183" /><Relationship Type="http://schemas.openxmlformats.org/officeDocument/2006/relationships/image" Target="/ppt/media/image2.png" Id="R61bfca5e357f4fe7" /><Relationship Type="http://schemas.openxmlformats.org/officeDocument/2006/relationships/notesSlide" Target="/ppt/notesSlides/notesSlide2.xml" Id="R6958a5a8dcfe4d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d8ae0620d24b88" /><Relationship Type="http://schemas.openxmlformats.org/officeDocument/2006/relationships/image" Target="/ppt/media/image3.png" Id="Rd8a1f8f0560c4bff" /><Relationship Type="http://schemas.openxmlformats.org/officeDocument/2006/relationships/notesSlide" Target="/ppt/notesSlides/notesSlide3.xml" Id="Re19fcc12fdef4f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37dbc73b4247b1" /><Relationship Type="http://schemas.openxmlformats.org/officeDocument/2006/relationships/image" Target="/ppt/media/image4.png" Id="R04812a0c6c3e49b4" /><Relationship Type="http://schemas.openxmlformats.org/officeDocument/2006/relationships/notesSlide" Target="/ppt/notesSlides/notesSlide4.xml" Id="Re9fa6d86d0c34f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2c5e5245614534" /><Relationship Type="http://schemas.openxmlformats.org/officeDocument/2006/relationships/image" Target="/ppt/media/image5.png" Id="R4184f182425341a9" /><Relationship Type="http://schemas.openxmlformats.org/officeDocument/2006/relationships/notesSlide" Target="/ppt/notesSlides/notesSlide5.xml" Id="R68fffef768294d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497964d516429e" /><Relationship Type="http://schemas.openxmlformats.org/officeDocument/2006/relationships/image" Target="/ppt/media/image6.png" Id="Rcc20f909c0364ab5" /><Relationship Type="http://schemas.openxmlformats.org/officeDocument/2006/relationships/notesSlide" Target="/ppt/notesSlides/notesSlide6.xml" Id="R7ee0c5ce3d7346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bb74b96ae04fbf" /><Relationship Type="http://schemas.openxmlformats.org/officeDocument/2006/relationships/image" Target="/ppt/media/image7.png" Id="Rce37d375fcbc41cc" /><Relationship Type="http://schemas.openxmlformats.org/officeDocument/2006/relationships/notesSlide" Target="/ppt/notesSlides/notesSlide7.xml" Id="Rb05eaa8f39e540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b1314d3f0a4155" /><Relationship Type="http://schemas.openxmlformats.org/officeDocument/2006/relationships/image" Target="/ppt/media/image8.png" Id="Rca6de621eb9f457a" /><Relationship Type="http://schemas.openxmlformats.org/officeDocument/2006/relationships/chart" Target="/ppt/slides/charts/chart1.xml" Id="R71e193766e624c9a" /><Relationship Type="http://schemas.openxmlformats.org/officeDocument/2006/relationships/notesSlide" Target="/ppt/notesSlides/notesSlide8.xml" Id="R5978be355d194a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eebf4f422548b7" /><Relationship Type="http://schemas.openxmlformats.org/officeDocument/2006/relationships/image" Target="/ppt/media/image9.png" Id="Re79a5f62d7874be3" /><Relationship Type="http://schemas.openxmlformats.org/officeDocument/2006/relationships/notesSlide" Target="/ppt/notesSlides/notesSlide9.xml" Id="R6c8117136cf640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998d403b704404" /><Relationship Type="http://schemas.openxmlformats.org/officeDocument/2006/relationships/image" Target="/ppt/media/image10.png" Id="Rbb9b0de462c74083" /><Relationship Type="http://schemas.openxmlformats.org/officeDocument/2006/relationships/notesSlide" Target="/ppt/notesSlides/notesSlide10.xml" Id="Ra03eedf55edc443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Lit>
              <c:ptCount val="3"/>
              <c:pt idx="0">
                <c:v>Mixed benchmark</c:v>
              </c:pt>
              <c:pt idx="1">
                <c:v>Weighted average</c:v>
              </c:pt>
              <c:pt idx="2">
                <c:v>Central</c:v>
              </c:pt>
            </c:strLit>
          </c:cat>
          <c:val>
            <c:numLit>
              <c:formatCode>0.00</c:formatCode>
              <c:ptCount val="3"/>
              <c:pt idx="0">
                <c:v>146.97</c:v>
              </c:pt>
              <c:pt idx="1">
                <c:v>81.37</c:v>
              </c:pt>
              <c:pt idx="2">
                <c:v>65.2</c:v>
              </c:pt>
            </c:numLit>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f91cf867514c51"/>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FFE15D4-9367-4933-BFCD-A903DC2EA25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F076EC6F-2116-43BE-A085-B6E623163A8C}"/>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58ABE486-EE04-41AC-A1D9-5323CAC9A1DE}"/>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EDD4B572-4717-4A67-A000-FFCA808B482F}"/>
              </a:ext>
            </a:extLst>
          </p:cNvPr>
          <p:cNvSpPr>
            <a:spLocks xmlns:a="http://schemas.openxmlformats.org/drawingml/2006/main" noGrp="1"/>
          </p:cNvSpPr>
          <p:nvPr/>
        </p:nvSpPr>
        <p:spPr>
          <a:xfrm xmlns:a="http://schemas.openxmlformats.org/drawingml/2006/main">
            <a:off x="457200" y="2181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BFA79726-0CD3-4C71-A9D1-22F075C5959F}"/>
              </a:ext>
            </a:extLst>
          </p:cNvPr>
          <p:cNvSpPr>
            <a:spLocks xmlns:a="http://schemas.openxmlformats.org/drawingml/2006/main" noGrp="1"/>
          </p:cNvSpPr>
          <p:nvPr/>
        </p:nvSpPr>
        <p:spPr>
          <a:xfrm xmlns:a="http://schemas.openxmlformats.org/drawingml/2006/main">
            <a:off x="457200" y="3133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2CB6D2EC-97E1-4635-BF1F-518A8BE86EFB}"/>
              </a:ext>
            </a:extLst>
          </p:cNvPr>
          <p:cNvSpPr>
            <a:spLocks xmlns:a="http://schemas.openxmlformats.org/drawingml/2006/main" noGrp="1"/>
          </p:cNvSpPr>
          <p:nvPr/>
        </p:nvSpPr>
        <p:spPr>
          <a:xfrm xmlns:a="http://schemas.openxmlformats.org/drawingml/2006/main">
            <a:off x="457200" y="4076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F4C5C72E-6FA2-4993-B525-1757E52422F7}"/>
              </a:ext>
            </a:extLst>
          </p:cNvPr>
          <p:cNvSpPr>
            <a:spLocks xmlns:a="http://schemas.openxmlformats.org/drawingml/2006/main" noGrp="1"/>
          </p:cNvSpPr>
          <p:nvPr/>
        </p:nvSpPr>
        <p:spPr>
          <a:xfrm xmlns:a="http://schemas.openxmlformats.org/drawingml/2006/main">
            <a:off x="4476750" y="3133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6E398AA9-1FF3-4C27-A49A-5ECC013957E8}"/>
              </a:ext>
            </a:extLst>
          </p:cNvPr>
          <p:cNvSpPr>
            <a:spLocks xmlns:a="http://schemas.openxmlformats.org/drawingml/2006/main" noGrp="1"/>
          </p:cNvSpPr>
          <p:nvPr/>
        </p:nvSpPr>
        <p:spPr>
          <a:xfrm xmlns:a="http://schemas.openxmlformats.org/drawingml/2006/main">
            <a:off x="4476750" y="4076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9A50F252-FF4A-4AB1-B1DA-7A5380BBDD7D}"/>
              </a:ext>
            </a:extLst>
          </p:cNvPr>
          <p:cNvSpPr>
            <a:spLocks xmlns:a="http://schemas.openxmlformats.org/drawingml/2006/main" noGrp="1"/>
          </p:cNvSpPr>
          <p:nvPr/>
        </p:nvSpPr>
        <p:spPr>
          <a:xfrm xmlns:a="http://schemas.openxmlformats.org/drawingml/2006/main">
            <a:off x="8743950" y="3133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02A9B58E-66E7-49C7-BC99-4CF4A2F36F10}"/>
              </a:ext>
            </a:extLst>
          </p:cNvPr>
          <p:cNvSpPr>
            <a:spLocks xmlns:a="http://schemas.openxmlformats.org/drawingml/2006/main" noGrp="1"/>
          </p:cNvSpPr>
          <p:nvPr/>
        </p:nvSpPr>
        <p:spPr>
          <a:xfrm xmlns:a="http://schemas.openxmlformats.org/drawingml/2006/main">
            <a:off x="8743950" y="4076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73E83A76-6717-43F2-AB16-15C36F553A27}"/>
              </a:ext>
            </a:extLst>
          </p:cNvPr>
          <p:cNvSpPr>
            <a:spLocks xmlns:a="http://schemas.openxmlformats.org/drawingml/2006/main" noGrp="1"/>
          </p:cNvSpPr>
          <p:nvPr/>
        </p:nvSpPr>
        <p:spPr>
          <a:xfrm xmlns:a="http://schemas.openxmlformats.org/drawingml/2006/main">
            <a:off x="457200" y="5191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42.64% below the average existing project unit price</a:t>
            </a:r>
          </a:p>
        </p:txBody>
      </p:sp>
      <p:sp>
        <p:nvSpPr>
          <p:cNvPr id="13" name="qualification">
            <a:extLst xmlns:a="http://schemas.openxmlformats.org/drawingml/2006/main">
              <a:ext uri="{FF2B5EF4-FFF2-40B4-BE49-F238E27FC236}">
                <a16:creationId xmlns:a16="http://schemas.microsoft.com/office/drawing/2014/main" id="{D79D1737-B0B4-4F39-AFD1-46F8CDFA33F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Simple average of 7 project prices: AED 2,057.19. Subscription only; support separate.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List-price reference: 60% below AED 2,950.</a:t>
            </a:r>
          </a:p>
        </p:txBody>
      </p:sp>
    </p:spTree>
    <p:extLst>
      <p:ext uri="{BB962C8B-B14F-4D97-AF65-F5344CB8AC3E}">
        <p14:creationId xmlns:p14="http://schemas.microsoft.com/office/powerpoint/2010/main" val="1069571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1bfca5e357f4fe7"/>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0B02282-3F0C-467A-A2B7-10C3F2B110F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D1DF7A32-6545-418A-8E89-A08E930E4911}"/>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0E4691CB-6863-4FF6-AFC5-61CAC8B6E79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913E953D-48B6-418B-A8B5-DC7124FE6C8B}"/>
              </a:ext>
            </a:extLst>
          </p:cNvPr>
          <p:cNvSpPr>
            <a:spLocks xmlns:a="http://schemas.openxmlformats.org/drawingml/2006/main" noGrp="1"/>
          </p:cNvSpPr>
          <p:nvPr/>
        </p:nvSpPr>
        <p:spPr>
          <a:xfrm xmlns:a="http://schemas.openxmlformats.org/drawingml/2006/main">
            <a:off x="457200" y="2133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21040D9F-1171-409D-BC96-D853D10C8238}"/>
              </a:ext>
            </a:extLst>
          </p:cNvPr>
          <p:cNvSpPr>
            <a:spLocks xmlns:a="http://schemas.openxmlformats.org/drawingml/2006/main" noGrp="1"/>
          </p:cNvSpPr>
          <p:nvPr/>
        </p:nvSpPr>
        <p:spPr>
          <a:xfrm xmlns:a="http://schemas.openxmlformats.org/drawingml/2006/main">
            <a:off x="457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0ADE4581-8EF0-45D1-9D76-7E1BE8FD607D}"/>
              </a:ext>
            </a:extLst>
          </p:cNvPr>
          <p:cNvSpPr>
            <a:spLocks xmlns:a="http://schemas.openxmlformats.org/drawingml/2006/main" noGrp="1"/>
          </p:cNvSpPr>
          <p:nvPr/>
        </p:nvSpPr>
        <p:spPr>
          <a:xfrm xmlns:a="http://schemas.openxmlformats.org/drawingml/2006/main">
            <a:off x="457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86F86B59-B761-49A2-9049-C0BA251699DB}"/>
              </a:ext>
            </a:extLst>
          </p:cNvPr>
          <p:cNvSpPr>
            <a:spLocks xmlns:a="http://schemas.openxmlformats.org/drawingml/2006/main" noGrp="1"/>
          </p:cNvSpPr>
          <p:nvPr/>
        </p:nvSpPr>
        <p:spPr>
          <a:xfrm xmlns:a="http://schemas.openxmlformats.org/drawingml/2006/main">
            <a:off x="457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195553AD-B410-4817-9E55-1DAF59936E5A}"/>
              </a:ext>
            </a:extLst>
          </p:cNvPr>
          <p:cNvSpPr>
            <a:spLocks xmlns:a="http://schemas.openxmlformats.org/drawingml/2006/main" noGrp="1"/>
          </p:cNvSpPr>
          <p:nvPr/>
        </p:nvSpPr>
        <p:spPr>
          <a:xfrm xmlns:a="http://schemas.openxmlformats.org/drawingml/2006/main">
            <a:off x="2743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16DFBD8C-3384-4857-A32C-F38C7231AEC7}"/>
              </a:ext>
            </a:extLst>
          </p:cNvPr>
          <p:cNvSpPr>
            <a:spLocks xmlns:a="http://schemas.openxmlformats.org/drawingml/2006/main" noGrp="1"/>
          </p:cNvSpPr>
          <p:nvPr/>
        </p:nvSpPr>
        <p:spPr>
          <a:xfrm xmlns:a="http://schemas.openxmlformats.org/drawingml/2006/main">
            <a:off x="2743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53A5B5D2-A593-4FB4-AD89-1544288BD30C}"/>
              </a:ext>
            </a:extLst>
          </p:cNvPr>
          <p:cNvSpPr>
            <a:spLocks xmlns:a="http://schemas.openxmlformats.org/drawingml/2006/main" noGrp="1"/>
          </p:cNvSpPr>
          <p:nvPr/>
        </p:nvSpPr>
        <p:spPr>
          <a:xfrm xmlns:a="http://schemas.openxmlformats.org/drawingml/2006/main">
            <a:off x="2743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3B144595-BF0F-4EED-831A-613130B2F08F}"/>
              </a:ext>
            </a:extLst>
          </p:cNvPr>
          <p:cNvSpPr>
            <a:spLocks xmlns:a="http://schemas.openxmlformats.org/drawingml/2006/main" noGrp="1"/>
          </p:cNvSpPr>
          <p:nvPr/>
        </p:nvSpPr>
        <p:spPr>
          <a:xfrm xmlns:a="http://schemas.openxmlformats.org/drawingml/2006/main">
            <a:off x="5029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F9867E89-535D-4869-A53B-B4B923BF4AF3}"/>
              </a:ext>
            </a:extLst>
          </p:cNvPr>
          <p:cNvSpPr>
            <a:spLocks xmlns:a="http://schemas.openxmlformats.org/drawingml/2006/main" noGrp="1"/>
          </p:cNvSpPr>
          <p:nvPr/>
        </p:nvSpPr>
        <p:spPr>
          <a:xfrm xmlns:a="http://schemas.openxmlformats.org/drawingml/2006/main">
            <a:off x="5029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20FD6FBB-65C3-4727-8D66-333C26FDEB32}"/>
              </a:ext>
            </a:extLst>
          </p:cNvPr>
          <p:cNvSpPr>
            <a:spLocks xmlns:a="http://schemas.openxmlformats.org/drawingml/2006/main" noGrp="1"/>
          </p:cNvSpPr>
          <p:nvPr/>
        </p:nvSpPr>
        <p:spPr>
          <a:xfrm xmlns:a="http://schemas.openxmlformats.org/drawingml/2006/main">
            <a:off x="5029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565C0A17-184B-4E0A-8CA5-0DF802A6A6F5}"/>
              </a:ext>
            </a:extLst>
          </p:cNvPr>
          <p:cNvSpPr>
            <a:spLocks xmlns:a="http://schemas.openxmlformats.org/drawingml/2006/main" noGrp="1"/>
          </p:cNvSpPr>
          <p:nvPr/>
        </p:nvSpPr>
        <p:spPr>
          <a:xfrm xmlns:a="http://schemas.openxmlformats.org/drawingml/2006/main">
            <a:off x="7315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C1C259FB-1C23-41F3-9B50-E928C0DF9844}"/>
              </a:ext>
            </a:extLst>
          </p:cNvPr>
          <p:cNvSpPr>
            <a:spLocks xmlns:a="http://schemas.openxmlformats.org/drawingml/2006/main" noGrp="1"/>
          </p:cNvSpPr>
          <p:nvPr/>
        </p:nvSpPr>
        <p:spPr>
          <a:xfrm xmlns:a="http://schemas.openxmlformats.org/drawingml/2006/main">
            <a:off x="7315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DFECF2CA-B85F-49C4-A261-1A4A3182BCF9}"/>
              </a:ext>
            </a:extLst>
          </p:cNvPr>
          <p:cNvSpPr>
            <a:spLocks xmlns:a="http://schemas.openxmlformats.org/drawingml/2006/main" noGrp="1"/>
          </p:cNvSpPr>
          <p:nvPr/>
        </p:nvSpPr>
        <p:spPr>
          <a:xfrm xmlns:a="http://schemas.openxmlformats.org/drawingml/2006/main">
            <a:off x="7315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1E7D60E5-BA77-4D7A-BBAC-0364C93F08C9}"/>
              </a:ext>
            </a:extLst>
          </p:cNvPr>
          <p:cNvSpPr>
            <a:spLocks xmlns:a="http://schemas.openxmlformats.org/drawingml/2006/main" noGrp="1"/>
          </p:cNvSpPr>
          <p:nvPr/>
        </p:nvSpPr>
        <p:spPr>
          <a:xfrm xmlns:a="http://schemas.openxmlformats.org/drawingml/2006/main">
            <a:off x="9601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C2615340-4129-4AC6-853B-A43244918ABA}"/>
              </a:ext>
            </a:extLst>
          </p:cNvPr>
          <p:cNvSpPr>
            <a:spLocks xmlns:a="http://schemas.openxmlformats.org/drawingml/2006/main" noGrp="1"/>
          </p:cNvSpPr>
          <p:nvPr/>
        </p:nvSpPr>
        <p:spPr>
          <a:xfrm xmlns:a="http://schemas.openxmlformats.org/drawingml/2006/main">
            <a:off x="9601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DCD04619-F929-4949-A09F-5AB2E9DE572F}"/>
              </a:ext>
            </a:extLst>
          </p:cNvPr>
          <p:cNvSpPr>
            <a:spLocks xmlns:a="http://schemas.openxmlformats.org/drawingml/2006/main" noGrp="1"/>
          </p:cNvSpPr>
          <p:nvPr/>
        </p:nvSpPr>
        <p:spPr>
          <a:xfrm xmlns:a="http://schemas.openxmlformats.org/drawingml/2006/main">
            <a:off x="9601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84DD6319-4AD5-4251-9403-64749CB35D4F}"/>
              </a:ext>
            </a:extLst>
          </p:cNvPr>
          <p:cNvSpPr>
            <a:spLocks xmlns:a="http://schemas.openxmlformats.org/drawingml/2006/main" noGrp="1"/>
          </p:cNvSpPr>
          <p:nvPr/>
        </p:nvSpPr>
        <p:spPr>
          <a:xfrm xmlns:a="http://schemas.openxmlformats.org/drawingml/2006/main">
            <a:off x="457200" y="5162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BE2DFBCA-6C2D-4D15-A1EF-CD64DC9F5ABB}"/>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19042365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a1f8f0560c4bf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30D4488-C25E-41A6-84AF-20A8BE7FE8D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76F9D1E1-802C-427E-A6FA-4F742AA410C5}"/>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3DE4DDAC-6DEA-4DB7-9B97-71CDB38B807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994EFE8F-12C6-4BF5-8E87-50EBFE99706B}"/>
              </a:ext>
            </a:extLst>
          </p:cNvPr>
          <p:cNvSpPr>
            <a:spLocks xmlns:a="http://schemas.openxmlformats.org/drawingml/2006/main" noGrp="1"/>
          </p:cNvSpPr>
          <p:nvPr/>
        </p:nvSpPr>
        <p:spPr>
          <a:xfrm xmlns:a="http://schemas.openxmlformats.org/drawingml/2006/main">
            <a:off x="45720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unit price</a:t>
            </a:r>
          </a:p>
        </p:txBody>
      </p:sp>
      <p:sp>
        <p:nvSpPr>
          <p:cNvPr id="6" name="pillar-1">
            <a:extLst xmlns:a="http://schemas.openxmlformats.org/drawingml/2006/main">
              <a:ext uri="{FF2B5EF4-FFF2-40B4-BE49-F238E27FC236}">
                <a16:creationId xmlns:a16="http://schemas.microsoft.com/office/drawing/2014/main" id="{B70BBFE7-FAA9-42CE-A669-9F340F779E5B}"/>
              </a:ext>
            </a:extLst>
          </p:cNvPr>
          <p:cNvSpPr>
            <a:spLocks xmlns:a="http://schemas.openxmlformats.org/drawingml/2006/main" noGrp="1"/>
          </p:cNvSpPr>
          <p:nvPr/>
        </p:nvSpPr>
        <p:spPr>
          <a:xfrm xmlns:a="http://schemas.openxmlformats.org/drawingml/2006/main">
            <a:off x="4333875"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70DE149C-86ED-48A9-AEE1-B42D29865026}"/>
              </a:ext>
            </a:extLst>
          </p:cNvPr>
          <p:cNvSpPr>
            <a:spLocks xmlns:a="http://schemas.openxmlformats.org/drawingml/2006/main" noGrp="1"/>
          </p:cNvSpPr>
          <p:nvPr/>
        </p:nvSpPr>
        <p:spPr>
          <a:xfrm xmlns:a="http://schemas.openxmlformats.org/drawingml/2006/main">
            <a:off x="821055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04FF3B7E-8120-4DF1-B454-EBC5F3A9DF7D}"/>
              </a:ext>
            </a:extLst>
          </p:cNvPr>
          <p:cNvSpPr>
            <a:spLocks xmlns:a="http://schemas.openxmlformats.org/drawingml/2006/main" noGrp="1"/>
          </p:cNvSpPr>
          <p:nvPr/>
        </p:nvSpPr>
        <p:spPr>
          <a:xfrm xmlns:a="http://schemas.openxmlformats.org/drawingml/2006/main">
            <a:off x="457200" y="3257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42.64%</a:t>
            </a:r>
          </a:p>
        </p:txBody>
      </p:sp>
      <p:sp>
        <p:nvSpPr>
          <p:cNvPr id="9" name="cost-copy">
            <a:extLst xmlns:a="http://schemas.openxmlformats.org/drawingml/2006/main">
              <a:ext uri="{FF2B5EF4-FFF2-40B4-BE49-F238E27FC236}">
                <a16:creationId xmlns:a16="http://schemas.microsoft.com/office/drawing/2014/main" id="{EDD6C1DE-CC2D-47B1-90EC-15F9822AF5AC}"/>
              </a:ext>
            </a:extLst>
          </p:cNvPr>
          <p:cNvSpPr>
            <a:spLocks xmlns:a="http://schemas.openxmlformats.org/drawingml/2006/main" noGrp="1"/>
          </p:cNvSpPr>
          <p:nvPr/>
        </p:nvSpPr>
        <p:spPr>
          <a:xfrm xmlns:a="http://schemas.openxmlformats.org/drawingml/2006/main">
            <a:off x="457200" y="41148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AED 2,057.19 to AED 1,180</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Simple average of 7 projects</a:t>
            </a:r>
          </a:p>
        </p:txBody>
      </p:sp>
      <p:sp>
        <p:nvSpPr>
          <p:cNvPr id="10" name="current-saving">
            <a:extLst xmlns:a="http://schemas.openxmlformats.org/drawingml/2006/main">
              <a:ext uri="{FF2B5EF4-FFF2-40B4-BE49-F238E27FC236}">
                <a16:creationId xmlns:a16="http://schemas.microsoft.com/office/drawing/2014/main" id="{2296892B-4E19-407D-A805-DD7FDCDC00D5}"/>
              </a:ext>
            </a:extLst>
          </p:cNvPr>
          <p:cNvSpPr>
            <a:spLocks xmlns:a="http://schemas.openxmlformats.org/drawingml/2006/main" noGrp="1"/>
          </p:cNvSpPr>
          <p:nvPr/>
        </p:nvSpPr>
        <p:spPr>
          <a:xfrm xmlns:a="http://schemas.openxmlformats.org/drawingml/2006/main">
            <a:off x="457200" y="5019675"/>
            <a:ext cx="3667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Actual annual saving</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AED 383,370</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A7D32B65-AE4A-4D65-8781-588A8A161087}"/>
              </a:ext>
            </a:extLst>
          </p:cNvPr>
          <p:cNvSpPr>
            <a:spLocks xmlns:a="http://schemas.openxmlformats.org/drawingml/2006/main" noGrp="1"/>
          </p:cNvSpPr>
          <p:nvPr/>
        </p:nvSpPr>
        <p:spPr>
          <a:xfrm xmlns:a="http://schemas.openxmlformats.org/drawingml/2006/main">
            <a:off x="4333875" y="3295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CCEFEFE7-2F5D-4CC9-8680-7D70F70F0C04}"/>
              </a:ext>
            </a:extLst>
          </p:cNvPr>
          <p:cNvSpPr>
            <a:spLocks xmlns:a="http://schemas.openxmlformats.org/drawingml/2006/main" noGrp="1"/>
          </p:cNvSpPr>
          <p:nvPr/>
        </p:nvSpPr>
        <p:spPr>
          <a:xfrm xmlns:a="http://schemas.openxmlformats.org/drawingml/2006/main">
            <a:off x="4333875" y="4114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973C17CC-6FC9-4BE1-B2FA-9D657606BC07}"/>
              </a:ext>
            </a:extLst>
          </p:cNvPr>
          <p:cNvSpPr>
            <a:spLocks xmlns:a="http://schemas.openxmlformats.org/drawingml/2006/main" noGrp="1"/>
          </p:cNvSpPr>
          <p:nvPr/>
        </p:nvSpPr>
        <p:spPr>
          <a:xfrm xmlns:a="http://schemas.openxmlformats.org/drawingml/2006/main">
            <a:off x="8210550" y="3295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1403F61C-CE11-43F3-8DAC-883959DA262E}"/>
              </a:ext>
            </a:extLst>
          </p:cNvPr>
          <p:cNvSpPr>
            <a:spLocks xmlns:a="http://schemas.openxmlformats.org/drawingml/2006/main" noGrp="1"/>
          </p:cNvSpPr>
          <p:nvPr/>
        </p:nvSpPr>
        <p:spPr>
          <a:xfrm xmlns:a="http://schemas.openxmlformats.org/drawingml/2006/main">
            <a:off x="8210550" y="4114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3FC915AC-344E-4CF8-8302-506C8E6D0AC6}"/>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2577600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812a0c6c3e49b4"/>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84D95D7-83A8-410D-9A27-39728D7BF26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E8663B88-8CF0-415B-85E8-945C86DA85BD}"/>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B35981A2-F3F2-4A38-9F00-1F1939CB39D4}"/>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E78551C8-2337-4E0E-AD1D-121295F08813}"/>
              </a:ext>
            </a:extLst>
          </p:cNvPr>
          <p:cNvSpPr>
            <a:spLocks xmlns:a="http://schemas.openxmlformats.org/drawingml/2006/main" noGrp="1"/>
          </p:cNvSpPr>
          <p:nvPr/>
        </p:nvSpPr>
        <p:spPr>
          <a:xfrm xmlns:a="http://schemas.openxmlformats.org/drawingml/2006/main">
            <a:off x="457200" y="2190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04C2ED2D-57D6-4FFC-9DEC-2EA15173A2A6}"/>
              </a:ext>
            </a:extLst>
          </p:cNvPr>
          <p:cNvSpPr>
            <a:spLocks xmlns:a="http://schemas.openxmlformats.org/drawingml/2006/main" noGrp="1"/>
          </p:cNvSpPr>
          <p:nvPr/>
        </p:nvSpPr>
        <p:spPr>
          <a:xfrm xmlns:a="http://schemas.openxmlformats.org/drawingml/2006/main">
            <a:off x="457200" y="3286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27466780-7E10-4A08-BE44-E4E0FF33A1E0}"/>
              </a:ext>
            </a:extLst>
          </p:cNvPr>
          <p:cNvSpPr>
            <a:spLocks xmlns:a="http://schemas.openxmlformats.org/drawingml/2006/main" noGrp="1"/>
          </p:cNvSpPr>
          <p:nvPr/>
        </p:nvSpPr>
        <p:spPr>
          <a:xfrm xmlns:a="http://schemas.openxmlformats.org/drawingml/2006/main">
            <a:off x="457200" y="4143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92D6EE3B-B850-4554-BAFC-7B1AED6344FE}"/>
              </a:ext>
            </a:extLst>
          </p:cNvPr>
          <p:cNvSpPr>
            <a:spLocks xmlns:a="http://schemas.openxmlformats.org/drawingml/2006/main" noGrp="1"/>
          </p:cNvSpPr>
          <p:nvPr/>
        </p:nvSpPr>
        <p:spPr>
          <a:xfrm xmlns:a="http://schemas.openxmlformats.org/drawingml/2006/main">
            <a:off x="457200" y="4752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3DADF4C6-C071-493D-8199-3074165F70F0}"/>
              </a:ext>
            </a:extLst>
          </p:cNvPr>
          <p:cNvSpPr>
            <a:spLocks xmlns:a="http://schemas.openxmlformats.org/drawingml/2006/main" noGrp="1"/>
          </p:cNvSpPr>
          <p:nvPr/>
        </p:nvSpPr>
        <p:spPr>
          <a:xfrm xmlns:a="http://schemas.openxmlformats.org/drawingml/2006/main">
            <a:off x="7448550" y="3267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11E571F1-B0E3-4E16-8AC2-6FF1DA81B434}"/>
              </a:ext>
            </a:extLst>
          </p:cNvPr>
          <p:cNvSpPr>
            <a:spLocks xmlns:a="http://schemas.openxmlformats.org/drawingml/2006/main" noGrp="1"/>
          </p:cNvSpPr>
          <p:nvPr/>
        </p:nvSpPr>
        <p:spPr>
          <a:xfrm xmlns:a="http://schemas.openxmlformats.org/drawingml/2006/main">
            <a:off x="7448550" y="4762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4AC7D525-BE86-420A-9C3F-D7C854102766}"/>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7075853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184f182425341a9"/>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2FFE0F7-D13E-4755-8D72-1F11DBDE906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C33E5486-126E-4C67-AA7E-A1B491EBCAE5}"/>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8CE5ED23-8239-4BAF-A8E6-D43943FFA98C}"/>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A7AF101B-4F45-4062-8459-0FD1A012AF45}"/>
              </a:ext>
            </a:extLst>
          </p:cNvPr>
          <p:cNvSpPr>
            <a:spLocks xmlns:a="http://schemas.openxmlformats.org/drawingml/2006/main" noGrp="1"/>
          </p:cNvSpPr>
          <p:nvPr/>
        </p:nvSpPr>
        <p:spPr>
          <a:xfrm xmlns:a="http://schemas.openxmlformats.org/drawingml/2006/main">
            <a:off x="457200" y="1714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457200" y="2190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AC199363-FE68-4F4B-BFBC-3DF4E61EA6A5}"/>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Actual baseline: AED 1,929,169.75. Current-user saving: AED 383,369.75 (19.87%).</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With 50% Year 1 growth: AED 575,054.63 saving. Support separate.</a:t>
            </a:r>
          </a:p>
        </p:txBody>
      </p:sp>
    </p:spTree>
    <p:extLst>
      <p:ext uri="{BB962C8B-B14F-4D97-AF65-F5344CB8AC3E}">
        <p14:creationId xmlns:p14="http://schemas.microsoft.com/office/powerpoint/2010/main" val="16589288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c20f909c0364ab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E2B04F1-DAEE-4D33-B267-B41EA639B1D6}"/>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2F1539BE-73BD-49D6-9A1E-C6C310C9E546}"/>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DBA2E358-A644-46E7-B00A-7344500AD469}"/>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1A13BF9F-E8C0-4510-B05D-3ED9146C516A}"/>
              </a:ext>
            </a:extLst>
          </p:cNvPr>
          <p:cNvSpPr>
            <a:spLocks xmlns:a="http://schemas.openxmlformats.org/drawingml/2006/main" noGrp="1"/>
          </p:cNvSpPr>
          <p:nvPr/>
        </p:nvSpPr>
        <p:spPr>
          <a:xfrm xmlns:a="http://schemas.openxmlformats.org/drawingml/2006/main">
            <a:off x="457200" y="2038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457200" y="2686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3384A483-39F0-4CEF-A6BB-F6FCFFBEF0AB}"/>
              </a:ext>
            </a:extLst>
          </p:cNvPr>
          <p:cNvSpPr>
            <a:spLocks xmlns:a="http://schemas.openxmlformats.org/drawingml/2006/main" noGrp="1"/>
          </p:cNvSpPr>
          <p:nvPr/>
        </p:nvSpPr>
        <p:spPr>
          <a:xfrm xmlns:a="http://schemas.openxmlformats.org/drawingml/2006/main">
            <a:off x="8210550" y="204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E62553FB-6483-45E0-9247-E1E50AF06149}"/>
              </a:ext>
            </a:extLst>
          </p:cNvPr>
          <p:cNvSpPr>
            <a:spLocks xmlns:a="http://schemas.openxmlformats.org/drawingml/2006/main" noGrp="1"/>
          </p:cNvSpPr>
          <p:nvPr/>
        </p:nvSpPr>
        <p:spPr>
          <a:xfrm xmlns:a="http://schemas.openxmlformats.org/drawingml/2006/main">
            <a:off x="8210550" y="2714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1F6F92D7-D61D-44E7-8CC6-BE16ACBBE449}"/>
              </a:ext>
            </a:extLst>
          </p:cNvPr>
          <p:cNvSpPr>
            <a:spLocks xmlns:a="http://schemas.openxmlformats.org/drawingml/2006/main" noGrp="1"/>
          </p:cNvSpPr>
          <p:nvPr/>
        </p:nvSpPr>
        <p:spPr>
          <a:xfrm xmlns:a="http://schemas.openxmlformats.org/drawingml/2006/main">
            <a:off x="8210550" y="3819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BB59158D-AF99-41C0-8A78-2EA5B9D8E385}"/>
              </a:ext>
            </a:extLst>
          </p:cNvPr>
          <p:cNvSpPr>
            <a:spLocks xmlns:a="http://schemas.openxmlformats.org/drawingml/2006/main" noGrp="1"/>
          </p:cNvSpPr>
          <p:nvPr/>
        </p:nvSpPr>
        <p:spPr>
          <a:xfrm xmlns:a="http://schemas.openxmlformats.org/drawingml/2006/main">
            <a:off x="8210550" y="4572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AFADFA2D-62AC-4295-846D-1D334B8AC859}"/>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1777567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e37d375fcbc41c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A91A980-8E77-4925-B9E3-60103489628F}"/>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6DF21B87-C74F-42C6-82AE-3A7F11DECC57}"/>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1B1B626C-CE00-46AF-8C27-F1AAE993258C}"/>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361C76D0-9C84-41C7-BE44-99F9A2A6F6B6}"/>
              </a:ext>
            </a:extLst>
          </p:cNvPr>
          <p:cNvSpPr>
            <a:spLocks xmlns:a="http://schemas.openxmlformats.org/drawingml/2006/main" noGrp="1"/>
          </p:cNvSpPr>
          <p:nvPr/>
        </p:nvSpPr>
        <p:spPr>
          <a:xfrm xmlns:a="http://schemas.openxmlformats.org/drawingml/2006/main">
            <a:off x="457200" y="2047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457200" y="2695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ADA52D46-0D42-4B79-B4D2-DFF5DDB89DAB}"/>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9730412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a6de621eb9f457a"/>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3D345B7-7794-4F6B-A6A8-DCAEDE1DD5D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F42C1A33-AF25-4476-8205-46E954E65E7F}"/>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8A30E252-DB17-4D9D-971E-5E2DE9939906}"/>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457200" y="2324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71e193766e624c9a"/>
          </a:graphicData>
        </a:graphic>
      </p:graphicFrame>
      <p:sp>
        <p:nvSpPr>
          <p:cNvPr id="6" name="modeled-benefit">
            <a:extLst xmlns:a="http://schemas.openxmlformats.org/drawingml/2006/main">
              <a:ext uri="{FF2B5EF4-FFF2-40B4-BE49-F238E27FC236}">
                <a16:creationId xmlns:a16="http://schemas.microsoft.com/office/drawing/2014/main" id="{1DB7A893-D754-474B-9591-93D05F9C25BA}"/>
              </a:ext>
            </a:extLst>
          </p:cNvPr>
          <p:cNvSpPr>
            <a:spLocks xmlns:a="http://schemas.openxmlformats.org/drawingml/2006/main" noGrp="1"/>
          </p:cNvSpPr>
          <p:nvPr/>
        </p:nvSpPr>
        <p:spPr>
          <a:xfrm xmlns:a="http://schemas.openxmlformats.org/drawingml/2006/main">
            <a:off x="7772400" y="2324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9286093A-121C-4365-BD50-FB87BADBA87F}"/>
              </a:ext>
            </a:extLst>
          </p:cNvPr>
          <p:cNvSpPr>
            <a:spLocks xmlns:a="http://schemas.openxmlformats.org/drawingml/2006/main" noGrp="1"/>
          </p:cNvSpPr>
          <p:nvPr/>
        </p:nvSpPr>
        <p:spPr>
          <a:xfrm xmlns:a="http://schemas.openxmlformats.org/drawingml/2006/main">
            <a:off x="7772400" y="3133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B9F0FA71-F12A-4EE0-8571-539CD8E70766}"/>
              </a:ext>
            </a:extLst>
          </p:cNvPr>
          <p:cNvSpPr>
            <a:spLocks xmlns:a="http://schemas.openxmlformats.org/drawingml/2006/main" noGrp="1"/>
          </p:cNvSpPr>
          <p:nvPr/>
        </p:nvSpPr>
        <p:spPr>
          <a:xfrm xmlns:a="http://schemas.openxmlformats.org/drawingml/2006/main">
            <a:off x="7772400" y="4048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1378B8B7-DC7D-495C-AD9D-ED14B4C65799}"/>
              </a:ext>
            </a:extLst>
          </p:cNvPr>
          <p:cNvSpPr>
            <a:spLocks xmlns:a="http://schemas.openxmlformats.org/drawingml/2006/main" noGrp="1"/>
          </p:cNvSpPr>
          <p:nvPr/>
        </p:nvSpPr>
        <p:spPr>
          <a:xfrm xmlns:a="http://schemas.openxmlformats.org/drawingml/2006/main">
            <a:off x="7772400" y="4857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weighted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CC3BF6F3-A413-4A0D-8346-9F1D171A5438}"/>
              </a:ext>
            </a:extLst>
          </p:cNvPr>
          <p:cNvSpPr>
            <a:spLocks xmlns:a="http://schemas.openxmlformats.org/drawingml/2006/main" noGrp="1"/>
          </p:cNvSpPr>
          <p:nvPr/>
        </p:nvSpPr>
        <p:spPr>
          <a:xfrm xmlns:a="http://schemas.openxmlformats.org/drawingml/2006/main">
            <a:off x="457200" y="5705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Weighted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615013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79a5f62d7874be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4D62EF0-15C9-4D7B-9BB6-9FB3B0324AE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DDF6C15E-A752-4030-8A43-94CC7D720677}"/>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961D09EE-98CA-412A-BA8C-902F4198C25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457200" y="2362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99C3F3DF-AE39-4734-967E-44C5648EA57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907572760"/>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b9b0de462c7408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B476CFED-E617-44DF-B308-11E033A632CC}"/>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3C566B08-DBB7-42FD-8558-5D4159A45230}"/>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660C4A6E-1BA8-4BC6-A1CC-F11C427EDF81}"/>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0E4CB3B9-0298-43E2-AC42-CCEB099545F2}"/>
              </a:ext>
            </a:extLst>
          </p:cNvPr>
          <p:cNvSpPr>
            <a:spLocks xmlns:a="http://schemas.openxmlformats.org/drawingml/2006/main" noGrp="1"/>
          </p:cNvSpPr>
          <p:nvPr/>
        </p:nvSpPr>
        <p:spPr>
          <a:xfrm xmlns:a="http://schemas.openxmlformats.org/drawingml/2006/main">
            <a:off x="4572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66C83FF1-0F44-41F2-B690-61A9A6CB4541}"/>
              </a:ext>
            </a:extLst>
          </p:cNvPr>
          <p:cNvSpPr>
            <a:spLocks xmlns:a="http://schemas.openxmlformats.org/drawingml/2006/main" noGrp="1"/>
          </p:cNvSpPr>
          <p:nvPr/>
        </p:nvSpPr>
        <p:spPr>
          <a:xfrm xmlns:a="http://schemas.openxmlformats.org/drawingml/2006/main">
            <a:off x="457200" y="3524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427EED56-5F7F-4CEF-9B78-05F69B34DD5C}"/>
              </a:ext>
            </a:extLst>
          </p:cNvPr>
          <p:cNvSpPr>
            <a:spLocks xmlns:a="http://schemas.openxmlformats.org/drawingml/2006/main" noGrp="1"/>
          </p:cNvSpPr>
          <p:nvPr/>
        </p:nvSpPr>
        <p:spPr>
          <a:xfrm xmlns:a="http://schemas.openxmlformats.org/drawingml/2006/main">
            <a:off x="5410200" y="2552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C486E4B8-E950-479F-8AC9-CD1B3829C635}"/>
              </a:ext>
            </a:extLst>
          </p:cNvPr>
          <p:cNvSpPr>
            <a:spLocks xmlns:a="http://schemas.openxmlformats.org/drawingml/2006/main" noGrp="1"/>
          </p:cNvSpPr>
          <p:nvPr/>
        </p:nvSpPr>
        <p:spPr>
          <a:xfrm xmlns:a="http://schemas.openxmlformats.org/drawingml/2006/main">
            <a:off x="541020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5B64F67E-88D7-4775-B7D8-8EE10808F3D2}"/>
              </a:ext>
            </a:extLst>
          </p:cNvPr>
          <p:cNvSpPr>
            <a:spLocks xmlns:a="http://schemas.openxmlformats.org/drawingml/2006/main" noGrp="1"/>
          </p:cNvSpPr>
          <p:nvPr/>
        </p:nvSpPr>
        <p:spPr>
          <a:xfrm xmlns:a="http://schemas.openxmlformats.org/drawingml/2006/main">
            <a:off x="9077325" y="2552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E4EFDB45-C539-410F-9B7B-CB167F15D736}"/>
              </a:ext>
            </a:extLst>
          </p:cNvPr>
          <p:cNvSpPr>
            <a:spLocks xmlns:a="http://schemas.openxmlformats.org/drawingml/2006/main" noGrp="1"/>
          </p:cNvSpPr>
          <p:nvPr/>
        </p:nvSpPr>
        <p:spPr>
          <a:xfrm xmlns:a="http://schemas.openxmlformats.org/drawingml/2006/main">
            <a:off x="9077325" y="3524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78DAA663-DB7C-47A0-8E15-7599533580F9}"/>
              </a:ext>
            </a:extLst>
          </p:cNvPr>
          <p:cNvSpPr>
            <a:spLocks xmlns:a="http://schemas.openxmlformats.org/drawingml/2006/main" noGrp="1"/>
          </p:cNvSpPr>
          <p:nvPr/>
        </p:nvSpPr>
        <p:spPr>
          <a:xfrm xmlns:a="http://schemas.openxmlformats.org/drawingml/2006/main">
            <a:off x="457200" y="4924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87581536-20F2-4BEE-B574-5ED6335B749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936997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2026-09-21T16:44:02.8000000Z</dcterms:created>
  <dcterms:modified xsi:type="dcterms:W3CDTF">2026-09-21T16:44:02.8000000Z</dcterms:modified>
</coreProperties>
</file>