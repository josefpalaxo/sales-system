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8a55ac49f4134" /><Relationship Type="http://schemas.openxmlformats.org/officeDocument/2006/relationships/extended-properties" Target="/docProps/app.xml" Id="R19101d4a21a04dc6" /><Relationship Type="http://schemas.openxmlformats.org/officeDocument/2006/relationships/officeDocument" Target="/ppt/presentation.xml" Id="R12dde7db418a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596dc8fba4601"/>
  </p:sldMasterIdLst>
  <p:notesMasterIdLst>
    <p:notesMasterId xmlns:r="http://schemas.openxmlformats.org/officeDocument/2006/relationships" r:id="Re1649eac6a9a4126"/>
  </p:notesMasterIdLst>
  <p:sldIdLst>
    <p:sldId xmlns:r="http://schemas.openxmlformats.org/officeDocument/2006/relationships" id="256" r:id="R0dc9ee4455334d84"/>
    <p:sldId xmlns:r="http://schemas.openxmlformats.org/officeDocument/2006/relationships" id="257" r:id="Reca6a7b1adac47b8"/>
    <p:sldId xmlns:r="http://schemas.openxmlformats.org/officeDocument/2006/relationships" id="258" r:id="R41e89129230c40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7ac2bfd5a4bad" /><Relationship Type="http://schemas.openxmlformats.org/officeDocument/2006/relationships/slideMaster" Target="/ppt/slideMasters/slideMaster1.xml" Id="R37d596dc8fba4601" /><Relationship Type="http://schemas.openxmlformats.org/officeDocument/2006/relationships/notesMaster" Target="/ppt/notesMasters/notesMaster1.xml" Id="Re1649eac6a9a4126" /><Relationship Type="http://schemas.openxmlformats.org/officeDocument/2006/relationships/presProps" Target="/ppt/presProps.xml" Id="R41fd65dce2db40f2" /><Relationship Type="http://schemas.openxmlformats.org/officeDocument/2006/relationships/tableStyles" Target="/ppt/tableStyles.xml" Id="Rb2df6cc1511d4ad1" /><Relationship Type="http://schemas.openxmlformats.org/officeDocument/2006/relationships/slide" Target="/ppt/slides/slide1.xml" Id="R0dc9ee4455334d84" /><Relationship Type="http://schemas.openxmlformats.org/officeDocument/2006/relationships/slide" Target="/ppt/slides/slide2.xml" Id="Reca6a7b1adac47b8" /><Relationship Type="http://schemas.openxmlformats.org/officeDocument/2006/relationships/slide" Target="/ppt/slides/slide3.xml" Id="R41e89129230c40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23998a54e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ad8694cc24ec8" /><Relationship Type="http://schemas.openxmlformats.org/officeDocument/2006/relationships/notesMaster" Target="/ppt/notesMasters/notesMaster1.xml" Id="Rc2e879620e5e46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fe7232d81d4536" /><Relationship Type="http://schemas.openxmlformats.org/officeDocument/2006/relationships/notesMaster" Target="/ppt/notesMasters/notesMaster1.xml" Id="Rdfc784115bd4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88ece7565b4535" /><Relationship Type="http://schemas.openxmlformats.org/officeDocument/2006/relationships/notesMaster" Target="/ppt/notesMasters/notesMaster1.xml" Id="R5c83a7236787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892e5a79a4b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c2290e90a44a46" /><Relationship Type="http://schemas.openxmlformats.org/officeDocument/2006/relationships/slideLayout" Target="/ppt/slideLayouts/slideLayout1.xml" Id="Ra1bd4fec713a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d4fec713a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cb2d03aaa4f75" /><Relationship Type="http://schemas.openxmlformats.org/officeDocument/2006/relationships/image" Target="/ppt/media/image.png" Id="R04fbf4f845154ad1" /><Relationship Type="http://schemas.openxmlformats.org/officeDocument/2006/relationships/chart" Target="/ppt/slides/charts/chart1.xml" Id="R847023660f6542cf" /><Relationship Type="http://schemas.openxmlformats.org/officeDocument/2006/relationships/notesSlide" Target="/ppt/notesSlides/notesSlide1.xml" Id="Rf2a8560f03d04d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ff5e64cf24faf" /><Relationship Type="http://schemas.openxmlformats.org/officeDocument/2006/relationships/image" Target="/ppt/media/image2.png" Id="R6212692979d54f30" /><Relationship Type="http://schemas.openxmlformats.org/officeDocument/2006/relationships/chart" Target="/ppt/slides/charts/chart2.xml" Id="Ref8e03260c6a43e9" /><Relationship Type="http://schemas.openxmlformats.org/officeDocument/2006/relationships/notesSlide" Target="/ppt/notesSlides/notesSlide2.xml" Id="R9826308ba2d84d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de8e5517d4bd4" /><Relationship Type="http://schemas.openxmlformats.org/officeDocument/2006/relationships/image" Target="/ppt/media/image3.png" Id="R2ac88c69d70440a0" /><Relationship Type="http://schemas.openxmlformats.org/officeDocument/2006/relationships/notesSlide" Target="/ppt/notesSlides/notesSlide3.xml" Id="R4734f48baa0147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bf4f845154ad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1C1C44-4B2A-45FD-ADA0-3F4D4F7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EBA088F-F403-4F2E-BCA7-DC856844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FAE864-E648-4E40-A6EB-68FDE958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A83BC912-6102-4A95-B2AF-06C55FC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8DDA7E3A-8522-443F-8AAC-ACB9410A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25691B34-54F9-4570-B144-B0C2A5ED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8" name="roi">
            <a:extLst xmlns:a="http://schemas.openxmlformats.org/drawingml/2006/main">
              <a:ext uri="{FF2B5EF4-FFF2-40B4-BE49-F238E27FC236}">
                <a16:creationId xmlns:a16="http://schemas.microsoft.com/office/drawing/2014/main" id="{DAEEB7C7-4761-43F8-8398-58394B8E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98.1% procurement ROI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429250" y="2190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7023660f6542cf"/>
          </a:graphicData>
        </a:graphic>
      </p:graphicFrame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2D100169-7B82-4132-8A49-9D2F14F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3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onboarding. Excludes tax and unpriced services. No baseline price increases.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ROI = five-year comparative benefit divided by central modeled program cost.</a:t>
            </a:r>
          </a:p>
        </p:txBody>
      </p:sp>
    </p:spTree>
    <p:extLst>
      <p:ext uri="{BB962C8B-B14F-4D97-AF65-F5344CB8AC3E}">
        <p14:creationId xmlns:p14="http://schemas.microsoft.com/office/powerpoint/2010/main" val="1180907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2692979d54f3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108E63-18DA-4660-95DD-AC95221F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635F173-169B-4C77-A46E-0CB865F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EAAE7F-7AF8-436E-9357-C514AD5C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E9F308F1-51CF-42DD-A8E0-F090DCA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FF04498B-418D-4EDC-A5BA-6980446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28625" y="3819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8e03260c6a43e9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30EA1209-0352-45C0-8BA0-5863F64F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8EB6A5D6-7B60-4342-8A82-FE48A636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81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57AA429D-055D-41C1-B362-83A233EA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62B4FBF5-8666-4928-AA9D-BAC817C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76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05EE4B47-B297-484E-B569-B87BECD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29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A41665E7-5172-4887-8093-C67F8F2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1739034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88c69d70440a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82B8BB-6335-4EC8-A438-25BE3C27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750B88F-C0C0-4CC5-888B-C3E8F15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749AFB-CC2D-49D3-A205-3C74418D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DAB26A7B-8687-4C23-A123-F5AD47A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92B5A7BC-E155-4CF3-AA3B-FF70C4A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9BF0EE07-541D-4918-AA92-4EB19486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0859B358-DE7B-4BA0-B5AD-56A44A1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19DAAA89-B46B-4616-B297-DE44CC7F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8B7D774-804D-4317-9FF1-F0645028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A9FAD7E6-E2ED-4AFA-A6AB-188D57E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F61A3AEF-05C0-49C7-B019-19078EA5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09868DDE-0B11-4800-BCF7-3E765B63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1947384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2026-09-20T08:14:37.0150000Z</dcterms:created>
  <dcterms:modified xsi:type="dcterms:W3CDTF">2026-09-20T08:14:37.0150000Z</dcterms:modified>
</coreProperties>
</file>