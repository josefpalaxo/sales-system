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50d892a1304e5c" /><Relationship Type="http://schemas.openxmlformats.org/officeDocument/2006/relationships/extended-properties" Target="/docProps/app.xml" Id="R562d97cb83874b28" /><Relationship Type="http://schemas.openxmlformats.org/officeDocument/2006/relationships/officeDocument" Target="/ppt/presentation.xml" Id="Rf1fcbfbee85b45c8" /></Relationships>
</file>

<file path=ppt/presentation.xml><?xml version="1.0" encoding="utf-8"?>
<p:presentation xmlns:p="http://schemas.openxmlformats.org/presentationml/2006/main">
  <p:sldMasterIdLst>
    <p:sldMasterId xmlns:r="http://schemas.openxmlformats.org/officeDocument/2006/relationships" id="2147483648" r:id="R8e4d008f0300414f"/>
  </p:sldMasterIdLst>
  <p:notesMasterIdLst>
    <p:notesMasterId xmlns:r="http://schemas.openxmlformats.org/officeDocument/2006/relationships" r:id="Rb6663feb79064874"/>
  </p:notesMasterIdLst>
  <p:sldIdLst>
    <p:sldId xmlns:r="http://schemas.openxmlformats.org/officeDocument/2006/relationships" id="256" r:id="Rfcf9ee80c94440e7"/>
    <p:sldId xmlns:r="http://schemas.openxmlformats.org/officeDocument/2006/relationships" id="257" r:id="R1f552ad0244a4437"/>
    <p:sldId xmlns:r="http://schemas.openxmlformats.org/officeDocument/2006/relationships" id="258" r:id="R30268f765d5a4574"/>
    <p:sldId xmlns:r="http://schemas.openxmlformats.org/officeDocument/2006/relationships" id="259" r:id="R13edb684f9c34756"/>
    <p:sldId xmlns:r="http://schemas.openxmlformats.org/officeDocument/2006/relationships" id="260" r:id="Rcdfb68c7da8d4bee"/>
    <p:sldId xmlns:r="http://schemas.openxmlformats.org/officeDocument/2006/relationships" id="261" r:id="R608fbb6479744199"/>
    <p:sldId xmlns:r="http://schemas.openxmlformats.org/officeDocument/2006/relationships" id="262" r:id="R5d5d5d728b144b74"/>
    <p:sldId xmlns:r="http://schemas.openxmlformats.org/officeDocument/2006/relationships" id="263" r:id="R9757896d9a4f4730"/>
    <p:sldId xmlns:r="http://schemas.openxmlformats.org/officeDocument/2006/relationships" id="264" r:id="R84aa5c43c28d40d7"/>
    <p:sldId xmlns:r="http://schemas.openxmlformats.org/officeDocument/2006/relationships" id="265" r:id="R1e78ba96288348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a593ff88a84dc6" /><Relationship Type="http://schemas.openxmlformats.org/officeDocument/2006/relationships/slideMaster" Target="/ppt/slideMasters/slideMaster1.xml" Id="R8e4d008f0300414f" /><Relationship Type="http://schemas.openxmlformats.org/officeDocument/2006/relationships/notesMaster" Target="/ppt/notesMasters/notesMaster1.xml" Id="Rb6663feb79064874" /><Relationship Type="http://schemas.openxmlformats.org/officeDocument/2006/relationships/presProps" Target="/ppt/presProps.xml" Id="R1da5807f90064fc5" /><Relationship Type="http://schemas.openxmlformats.org/officeDocument/2006/relationships/tableStyles" Target="/ppt/tableStyles.xml" Id="R778ea76e53e2430f" /><Relationship Type="http://schemas.openxmlformats.org/officeDocument/2006/relationships/slide" Target="/ppt/slides/slide1.xml" Id="Rfcf9ee80c94440e7" /><Relationship Type="http://schemas.openxmlformats.org/officeDocument/2006/relationships/slide" Target="/ppt/slides/slide2.xml" Id="R1f552ad0244a4437" /><Relationship Type="http://schemas.openxmlformats.org/officeDocument/2006/relationships/slide" Target="/ppt/slides/slide3.xml" Id="R30268f765d5a4574" /><Relationship Type="http://schemas.openxmlformats.org/officeDocument/2006/relationships/slide" Target="/ppt/slides/slide4.xml" Id="R13edb684f9c34756" /><Relationship Type="http://schemas.openxmlformats.org/officeDocument/2006/relationships/slide" Target="/ppt/slides/slide5.xml" Id="Rcdfb68c7da8d4bee" /><Relationship Type="http://schemas.openxmlformats.org/officeDocument/2006/relationships/slide" Target="/ppt/slides/slide6.xml" Id="R608fbb6479744199" /><Relationship Type="http://schemas.openxmlformats.org/officeDocument/2006/relationships/slide" Target="/ppt/slides/slide7.xml" Id="R5d5d5d728b144b74" /><Relationship Type="http://schemas.openxmlformats.org/officeDocument/2006/relationships/slide" Target="/ppt/slides/slide8.xml" Id="R9757896d9a4f4730" /><Relationship Type="http://schemas.openxmlformats.org/officeDocument/2006/relationships/slide" Target="/ppt/slides/slide9.xml" Id="R84aa5c43c28d40d7" /><Relationship Type="http://schemas.openxmlformats.org/officeDocument/2006/relationships/slide" Target="/ppt/slides/slide10.xml" Id="R1e78ba96288348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d46a5da95340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e8d1b1bff1459a" /><Relationship Type="http://schemas.openxmlformats.org/officeDocument/2006/relationships/notesMaster" Target="/ppt/notesMasters/notesMaster1.xml" Id="R5e5db13da69f42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6d6f86edd14930" /><Relationship Type="http://schemas.openxmlformats.org/officeDocument/2006/relationships/notesMaster" Target="/ppt/notesMasters/notesMaster1.xml" Id="R5e5d89655ca94e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abd7eaa2444da2" /><Relationship Type="http://schemas.openxmlformats.org/officeDocument/2006/relationships/notesMaster" Target="/ppt/notesMasters/notesMaster1.xml" Id="R7fd85d688e4146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f7aee074eb413d" /><Relationship Type="http://schemas.openxmlformats.org/officeDocument/2006/relationships/notesMaster" Target="/ppt/notesMasters/notesMaster1.xml" Id="Rcbcf31f3416440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6ee59059834995" /><Relationship Type="http://schemas.openxmlformats.org/officeDocument/2006/relationships/notesMaster" Target="/ppt/notesMasters/notesMaster1.xml" Id="R8381988a10d148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b8f124bcb04f23" /><Relationship Type="http://schemas.openxmlformats.org/officeDocument/2006/relationships/notesMaster" Target="/ppt/notesMasters/notesMaster1.xml" Id="R386c820bb8eb46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547e1388894dab" /><Relationship Type="http://schemas.openxmlformats.org/officeDocument/2006/relationships/notesMaster" Target="/ppt/notesMasters/notesMaster1.xml" Id="R0553bcae7bc044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302bbe225a4b91" /><Relationship Type="http://schemas.openxmlformats.org/officeDocument/2006/relationships/notesMaster" Target="/ppt/notesMasters/notesMaster1.xml" Id="R6b4361d998bb48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548249c0314947" /><Relationship Type="http://schemas.openxmlformats.org/officeDocument/2006/relationships/notesMaster" Target="/ppt/notesMasters/notesMaster1.xml" Id="Ra4ff54594ab843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b9e1fceb45478e" /><Relationship Type="http://schemas.openxmlformats.org/officeDocument/2006/relationships/notesMaster" Target="/ppt/notesMasters/notesMaster1.xml" Id="Raa7d9873d22b49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customers!E9:E15/D16/G16.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Executive pricing benchmark: equal weight to each of the seven project unit prices across six entities, including both DDA projects. Simple average is AED 2057.192857142857/user/year; reduction to AED 1,180 is 42.64%. This is a unit-price comparison, not the average paid per user or a cash-saving percentage. Existing customer cash savings continue to sum each actual customer price multiplied by users. The simple-average and list-price discounts are alternative comparisons,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customers!E9:E15/D16/G16/I16;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42.64% executive pricing comparison uses a simple average of seven project unit prices, not a user-weighted average. Actual existing-user annual savings are AED 383,369.75 before support, calculated as SUM(users times actual unit price) minus 1,310 times AED 1,180. Do not apply the simple average to the 1,310 users or apply 42.64% to their current spend.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Weighted average = AED 1,929,169.75 divided by 1,310 = AED 1472.6486641221375. RTA represents 1,000 of 1,310 users (76.34%) and has the lowest unit price, AED 1,245, so it dominates this average. The separate executive pricing benchmark gives equal weight to seven project prices (six entities, with two DDA projects), yielding AED 2057.192857142857 and a 42.64% unit-price reduction. Only the customer-by-customer calculation supports actual current-user savings. Year 1 growth assumes the same weighted current subscription price. The full 10K commitment remains payable.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7043cf0eb245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1991a6546e4ac1" /><Relationship Type="http://schemas.openxmlformats.org/officeDocument/2006/relationships/slideLayout" Target="/ppt/slideLayouts/slideLayout1.xml" Id="Ra7d1dbd9516744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d1dbd9516744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6e342c1c7e49f1" /><Relationship Type="http://schemas.openxmlformats.org/officeDocument/2006/relationships/image" Target="/ppt/media/image.png" Id="R77bc459b89df4e8d" /><Relationship Type="http://schemas.openxmlformats.org/officeDocument/2006/relationships/notesSlide" Target="/ppt/notesSlides/notesSlide1.xml" Id="Rc913a5271e0942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7ab8dd449548a4" /><Relationship Type="http://schemas.openxmlformats.org/officeDocument/2006/relationships/image" Target="/ppt/media/image2.png" Id="R1ee77db9a7db4113" /><Relationship Type="http://schemas.openxmlformats.org/officeDocument/2006/relationships/notesSlide" Target="/ppt/notesSlides/notesSlide2.xml" Id="R27759024b7dc41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4976ee00d54da8" /><Relationship Type="http://schemas.openxmlformats.org/officeDocument/2006/relationships/image" Target="/ppt/media/image3.png" Id="Rcc1d9a78d7a2435d" /><Relationship Type="http://schemas.openxmlformats.org/officeDocument/2006/relationships/notesSlide" Target="/ppt/notesSlides/notesSlide3.xml" Id="Rc8621406fc4d4e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89ca04e57c4b5e" /><Relationship Type="http://schemas.openxmlformats.org/officeDocument/2006/relationships/image" Target="/ppt/media/image4.png" Id="R2858ead76a024ad9" /><Relationship Type="http://schemas.openxmlformats.org/officeDocument/2006/relationships/notesSlide" Target="/ppt/notesSlides/notesSlide4.xml" Id="R465f2865e94241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8d897183414b58" /><Relationship Type="http://schemas.openxmlformats.org/officeDocument/2006/relationships/image" Target="/ppt/media/image5.png" Id="Rc3f61943a0bb46b5" /><Relationship Type="http://schemas.openxmlformats.org/officeDocument/2006/relationships/notesSlide" Target="/ppt/notesSlides/notesSlide5.xml" Id="R1f445f4ffbcc4f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af3f423fdf49b8" /><Relationship Type="http://schemas.openxmlformats.org/officeDocument/2006/relationships/image" Target="/ppt/media/image6.png" Id="Ra1a0ff50c4e44eb2" /><Relationship Type="http://schemas.openxmlformats.org/officeDocument/2006/relationships/notesSlide" Target="/ppt/notesSlides/notesSlide6.xml" Id="Rfa60ab29f6b84a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bcdfed3044e4c88" /><Relationship Type="http://schemas.openxmlformats.org/officeDocument/2006/relationships/image" Target="/ppt/media/image7.png" Id="R0ea88a9526ae4795" /><Relationship Type="http://schemas.openxmlformats.org/officeDocument/2006/relationships/notesSlide" Target="/ppt/notesSlides/notesSlide7.xml" Id="Rd7e2639ad23643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9d6db4355e4343" /><Relationship Type="http://schemas.openxmlformats.org/officeDocument/2006/relationships/image" Target="/ppt/media/image8.png" Id="R2ba00e7df9434a81" /><Relationship Type="http://schemas.openxmlformats.org/officeDocument/2006/relationships/chart" Target="/ppt/slides/charts/chart1.xml" Id="R619c7191045c4ff5" /><Relationship Type="http://schemas.openxmlformats.org/officeDocument/2006/relationships/notesSlide" Target="/ppt/notesSlides/notesSlide8.xml" Id="R927b7746370542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6b625f160348a6" /><Relationship Type="http://schemas.openxmlformats.org/officeDocument/2006/relationships/image" Target="/ppt/media/image9.png" Id="R9be064290ad54ad2" /><Relationship Type="http://schemas.openxmlformats.org/officeDocument/2006/relationships/notesSlide" Target="/ppt/notesSlides/notesSlide9.xml" Id="R56a3ca43bbe245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dadc5fa43e4f77" /><Relationship Type="http://schemas.openxmlformats.org/officeDocument/2006/relationships/image" Target="/ppt/media/image10.png" Id="R1fdfbf54dffd4a4b" /><Relationship Type="http://schemas.openxmlformats.org/officeDocument/2006/relationships/notesSlide" Target="/ppt/notesSlides/notesSlide10.xml" Id="R6c82e9f9665340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Ref>
              <c:f>'Chart Data'!$A$2:$A$4</c:f>
              <c:strCache>
                <c:ptCount val="3"/>
                <c:pt idx="0">
                  <c:v>Mixed benchmark</c:v>
                </c:pt>
                <c:pt idx="1">
                  <c:v>Weighted average</c:v>
                </c:pt>
                <c:pt idx="2">
                  <c:v>Central</c:v>
                </c:pt>
              </c:strCache>
            </c:strRef>
          </c:cat>
          <c:val>
            <c:numRef>
              <c:f>'Chart Data'!$B$2:$B$4</c:f>
              <c:numCache>
                <c:formatCode>0.00</c:formatCode>
                <c:ptCount val="3"/>
                <c:pt idx="0">
                  <c:v>146.97</c:v>
                </c:pt>
                <c:pt idx="1">
                  <c:v>81.37</c:v>
                </c:pt>
                <c:pt idx="2">
                  <c:v>65.2</c:v>
                </c:pt>
              </c:numCache>
            </c:numRef>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bc459b89df4e8d"/>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DF0F7715-8CCD-4C50-81D0-3D1A02FC481C}"/>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6DE5122C-6FB9-457F-B3F2-62D522172249}"/>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FD62AFFA-B7C3-413E-B3A9-691A1266EDE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20895317-8DAE-43A2-BE0B-1158FEE497A2}"/>
              </a:ext>
            </a:extLst>
          </p:cNvPr>
          <p:cNvSpPr>
            <a:spLocks xmlns:a="http://schemas.openxmlformats.org/drawingml/2006/main" noGrp="1"/>
          </p:cNvSpPr>
          <p:nvPr/>
        </p:nvSpPr>
        <p:spPr>
          <a:xfrm xmlns:a="http://schemas.openxmlformats.org/drawingml/2006/main">
            <a:off x="457200" y="2181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2230DEEE-172F-44B3-93B0-84BD038805ED}"/>
              </a:ext>
            </a:extLst>
          </p:cNvPr>
          <p:cNvSpPr>
            <a:spLocks xmlns:a="http://schemas.openxmlformats.org/drawingml/2006/main" noGrp="1"/>
          </p:cNvSpPr>
          <p:nvPr/>
        </p:nvSpPr>
        <p:spPr>
          <a:xfrm xmlns:a="http://schemas.openxmlformats.org/drawingml/2006/main">
            <a:off x="457200" y="3133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4474AD24-D5C8-4B96-8092-BBDCCC837B66}"/>
              </a:ext>
            </a:extLst>
          </p:cNvPr>
          <p:cNvSpPr>
            <a:spLocks xmlns:a="http://schemas.openxmlformats.org/drawingml/2006/main" noGrp="1"/>
          </p:cNvSpPr>
          <p:nvPr/>
        </p:nvSpPr>
        <p:spPr>
          <a:xfrm xmlns:a="http://schemas.openxmlformats.org/drawingml/2006/main">
            <a:off x="457200" y="4076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350D8AB3-CCAD-4CC7-A55B-D1E2E73B7862}"/>
              </a:ext>
            </a:extLst>
          </p:cNvPr>
          <p:cNvSpPr>
            <a:spLocks xmlns:a="http://schemas.openxmlformats.org/drawingml/2006/main" noGrp="1"/>
          </p:cNvSpPr>
          <p:nvPr/>
        </p:nvSpPr>
        <p:spPr>
          <a:xfrm xmlns:a="http://schemas.openxmlformats.org/drawingml/2006/main">
            <a:off x="4476750" y="3133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6FB0123C-72C6-4466-95B4-C2CDBD9383F0}"/>
              </a:ext>
            </a:extLst>
          </p:cNvPr>
          <p:cNvSpPr>
            <a:spLocks xmlns:a="http://schemas.openxmlformats.org/drawingml/2006/main" noGrp="1"/>
          </p:cNvSpPr>
          <p:nvPr/>
        </p:nvSpPr>
        <p:spPr>
          <a:xfrm xmlns:a="http://schemas.openxmlformats.org/drawingml/2006/main">
            <a:off x="4476750" y="4076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ABABA57E-32A4-4338-84B8-1A9733DB123A}"/>
              </a:ext>
            </a:extLst>
          </p:cNvPr>
          <p:cNvSpPr>
            <a:spLocks xmlns:a="http://schemas.openxmlformats.org/drawingml/2006/main" noGrp="1"/>
          </p:cNvSpPr>
          <p:nvPr/>
        </p:nvSpPr>
        <p:spPr>
          <a:xfrm xmlns:a="http://schemas.openxmlformats.org/drawingml/2006/main">
            <a:off x="8743950" y="3133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0E70BAC1-2682-468A-9FED-E7BAA7F0B224}"/>
              </a:ext>
            </a:extLst>
          </p:cNvPr>
          <p:cNvSpPr>
            <a:spLocks xmlns:a="http://schemas.openxmlformats.org/drawingml/2006/main" noGrp="1"/>
          </p:cNvSpPr>
          <p:nvPr/>
        </p:nvSpPr>
        <p:spPr>
          <a:xfrm xmlns:a="http://schemas.openxmlformats.org/drawingml/2006/main">
            <a:off x="8743950" y="4076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AC3202A4-6133-4570-809F-8F041DD3C578}"/>
              </a:ext>
            </a:extLst>
          </p:cNvPr>
          <p:cNvSpPr>
            <a:spLocks xmlns:a="http://schemas.openxmlformats.org/drawingml/2006/main" noGrp="1"/>
          </p:cNvSpPr>
          <p:nvPr/>
        </p:nvSpPr>
        <p:spPr>
          <a:xfrm xmlns:a="http://schemas.openxmlformats.org/drawingml/2006/main">
            <a:off x="457200" y="5191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42.64% below the average existing project unit price</a:t>
            </a:r>
          </a:p>
        </p:txBody>
      </p:sp>
      <p:sp>
        <p:nvSpPr>
          <p:cNvPr id="13" name="qualification">
            <a:extLst xmlns:a="http://schemas.openxmlformats.org/drawingml/2006/main">
              <a:ext uri="{FF2B5EF4-FFF2-40B4-BE49-F238E27FC236}">
                <a16:creationId xmlns:a16="http://schemas.microsoft.com/office/drawing/2014/main" id="{D07E6FF1-C2C3-4C1E-ACB1-9B76220C7367}"/>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Simple average of 7 project prices: AED 2,057.19. Subscription only; support separate.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List-price reference: 60% below AED 2,950.</a:t>
            </a:r>
          </a:p>
        </p:txBody>
      </p:sp>
    </p:spTree>
    <p:extLst>
      <p:ext uri="{BB962C8B-B14F-4D97-AF65-F5344CB8AC3E}">
        <p14:creationId xmlns:p14="http://schemas.microsoft.com/office/powerpoint/2010/main" val="839673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ee77db9a7db411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D79B4CB-B316-4F2E-8D51-7446101462A6}"/>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556A657E-0DED-4426-8D4C-6E19940E9CDE}"/>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88DFE0E2-6C24-46D1-94AA-B67AE146F32F}"/>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3DFFF84D-D70C-433E-B0F2-81A279DCB9DB}"/>
              </a:ext>
            </a:extLst>
          </p:cNvPr>
          <p:cNvSpPr>
            <a:spLocks xmlns:a="http://schemas.openxmlformats.org/drawingml/2006/main" noGrp="1"/>
          </p:cNvSpPr>
          <p:nvPr/>
        </p:nvSpPr>
        <p:spPr>
          <a:xfrm xmlns:a="http://schemas.openxmlformats.org/drawingml/2006/main">
            <a:off x="457200" y="2133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D890448F-6D52-4073-B0E2-501F6DED463B}"/>
              </a:ext>
            </a:extLst>
          </p:cNvPr>
          <p:cNvSpPr>
            <a:spLocks xmlns:a="http://schemas.openxmlformats.org/drawingml/2006/main" noGrp="1"/>
          </p:cNvSpPr>
          <p:nvPr/>
        </p:nvSpPr>
        <p:spPr>
          <a:xfrm xmlns:a="http://schemas.openxmlformats.org/drawingml/2006/main">
            <a:off x="457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C800EC57-E133-48AD-967B-DEE72237DFC2}"/>
              </a:ext>
            </a:extLst>
          </p:cNvPr>
          <p:cNvSpPr>
            <a:spLocks xmlns:a="http://schemas.openxmlformats.org/drawingml/2006/main" noGrp="1"/>
          </p:cNvSpPr>
          <p:nvPr/>
        </p:nvSpPr>
        <p:spPr>
          <a:xfrm xmlns:a="http://schemas.openxmlformats.org/drawingml/2006/main">
            <a:off x="457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E668D3BF-AAE6-4CD8-B3D7-E6D1C35EED8D}"/>
              </a:ext>
            </a:extLst>
          </p:cNvPr>
          <p:cNvSpPr>
            <a:spLocks xmlns:a="http://schemas.openxmlformats.org/drawingml/2006/main" noGrp="1"/>
          </p:cNvSpPr>
          <p:nvPr/>
        </p:nvSpPr>
        <p:spPr>
          <a:xfrm xmlns:a="http://schemas.openxmlformats.org/drawingml/2006/main">
            <a:off x="457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A4BEF23E-43CB-4B00-9B1A-079AC511FEC3}"/>
              </a:ext>
            </a:extLst>
          </p:cNvPr>
          <p:cNvSpPr>
            <a:spLocks xmlns:a="http://schemas.openxmlformats.org/drawingml/2006/main" noGrp="1"/>
          </p:cNvSpPr>
          <p:nvPr/>
        </p:nvSpPr>
        <p:spPr>
          <a:xfrm xmlns:a="http://schemas.openxmlformats.org/drawingml/2006/main">
            <a:off x="2743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9C5193B5-4935-4550-8478-C272D0E53036}"/>
              </a:ext>
            </a:extLst>
          </p:cNvPr>
          <p:cNvSpPr>
            <a:spLocks xmlns:a="http://schemas.openxmlformats.org/drawingml/2006/main" noGrp="1"/>
          </p:cNvSpPr>
          <p:nvPr/>
        </p:nvSpPr>
        <p:spPr>
          <a:xfrm xmlns:a="http://schemas.openxmlformats.org/drawingml/2006/main">
            <a:off x="2743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D7DFF653-9CD6-4BFC-8E10-5D2D8B602394}"/>
              </a:ext>
            </a:extLst>
          </p:cNvPr>
          <p:cNvSpPr>
            <a:spLocks xmlns:a="http://schemas.openxmlformats.org/drawingml/2006/main" noGrp="1"/>
          </p:cNvSpPr>
          <p:nvPr/>
        </p:nvSpPr>
        <p:spPr>
          <a:xfrm xmlns:a="http://schemas.openxmlformats.org/drawingml/2006/main">
            <a:off x="2743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894F516C-4B39-4718-940B-261830ABF278}"/>
              </a:ext>
            </a:extLst>
          </p:cNvPr>
          <p:cNvSpPr>
            <a:spLocks xmlns:a="http://schemas.openxmlformats.org/drawingml/2006/main" noGrp="1"/>
          </p:cNvSpPr>
          <p:nvPr/>
        </p:nvSpPr>
        <p:spPr>
          <a:xfrm xmlns:a="http://schemas.openxmlformats.org/drawingml/2006/main">
            <a:off x="5029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1F0772B1-37FF-4A7D-9780-907478BF4928}"/>
              </a:ext>
            </a:extLst>
          </p:cNvPr>
          <p:cNvSpPr>
            <a:spLocks xmlns:a="http://schemas.openxmlformats.org/drawingml/2006/main" noGrp="1"/>
          </p:cNvSpPr>
          <p:nvPr/>
        </p:nvSpPr>
        <p:spPr>
          <a:xfrm xmlns:a="http://schemas.openxmlformats.org/drawingml/2006/main">
            <a:off x="5029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2C5F5A2A-5647-4586-AC96-89CE02EA3D17}"/>
              </a:ext>
            </a:extLst>
          </p:cNvPr>
          <p:cNvSpPr>
            <a:spLocks xmlns:a="http://schemas.openxmlformats.org/drawingml/2006/main" noGrp="1"/>
          </p:cNvSpPr>
          <p:nvPr/>
        </p:nvSpPr>
        <p:spPr>
          <a:xfrm xmlns:a="http://schemas.openxmlformats.org/drawingml/2006/main">
            <a:off x="5029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875D8A8F-B708-4482-83BD-FC2C1C3D5E77}"/>
              </a:ext>
            </a:extLst>
          </p:cNvPr>
          <p:cNvSpPr>
            <a:spLocks xmlns:a="http://schemas.openxmlformats.org/drawingml/2006/main" noGrp="1"/>
          </p:cNvSpPr>
          <p:nvPr/>
        </p:nvSpPr>
        <p:spPr>
          <a:xfrm xmlns:a="http://schemas.openxmlformats.org/drawingml/2006/main">
            <a:off x="7315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3864AACC-525D-4B9E-9F5C-B4256EE26672}"/>
              </a:ext>
            </a:extLst>
          </p:cNvPr>
          <p:cNvSpPr>
            <a:spLocks xmlns:a="http://schemas.openxmlformats.org/drawingml/2006/main" noGrp="1"/>
          </p:cNvSpPr>
          <p:nvPr/>
        </p:nvSpPr>
        <p:spPr>
          <a:xfrm xmlns:a="http://schemas.openxmlformats.org/drawingml/2006/main">
            <a:off x="7315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97618CAE-CA85-4ECD-9D96-E150BA9041CF}"/>
              </a:ext>
            </a:extLst>
          </p:cNvPr>
          <p:cNvSpPr>
            <a:spLocks xmlns:a="http://schemas.openxmlformats.org/drawingml/2006/main" noGrp="1"/>
          </p:cNvSpPr>
          <p:nvPr/>
        </p:nvSpPr>
        <p:spPr>
          <a:xfrm xmlns:a="http://schemas.openxmlformats.org/drawingml/2006/main">
            <a:off x="7315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29E875CD-015B-420E-AEE2-DFCC74BDA96D}"/>
              </a:ext>
            </a:extLst>
          </p:cNvPr>
          <p:cNvSpPr>
            <a:spLocks xmlns:a="http://schemas.openxmlformats.org/drawingml/2006/main" noGrp="1"/>
          </p:cNvSpPr>
          <p:nvPr/>
        </p:nvSpPr>
        <p:spPr>
          <a:xfrm xmlns:a="http://schemas.openxmlformats.org/drawingml/2006/main">
            <a:off x="9601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A91EF0EC-3FE3-4E5B-B59B-A47FE7A3B043}"/>
              </a:ext>
            </a:extLst>
          </p:cNvPr>
          <p:cNvSpPr>
            <a:spLocks xmlns:a="http://schemas.openxmlformats.org/drawingml/2006/main" noGrp="1"/>
          </p:cNvSpPr>
          <p:nvPr/>
        </p:nvSpPr>
        <p:spPr>
          <a:xfrm xmlns:a="http://schemas.openxmlformats.org/drawingml/2006/main">
            <a:off x="9601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87235A6D-3A24-4998-A8E5-2617916DD8D7}"/>
              </a:ext>
            </a:extLst>
          </p:cNvPr>
          <p:cNvSpPr>
            <a:spLocks xmlns:a="http://schemas.openxmlformats.org/drawingml/2006/main" noGrp="1"/>
          </p:cNvSpPr>
          <p:nvPr/>
        </p:nvSpPr>
        <p:spPr>
          <a:xfrm xmlns:a="http://schemas.openxmlformats.org/drawingml/2006/main">
            <a:off x="9601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9260C20F-509C-4ED2-96E6-CD127358AD51}"/>
              </a:ext>
            </a:extLst>
          </p:cNvPr>
          <p:cNvSpPr>
            <a:spLocks xmlns:a="http://schemas.openxmlformats.org/drawingml/2006/main" noGrp="1"/>
          </p:cNvSpPr>
          <p:nvPr/>
        </p:nvSpPr>
        <p:spPr>
          <a:xfrm xmlns:a="http://schemas.openxmlformats.org/drawingml/2006/main">
            <a:off x="457200" y="5162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084CB4F3-F23D-454F-8AF0-2EC8BCC841FB}"/>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19362295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1d9a78d7a2435d"/>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0A341BE-6AC7-4BF0-A803-939EA04E8416}"/>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C750B027-19DB-44E9-BCCC-44D3D5CB7F53}"/>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93B282C2-93F7-4408-A3F9-500C78515D3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BBB1F336-FAA7-4DE5-8B24-52948ABC5F31}"/>
              </a:ext>
            </a:extLst>
          </p:cNvPr>
          <p:cNvSpPr>
            <a:spLocks xmlns:a="http://schemas.openxmlformats.org/drawingml/2006/main" noGrp="1"/>
          </p:cNvSpPr>
          <p:nvPr/>
        </p:nvSpPr>
        <p:spPr>
          <a:xfrm xmlns:a="http://schemas.openxmlformats.org/drawingml/2006/main">
            <a:off x="45720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unit price</a:t>
            </a:r>
          </a:p>
        </p:txBody>
      </p:sp>
      <p:sp>
        <p:nvSpPr>
          <p:cNvPr id="6" name="pillar-1">
            <a:extLst xmlns:a="http://schemas.openxmlformats.org/drawingml/2006/main">
              <a:ext uri="{FF2B5EF4-FFF2-40B4-BE49-F238E27FC236}">
                <a16:creationId xmlns:a16="http://schemas.microsoft.com/office/drawing/2014/main" id="{DCBFC52E-34D1-4A0A-8F04-9E1216197FC5}"/>
              </a:ext>
            </a:extLst>
          </p:cNvPr>
          <p:cNvSpPr>
            <a:spLocks xmlns:a="http://schemas.openxmlformats.org/drawingml/2006/main" noGrp="1"/>
          </p:cNvSpPr>
          <p:nvPr/>
        </p:nvSpPr>
        <p:spPr>
          <a:xfrm xmlns:a="http://schemas.openxmlformats.org/drawingml/2006/main">
            <a:off x="4333875"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78DE6B01-2BE7-4957-923B-74CF9B5613E6}"/>
              </a:ext>
            </a:extLst>
          </p:cNvPr>
          <p:cNvSpPr>
            <a:spLocks xmlns:a="http://schemas.openxmlformats.org/drawingml/2006/main" noGrp="1"/>
          </p:cNvSpPr>
          <p:nvPr/>
        </p:nvSpPr>
        <p:spPr>
          <a:xfrm xmlns:a="http://schemas.openxmlformats.org/drawingml/2006/main">
            <a:off x="821055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BE6BA67F-5D7A-448E-822F-5370E2684B7C}"/>
              </a:ext>
            </a:extLst>
          </p:cNvPr>
          <p:cNvSpPr>
            <a:spLocks xmlns:a="http://schemas.openxmlformats.org/drawingml/2006/main" noGrp="1"/>
          </p:cNvSpPr>
          <p:nvPr/>
        </p:nvSpPr>
        <p:spPr>
          <a:xfrm xmlns:a="http://schemas.openxmlformats.org/drawingml/2006/main">
            <a:off x="457200" y="3257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42.64%</a:t>
            </a:r>
          </a:p>
        </p:txBody>
      </p:sp>
      <p:sp>
        <p:nvSpPr>
          <p:cNvPr id="9" name="cost-copy">
            <a:extLst xmlns:a="http://schemas.openxmlformats.org/drawingml/2006/main">
              <a:ext uri="{FF2B5EF4-FFF2-40B4-BE49-F238E27FC236}">
                <a16:creationId xmlns:a16="http://schemas.microsoft.com/office/drawing/2014/main" id="{61FFBD5F-8063-4620-9D02-32D041F32AE1}"/>
              </a:ext>
            </a:extLst>
          </p:cNvPr>
          <p:cNvSpPr>
            <a:spLocks xmlns:a="http://schemas.openxmlformats.org/drawingml/2006/main" noGrp="1"/>
          </p:cNvSpPr>
          <p:nvPr/>
        </p:nvSpPr>
        <p:spPr>
          <a:xfrm xmlns:a="http://schemas.openxmlformats.org/drawingml/2006/main">
            <a:off x="457200" y="41148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AED 2,057.19 to AED 1,180</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Simple average of 7 projects</a:t>
            </a:r>
          </a:p>
        </p:txBody>
      </p:sp>
      <p:sp>
        <p:nvSpPr>
          <p:cNvPr id="10" name="current-saving">
            <a:extLst xmlns:a="http://schemas.openxmlformats.org/drawingml/2006/main">
              <a:ext uri="{FF2B5EF4-FFF2-40B4-BE49-F238E27FC236}">
                <a16:creationId xmlns:a16="http://schemas.microsoft.com/office/drawing/2014/main" id="{6D8316AA-B763-49F3-AE22-DF01E608C546}"/>
              </a:ext>
            </a:extLst>
          </p:cNvPr>
          <p:cNvSpPr>
            <a:spLocks xmlns:a="http://schemas.openxmlformats.org/drawingml/2006/main" noGrp="1"/>
          </p:cNvSpPr>
          <p:nvPr/>
        </p:nvSpPr>
        <p:spPr>
          <a:xfrm xmlns:a="http://schemas.openxmlformats.org/drawingml/2006/main">
            <a:off x="457200" y="5019675"/>
            <a:ext cx="3667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Actual annual saving: AED 383,370</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1BED67C4-C50A-44AF-A6A6-E080B1327E3A}"/>
              </a:ext>
            </a:extLst>
          </p:cNvPr>
          <p:cNvSpPr>
            <a:spLocks xmlns:a="http://schemas.openxmlformats.org/drawingml/2006/main" noGrp="1"/>
          </p:cNvSpPr>
          <p:nvPr/>
        </p:nvSpPr>
        <p:spPr>
          <a:xfrm xmlns:a="http://schemas.openxmlformats.org/drawingml/2006/main">
            <a:off x="4333875" y="3295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89DA1700-1DDC-433D-91DC-C921CC151084}"/>
              </a:ext>
            </a:extLst>
          </p:cNvPr>
          <p:cNvSpPr>
            <a:spLocks xmlns:a="http://schemas.openxmlformats.org/drawingml/2006/main" noGrp="1"/>
          </p:cNvSpPr>
          <p:nvPr/>
        </p:nvSpPr>
        <p:spPr>
          <a:xfrm xmlns:a="http://schemas.openxmlformats.org/drawingml/2006/main">
            <a:off x="4333875" y="4114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FABD8EA2-1B01-4599-963D-DF988F0A2E47}"/>
              </a:ext>
            </a:extLst>
          </p:cNvPr>
          <p:cNvSpPr>
            <a:spLocks xmlns:a="http://schemas.openxmlformats.org/drawingml/2006/main" noGrp="1"/>
          </p:cNvSpPr>
          <p:nvPr/>
        </p:nvSpPr>
        <p:spPr>
          <a:xfrm xmlns:a="http://schemas.openxmlformats.org/drawingml/2006/main">
            <a:off x="8210550" y="3295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33A31189-F40C-4191-BD0F-7AAD0D3B997B}"/>
              </a:ext>
            </a:extLst>
          </p:cNvPr>
          <p:cNvSpPr>
            <a:spLocks xmlns:a="http://schemas.openxmlformats.org/drawingml/2006/main" noGrp="1"/>
          </p:cNvSpPr>
          <p:nvPr/>
        </p:nvSpPr>
        <p:spPr>
          <a:xfrm xmlns:a="http://schemas.openxmlformats.org/drawingml/2006/main">
            <a:off x="8210550" y="4114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C6FCC93E-EB2B-4E48-9B50-B68847DEE055}"/>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0036216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58ead76a024ad9"/>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D207FC4-65B1-4C60-92E0-52D6F8D4BB3C}"/>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0A7746D8-5DCC-4254-8279-0C3A9D437262}"/>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0CF02AF7-6991-4ABD-A4B5-38CFDA7EF1AE}"/>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5FE998FD-1E2F-4EBD-BD83-BCD225677E77}"/>
              </a:ext>
            </a:extLst>
          </p:cNvPr>
          <p:cNvSpPr>
            <a:spLocks xmlns:a="http://schemas.openxmlformats.org/drawingml/2006/main" noGrp="1"/>
          </p:cNvSpPr>
          <p:nvPr/>
        </p:nvSpPr>
        <p:spPr>
          <a:xfrm xmlns:a="http://schemas.openxmlformats.org/drawingml/2006/main">
            <a:off x="457200" y="2190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1887423E-2C2A-4C1C-A3F4-A2CD79F4F6AA}"/>
              </a:ext>
            </a:extLst>
          </p:cNvPr>
          <p:cNvSpPr>
            <a:spLocks xmlns:a="http://schemas.openxmlformats.org/drawingml/2006/main" noGrp="1"/>
          </p:cNvSpPr>
          <p:nvPr/>
        </p:nvSpPr>
        <p:spPr>
          <a:xfrm xmlns:a="http://schemas.openxmlformats.org/drawingml/2006/main">
            <a:off x="457200" y="3286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4C1E1454-DC4B-4FD5-BCBE-111641FD0C75}"/>
              </a:ext>
            </a:extLst>
          </p:cNvPr>
          <p:cNvSpPr>
            <a:spLocks xmlns:a="http://schemas.openxmlformats.org/drawingml/2006/main" noGrp="1"/>
          </p:cNvSpPr>
          <p:nvPr/>
        </p:nvSpPr>
        <p:spPr>
          <a:xfrm xmlns:a="http://schemas.openxmlformats.org/drawingml/2006/main">
            <a:off x="457200" y="4143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C58D20F9-61E9-4B27-BA87-BA9B15D71569}"/>
              </a:ext>
            </a:extLst>
          </p:cNvPr>
          <p:cNvSpPr>
            <a:spLocks xmlns:a="http://schemas.openxmlformats.org/drawingml/2006/main" noGrp="1"/>
          </p:cNvSpPr>
          <p:nvPr/>
        </p:nvSpPr>
        <p:spPr>
          <a:xfrm xmlns:a="http://schemas.openxmlformats.org/drawingml/2006/main">
            <a:off x="457200" y="4752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C8FF7BFA-D96E-4BDE-BA8E-205AF34A4C3E}"/>
              </a:ext>
            </a:extLst>
          </p:cNvPr>
          <p:cNvSpPr>
            <a:spLocks xmlns:a="http://schemas.openxmlformats.org/drawingml/2006/main" noGrp="1"/>
          </p:cNvSpPr>
          <p:nvPr/>
        </p:nvSpPr>
        <p:spPr>
          <a:xfrm xmlns:a="http://schemas.openxmlformats.org/drawingml/2006/main">
            <a:off x="7448550" y="3267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A8A1EAAC-A169-4068-B5FB-8971CAC2247D}"/>
              </a:ext>
            </a:extLst>
          </p:cNvPr>
          <p:cNvSpPr>
            <a:spLocks xmlns:a="http://schemas.openxmlformats.org/drawingml/2006/main" noGrp="1"/>
          </p:cNvSpPr>
          <p:nvPr/>
        </p:nvSpPr>
        <p:spPr>
          <a:xfrm xmlns:a="http://schemas.openxmlformats.org/drawingml/2006/main">
            <a:off x="7448550" y="4762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B02E376B-62C4-4EBD-BA73-480678D165AA}"/>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1860673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3f61943a0bb46b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BA51731-C60E-444E-BB6E-BC0270C0319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77FD05BB-6F99-46F2-B71D-48F97343AC57}"/>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7250E42D-7CBC-454B-8FF6-F92403AEF798}"/>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B648738C-092C-4656-9579-F481897E597B}"/>
              </a:ext>
            </a:extLst>
          </p:cNvPr>
          <p:cNvSpPr>
            <a:spLocks xmlns:a="http://schemas.openxmlformats.org/drawingml/2006/main" noGrp="1"/>
          </p:cNvSpPr>
          <p:nvPr/>
        </p:nvSpPr>
        <p:spPr>
          <a:xfrm xmlns:a="http://schemas.openxmlformats.org/drawingml/2006/main">
            <a:off x="457200" y="1714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457200" y="2190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9745340D-A120-48C3-93AD-42268023067C}"/>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Actual baseline: AED 1,929,169.75. Current-user saving: AED 383,369.75 (19.87%).</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With 50% Year 1 growth: AED 575,054.63 saving. Support separate.</a:t>
            </a:r>
          </a:p>
        </p:txBody>
      </p:sp>
    </p:spTree>
    <p:extLst>
      <p:ext uri="{BB962C8B-B14F-4D97-AF65-F5344CB8AC3E}">
        <p14:creationId xmlns:p14="http://schemas.microsoft.com/office/powerpoint/2010/main" val="13856247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a0ff50c4e44eb2"/>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7B634CE-0A68-4F41-8102-002CD243B9E7}"/>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3BD0A94D-795F-4FF8-B234-39024AAF2B89}"/>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EF2918AB-34DF-4FD6-A762-9C44E6348B15}"/>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1A1B25AF-07DA-406A-BE6A-375E976992B0}"/>
              </a:ext>
            </a:extLst>
          </p:cNvPr>
          <p:cNvSpPr>
            <a:spLocks xmlns:a="http://schemas.openxmlformats.org/drawingml/2006/main" noGrp="1"/>
          </p:cNvSpPr>
          <p:nvPr/>
        </p:nvSpPr>
        <p:spPr>
          <a:xfrm xmlns:a="http://schemas.openxmlformats.org/drawingml/2006/main">
            <a:off x="457200" y="2038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457200" y="2686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7B77299B-129E-4666-B56D-1724AB23B065}"/>
              </a:ext>
            </a:extLst>
          </p:cNvPr>
          <p:cNvSpPr>
            <a:spLocks xmlns:a="http://schemas.openxmlformats.org/drawingml/2006/main" noGrp="1"/>
          </p:cNvSpPr>
          <p:nvPr/>
        </p:nvSpPr>
        <p:spPr>
          <a:xfrm xmlns:a="http://schemas.openxmlformats.org/drawingml/2006/main">
            <a:off x="8210550" y="204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B0035692-361E-4B76-8B42-2944BCF88200}"/>
              </a:ext>
            </a:extLst>
          </p:cNvPr>
          <p:cNvSpPr>
            <a:spLocks xmlns:a="http://schemas.openxmlformats.org/drawingml/2006/main" noGrp="1"/>
          </p:cNvSpPr>
          <p:nvPr/>
        </p:nvSpPr>
        <p:spPr>
          <a:xfrm xmlns:a="http://schemas.openxmlformats.org/drawingml/2006/main">
            <a:off x="8210550" y="2714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F0012699-6E4C-48A8-9B18-C19DF11E1735}"/>
              </a:ext>
            </a:extLst>
          </p:cNvPr>
          <p:cNvSpPr>
            <a:spLocks xmlns:a="http://schemas.openxmlformats.org/drawingml/2006/main" noGrp="1"/>
          </p:cNvSpPr>
          <p:nvPr/>
        </p:nvSpPr>
        <p:spPr>
          <a:xfrm xmlns:a="http://schemas.openxmlformats.org/drawingml/2006/main">
            <a:off x="8210550" y="3819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1F8E2950-48DF-4BDD-A2F0-A2E0B8DDA136}"/>
              </a:ext>
            </a:extLst>
          </p:cNvPr>
          <p:cNvSpPr>
            <a:spLocks xmlns:a="http://schemas.openxmlformats.org/drawingml/2006/main" noGrp="1"/>
          </p:cNvSpPr>
          <p:nvPr/>
        </p:nvSpPr>
        <p:spPr>
          <a:xfrm xmlns:a="http://schemas.openxmlformats.org/drawingml/2006/main">
            <a:off x="8210550" y="4572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21BAD680-9A0D-4AF7-9782-FB47613D9AA9}"/>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3610313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ea88a9526ae479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8122D501-77B2-49E2-99CA-6458928763F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8A5A6CF5-031D-40C2-886A-491E124956B4}"/>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CFACCE44-19C2-416B-8334-4D39BB29BD16}"/>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3FDCCC18-27C9-42BB-B123-1F0C98A17B67}"/>
              </a:ext>
            </a:extLst>
          </p:cNvPr>
          <p:cNvSpPr>
            <a:spLocks xmlns:a="http://schemas.openxmlformats.org/drawingml/2006/main" noGrp="1"/>
          </p:cNvSpPr>
          <p:nvPr/>
        </p:nvSpPr>
        <p:spPr>
          <a:xfrm xmlns:a="http://schemas.openxmlformats.org/drawingml/2006/main">
            <a:off x="457200" y="2047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457200" y="2695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C9E60108-D788-4469-ADBE-BBBAB44092E3}"/>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8182763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ba00e7df9434a81"/>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F604276-8B30-41D7-A89A-8AFC36F02AAD}"/>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FF9687D0-751F-4E48-A23F-507CC399F1ED}"/>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534AA534-5870-4264-8D9C-87DA33D097A8}"/>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457200" y="2324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619c7191045c4ff5"/>
          </a:graphicData>
        </a:graphic>
      </p:graphicFrame>
      <p:sp>
        <p:nvSpPr>
          <p:cNvPr id="6" name="modeled-benefit">
            <a:extLst xmlns:a="http://schemas.openxmlformats.org/drawingml/2006/main">
              <a:ext uri="{FF2B5EF4-FFF2-40B4-BE49-F238E27FC236}">
                <a16:creationId xmlns:a16="http://schemas.microsoft.com/office/drawing/2014/main" id="{C7F47CD3-8683-4800-B245-DDBE96637698}"/>
              </a:ext>
            </a:extLst>
          </p:cNvPr>
          <p:cNvSpPr>
            <a:spLocks xmlns:a="http://schemas.openxmlformats.org/drawingml/2006/main" noGrp="1"/>
          </p:cNvSpPr>
          <p:nvPr/>
        </p:nvSpPr>
        <p:spPr>
          <a:xfrm xmlns:a="http://schemas.openxmlformats.org/drawingml/2006/main">
            <a:off x="7772400" y="2324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9E63B8F6-C336-4D7A-95D4-2CEA96BE23CD}"/>
              </a:ext>
            </a:extLst>
          </p:cNvPr>
          <p:cNvSpPr>
            <a:spLocks xmlns:a="http://schemas.openxmlformats.org/drawingml/2006/main" noGrp="1"/>
          </p:cNvSpPr>
          <p:nvPr/>
        </p:nvSpPr>
        <p:spPr>
          <a:xfrm xmlns:a="http://schemas.openxmlformats.org/drawingml/2006/main">
            <a:off x="7772400" y="3133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42564D24-F6D2-4AB1-8729-23CDB512A724}"/>
              </a:ext>
            </a:extLst>
          </p:cNvPr>
          <p:cNvSpPr>
            <a:spLocks xmlns:a="http://schemas.openxmlformats.org/drawingml/2006/main" noGrp="1"/>
          </p:cNvSpPr>
          <p:nvPr/>
        </p:nvSpPr>
        <p:spPr>
          <a:xfrm xmlns:a="http://schemas.openxmlformats.org/drawingml/2006/main">
            <a:off x="7772400" y="4048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F3462C4A-2057-4D99-97B1-4045D3AB831A}"/>
              </a:ext>
            </a:extLst>
          </p:cNvPr>
          <p:cNvSpPr>
            <a:spLocks xmlns:a="http://schemas.openxmlformats.org/drawingml/2006/main" noGrp="1"/>
          </p:cNvSpPr>
          <p:nvPr/>
        </p:nvSpPr>
        <p:spPr>
          <a:xfrm xmlns:a="http://schemas.openxmlformats.org/drawingml/2006/main">
            <a:off x="7772400" y="4857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weighted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19B7B08D-6B9D-4FE2-9AC2-74990667C696}"/>
              </a:ext>
            </a:extLst>
          </p:cNvPr>
          <p:cNvSpPr>
            <a:spLocks xmlns:a="http://schemas.openxmlformats.org/drawingml/2006/main" noGrp="1"/>
          </p:cNvSpPr>
          <p:nvPr/>
        </p:nvSpPr>
        <p:spPr>
          <a:xfrm xmlns:a="http://schemas.openxmlformats.org/drawingml/2006/main">
            <a:off x="457200" y="5705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Weighted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13086046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be064290ad54ad2"/>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A0B7DFD-5AA9-4554-9AA6-81F224E43CEF}"/>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44A9CDBF-C2E7-4302-A349-B1C74554CA41}"/>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BEF39F52-89D0-402F-A1C8-1937F0EA1033}"/>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457200" y="2362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65D94CBE-98C5-4B8E-8C18-D6F852A0DE97}"/>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559351736"/>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fdfbf54dffd4a4b"/>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B89B8D1-80DE-4696-A495-BFFE4DA280E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7E7960C3-720F-46FF-8FE8-4310CFF29F72}"/>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C9EB1648-C75E-4738-9C53-891DF7964ECF}"/>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53FDE05F-6EFF-4AC6-9222-15E002C1CCEA}"/>
              </a:ext>
            </a:extLst>
          </p:cNvPr>
          <p:cNvSpPr>
            <a:spLocks xmlns:a="http://schemas.openxmlformats.org/drawingml/2006/main" noGrp="1"/>
          </p:cNvSpPr>
          <p:nvPr/>
        </p:nvSpPr>
        <p:spPr>
          <a:xfrm xmlns:a="http://schemas.openxmlformats.org/drawingml/2006/main">
            <a:off x="4572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FFA5E93C-A034-48B1-A247-A75EBA69D04E}"/>
              </a:ext>
            </a:extLst>
          </p:cNvPr>
          <p:cNvSpPr>
            <a:spLocks xmlns:a="http://schemas.openxmlformats.org/drawingml/2006/main" noGrp="1"/>
          </p:cNvSpPr>
          <p:nvPr/>
        </p:nvSpPr>
        <p:spPr>
          <a:xfrm xmlns:a="http://schemas.openxmlformats.org/drawingml/2006/main">
            <a:off x="457200" y="3524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FD298C4C-9E64-495A-BF44-68B073E093B5}"/>
              </a:ext>
            </a:extLst>
          </p:cNvPr>
          <p:cNvSpPr>
            <a:spLocks xmlns:a="http://schemas.openxmlformats.org/drawingml/2006/main" noGrp="1"/>
          </p:cNvSpPr>
          <p:nvPr/>
        </p:nvSpPr>
        <p:spPr>
          <a:xfrm xmlns:a="http://schemas.openxmlformats.org/drawingml/2006/main">
            <a:off x="5410200" y="2552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296783EF-0232-434C-A6C2-F8AACDE861B0}"/>
              </a:ext>
            </a:extLst>
          </p:cNvPr>
          <p:cNvSpPr>
            <a:spLocks xmlns:a="http://schemas.openxmlformats.org/drawingml/2006/main" noGrp="1"/>
          </p:cNvSpPr>
          <p:nvPr/>
        </p:nvSpPr>
        <p:spPr>
          <a:xfrm xmlns:a="http://schemas.openxmlformats.org/drawingml/2006/main">
            <a:off x="541020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EF82A0EF-48F5-42EE-97F4-2189F34A7714}"/>
              </a:ext>
            </a:extLst>
          </p:cNvPr>
          <p:cNvSpPr>
            <a:spLocks xmlns:a="http://schemas.openxmlformats.org/drawingml/2006/main" noGrp="1"/>
          </p:cNvSpPr>
          <p:nvPr/>
        </p:nvSpPr>
        <p:spPr>
          <a:xfrm xmlns:a="http://schemas.openxmlformats.org/drawingml/2006/main">
            <a:off x="9077325" y="2552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ACB8BE8F-7379-491D-8BAB-1405ED6D9CFF}"/>
              </a:ext>
            </a:extLst>
          </p:cNvPr>
          <p:cNvSpPr>
            <a:spLocks xmlns:a="http://schemas.openxmlformats.org/drawingml/2006/main" noGrp="1"/>
          </p:cNvSpPr>
          <p:nvPr/>
        </p:nvSpPr>
        <p:spPr>
          <a:xfrm xmlns:a="http://schemas.openxmlformats.org/drawingml/2006/main">
            <a:off x="9077325" y="3524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BF761172-2825-4888-ACBD-E2695FB1AEDC}"/>
              </a:ext>
            </a:extLst>
          </p:cNvPr>
          <p:cNvSpPr>
            <a:spLocks xmlns:a="http://schemas.openxmlformats.org/drawingml/2006/main" noGrp="1"/>
          </p:cNvSpPr>
          <p:nvPr/>
        </p:nvSpPr>
        <p:spPr>
          <a:xfrm xmlns:a="http://schemas.openxmlformats.org/drawingml/2006/main">
            <a:off x="457200" y="4924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92EAC3D1-1FB7-4F39-A1E8-87AA8A021EAC}"/>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976603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2026-09-21T16:41:32.1720000Z</dcterms:created>
  <dcterms:modified xsi:type="dcterms:W3CDTF">2026-09-21T16:41:32.1720000Z</dcterms:modified>
</coreProperties>
</file>