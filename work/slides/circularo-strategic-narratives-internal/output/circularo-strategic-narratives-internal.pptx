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8ee7b1c52d4a9e" /><Relationship Type="http://schemas.openxmlformats.org/officeDocument/2006/relationships/extended-properties" Target="/docProps/app.xml" Id="R1efebb29e02e46ac" /><Relationship Type="http://schemas.openxmlformats.org/officeDocument/2006/relationships/officeDocument" Target="/ppt/presentation.xml" Id="R78095eb6d2724c74" /></Relationships>
</file>

<file path=ppt/presentation.xml><?xml version="1.0" encoding="utf-8"?>
<p:presentation xmlns:p="http://schemas.openxmlformats.org/presentationml/2006/main">
  <p:sldMasterIdLst>
    <p:sldMasterId xmlns:r="http://schemas.openxmlformats.org/officeDocument/2006/relationships" id="2147483648" r:id="R1de372e7738d41a8"/>
  </p:sldMasterIdLst>
  <p:notesMasterIdLst>
    <p:notesMasterId xmlns:r="http://schemas.openxmlformats.org/officeDocument/2006/relationships" r:id="Rf59dd70632254774"/>
  </p:notesMasterIdLst>
  <p:sldIdLst>
    <p:sldId xmlns:r="http://schemas.openxmlformats.org/officeDocument/2006/relationships" id="256" r:id="R673ed5cd576d4d39"/>
    <p:sldId xmlns:r="http://schemas.openxmlformats.org/officeDocument/2006/relationships" id="257" r:id="R3fcad339d45f45dd"/>
    <p:sldId xmlns:r="http://schemas.openxmlformats.org/officeDocument/2006/relationships" id="258" r:id="R09d73f9fb84b40ac"/>
    <p:sldId xmlns:r="http://schemas.openxmlformats.org/officeDocument/2006/relationships" id="259" r:id="Ra065843fc9bf4ba6"/>
    <p:sldId xmlns:r="http://schemas.openxmlformats.org/officeDocument/2006/relationships" id="260" r:id="Rfbc626638f2f416b"/>
    <p:sldId xmlns:r="http://schemas.openxmlformats.org/officeDocument/2006/relationships" id="261" r:id="R48b89ec237e94d9a"/>
    <p:sldId xmlns:r="http://schemas.openxmlformats.org/officeDocument/2006/relationships" id="262" r:id="Rc3158a7e73f34e88"/>
    <p:sldId xmlns:r="http://schemas.openxmlformats.org/officeDocument/2006/relationships" id="263" r:id="R6c2efe5444fb4e3a"/>
    <p:sldId xmlns:r="http://schemas.openxmlformats.org/officeDocument/2006/relationships" id="264" r:id="R1288f72536d9416d"/>
    <p:sldId xmlns:r="http://schemas.openxmlformats.org/officeDocument/2006/relationships" id="265" r:id="R3b5d33d5b274418b"/>
    <p:sldId xmlns:r="http://schemas.openxmlformats.org/officeDocument/2006/relationships" id="266" r:id="R7b5aaaf59dd24fda"/>
    <p:sldId xmlns:r="http://schemas.openxmlformats.org/officeDocument/2006/relationships" id="267" r:id="R7f699ee1301f49d5"/>
    <p:sldId xmlns:r="http://schemas.openxmlformats.org/officeDocument/2006/relationships" id="268" r:id="Rc7fe1615e9e247ad"/>
    <p:sldId xmlns:r="http://schemas.openxmlformats.org/officeDocument/2006/relationships" id="269" r:id="R4b05d12c59ce459a"/>
    <p:sldId xmlns:r="http://schemas.openxmlformats.org/officeDocument/2006/relationships" id="270" r:id="Rcfcc5a4681bf42c3"/>
    <p:sldId xmlns:r="http://schemas.openxmlformats.org/officeDocument/2006/relationships" id="271" r:id="Rcf7284cc3f8745c3"/>
    <p:sldId xmlns:r="http://schemas.openxmlformats.org/officeDocument/2006/relationships" id="272" r:id="R1473bb7adc944a01"/>
    <p:sldId xmlns:r="http://schemas.openxmlformats.org/officeDocument/2006/relationships" id="273" r:id="R80e9f55256e94a6e"/>
    <p:sldId xmlns:r="http://schemas.openxmlformats.org/officeDocument/2006/relationships" id="274" r:id="R244ad64d988449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d9ba7acd944a2d" /><Relationship Type="http://schemas.openxmlformats.org/officeDocument/2006/relationships/slideMaster" Target="/ppt/slideMasters/slideMaster1.xml" Id="R1de372e7738d41a8" /><Relationship Type="http://schemas.openxmlformats.org/officeDocument/2006/relationships/notesMaster" Target="/ppt/notesMasters/notesMaster1.xml" Id="Rf59dd70632254774" /><Relationship Type="http://schemas.openxmlformats.org/officeDocument/2006/relationships/presProps" Target="/ppt/presProps.xml" Id="R5e8a945ac49d467d" /><Relationship Type="http://schemas.openxmlformats.org/officeDocument/2006/relationships/tableStyles" Target="/ppt/tableStyles.xml" Id="R0c80947eaaed45ee" /><Relationship Type="http://schemas.openxmlformats.org/officeDocument/2006/relationships/slide" Target="/ppt/slides/slide1.xml" Id="R673ed5cd576d4d39" /><Relationship Type="http://schemas.openxmlformats.org/officeDocument/2006/relationships/slide" Target="/ppt/slides/slide2.xml" Id="R3fcad339d45f45dd" /><Relationship Type="http://schemas.openxmlformats.org/officeDocument/2006/relationships/slide" Target="/ppt/slides/slide3.xml" Id="R09d73f9fb84b40ac" /><Relationship Type="http://schemas.openxmlformats.org/officeDocument/2006/relationships/slide" Target="/ppt/slides/slide4.xml" Id="Ra065843fc9bf4ba6" /><Relationship Type="http://schemas.openxmlformats.org/officeDocument/2006/relationships/slide" Target="/ppt/slides/slide5.xml" Id="Rfbc626638f2f416b" /><Relationship Type="http://schemas.openxmlformats.org/officeDocument/2006/relationships/slide" Target="/ppt/slides/slide6.xml" Id="R48b89ec237e94d9a" /><Relationship Type="http://schemas.openxmlformats.org/officeDocument/2006/relationships/slide" Target="/ppt/slides/slide7.xml" Id="Rc3158a7e73f34e88" /><Relationship Type="http://schemas.openxmlformats.org/officeDocument/2006/relationships/slide" Target="/ppt/slides/slide8.xml" Id="R6c2efe5444fb4e3a" /><Relationship Type="http://schemas.openxmlformats.org/officeDocument/2006/relationships/slide" Target="/ppt/slides/slide9.xml" Id="R1288f72536d9416d" /><Relationship Type="http://schemas.openxmlformats.org/officeDocument/2006/relationships/slide" Target="/ppt/slides/slide10.xml" Id="R3b5d33d5b274418b" /><Relationship Type="http://schemas.openxmlformats.org/officeDocument/2006/relationships/slide" Target="/ppt/slides/slide11.xml" Id="R7b5aaaf59dd24fda" /><Relationship Type="http://schemas.openxmlformats.org/officeDocument/2006/relationships/slide" Target="/ppt/slides/slide12.xml" Id="R7f699ee1301f49d5" /><Relationship Type="http://schemas.openxmlformats.org/officeDocument/2006/relationships/slide" Target="/ppt/slides/slide13.xml" Id="Rc7fe1615e9e247ad" /><Relationship Type="http://schemas.openxmlformats.org/officeDocument/2006/relationships/slide" Target="/ppt/slides/slide14.xml" Id="R4b05d12c59ce459a" /><Relationship Type="http://schemas.openxmlformats.org/officeDocument/2006/relationships/slide" Target="/ppt/slides/slide15.xml" Id="Rcfcc5a4681bf42c3" /><Relationship Type="http://schemas.openxmlformats.org/officeDocument/2006/relationships/slide" Target="/ppt/slides/slide16.xml" Id="Rcf7284cc3f8745c3" /><Relationship Type="http://schemas.openxmlformats.org/officeDocument/2006/relationships/slide" Target="/ppt/slides/slide17.xml" Id="R1473bb7adc944a01" /><Relationship Type="http://schemas.openxmlformats.org/officeDocument/2006/relationships/slide" Target="/ppt/slides/slide18.xml" Id="R80e9f55256e94a6e" /><Relationship Type="http://schemas.openxmlformats.org/officeDocument/2006/relationships/slide" Target="/ppt/slides/slide19.xml" Id="R244ad64d988449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5966d4395a44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782cb63d574636" /><Relationship Type="http://schemas.openxmlformats.org/officeDocument/2006/relationships/notesMaster" Target="/ppt/notesMasters/notesMaster1.xml" Id="Rab348262b0e54b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bc55436a7e4764" /><Relationship Type="http://schemas.openxmlformats.org/officeDocument/2006/relationships/notesMaster" Target="/ppt/notesMasters/notesMaster1.xml" Id="R332a45b8f1e941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98f45566824dfc" /><Relationship Type="http://schemas.openxmlformats.org/officeDocument/2006/relationships/notesMaster" Target="/ppt/notesMasters/notesMaster1.xml" Id="R3cbba5df099b4f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69cae2afa24723" /><Relationship Type="http://schemas.openxmlformats.org/officeDocument/2006/relationships/notesMaster" Target="/ppt/notesMasters/notesMaster1.xml" Id="R071daa59ca234e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2fc44f0bc44d08" /><Relationship Type="http://schemas.openxmlformats.org/officeDocument/2006/relationships/notesMaster" Target="/ppt/notesMasters/notesMaster1.xml" Id="Rc45fe25c13d44c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3388db806a4817" /><Relationship Type="http://schemas.openxmlformats.org/officeDocument/2006/relationships/notesMaster" Target="/ppt/notesMasters/notesMaster1.xml" Id="R1cfe21462a724f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64b8fd5b5d43ef" /><Relationship Type="http://schemas.openxmlformats.org/officeDocument/2006/relationships/notesMaster" Target="/ppt/notesMasters/notesMaster1.xml" Id="Rca38672a810944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b0c2a86bc640e4" /><Relationship Type="http://schemas.openxmlformats.org/officeDocument/2006/relationships/notesMaster" Target="/ppt/notesMasters/notesMaster1.xml" Id="R7c0f8eaadb094d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76ad862f934d18" /><Relationship Type="http://schemas.openxmlformats.org/officeDocument/2006/relationships/notesMaster" Target="/ppt/notesMasters/notesMaster1.xml" Id="Rb5cea5daad4841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3166241ca54d86" /><Relationship Type="http://schemas.openxmlformats.org/officeDocument/2006/relationships/notesMaster" Target="/ppt/notesMasters/notesMaster1.xml" Id="Rc12a1f49bd924a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cd9776ba7e4dcb" /><Relationship Type="http://schemas.openxmlformats.org/officeDocument/2006/relationships/notesMaster" Target="/ppt/notesMasters/notesMaster1.xml" Id="Rac69f831365a40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76db31ebb040f1" /><Relationship Type="http://schemas.openxmlformats.org/officeDocument/2006/relationships/notesMaster" Target="/ppt/notesMasters/notesMaster1.xml" Id="R622a0ac1773b4e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93cce8da44413b" /><Relationship Type="http://schemas.openxmlformats.org/officeDocument/2006/relationships/notesMaster" Target="/ppt/notesMasters/notesMaster1.xml" Id="Ra8e343c2a24f4b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8dc8eaead14257" /><Relationship Type="http://schemas.openxmlformats.org/officeDocument/2006/relationships/notesMaster" Target="/ppt/notesMasters/notesMaster1.xml" Id="R64274cd410fd47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2004c0ca094c48" /><Relationship Type="http://schemas.openxmlformats.org/officeDocument/2006/relationships/notesMaster" Target="/ppt/notesMasters/notesMaster1.xml" Id="Ra2540aea2cfe43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5a73d84e974290" /><Relationship Type="http://schemas.openxmlformats.org/officeDocument/2006/relationships/notesMaster" Target="/ppt/notesMasters/notesMaster1.xml" Id="R45259136a5f24a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243f222c4a49b1" /><Relationship Type="http://schemas.openxmlformats.org/officeDocument/2006/relationships/notesMaster" Target="/ppt/notesMasters/notesMaster1.xml" Id="Rcf4c20fab9bc42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71043f59ab4dd7" /><Relationship Type="http://schemas.openxmlformats.org/officeDocument/2006/relationships/notesMaster" Target="/ppt/notesMasters/notesMaster1.xml" Id="R4b70f99f5e1b49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43903617df4564" /><Relationship Type="http://schemas.openxmlformats.org/officeDocument/2006/relationships/notesMaster" Target="/ppt/notesMasters/notesMaster1.xml" Id="Re41efbbce30e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work/new-story/Circularo-Strategic-Narratives-Internal-Deck-Outline.md</a:t>
            </a:r>
          </a:p>
          <a:p xmlns:a="http://schemas.openxmlformats.org/drawingml/2006/main">
            <a:r>
              <a:t>- .agents/skills/circularo-slides/references/brand-system.md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a8c85a53854a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b32cb7a07f453b" /><Relationship Type="http://schemas.openxmlformats.org/officeDocument/2006/relationships/slideLayout" Target="/ppt/slideLayouts/slideLayout1.xml" Id="Ra4eb489435d046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eb489435d046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e8798e00244b3d" /><Relationship Type="http://schemas.openxmlformats.org/officeDocument/2006/relationships/image" Target="/ppt/media/image.png" Id="R77886a9b768548d1" /><Relationship Type="http://schemas.openxmlformats.org/officeDocument/2006/relationships/notesSlide" Target="/ppt/notesSlides/notesSlide1.xml" Id="Rb6084f3f73e2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00ec695252431d" /><Relationship Type="http://schemas.openxmlformats.org/officeDocument/2006/relationships/image" Target="/ppt/media/image2.png" Id="R666163d5399e47df" /><Relationship Type="http://schemas.openxmlformats.org/officeDocument/2006/relationships/notesSlide" Target="/ppt/notesSlides/notesSlide2.xml" Id="Rb2499289b6d94b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77d1e9df3d45a7" /><Relationship Type="http://schemas.openxmlformats.org/officeDocument/2006/relationships/image" Target="/ppt/media/image3.png" Id="R42eb0da7d1fe42e4" /><Relationship Type="http://schemas.openxmlformats.org/officeDocument/2006/relationships/notesSlide" Target="/ppt/notesSlides/notesSlide3.xml" Id="Rbe5d1fce5aeb4a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318fdef7004e20" /><Relationship Type="http://schemas.openxmlformats.org/officeDocument/2006/relationships/image" Target="/ppt/media/image4.png" Id="Rfaad48c7fdfb4d0d" /><Relationship Type="http://schemas.openxmlformats.org/officeDocument/2006/relationships/notesSlide" Target="/ppt/notesSlides/notesSlide4.xml" Id="R02cc6144a60143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96c561337247be" /><Relationship Type="http://schemas.openxmlformats.org/officeDocument/2006/relationships/image" Target="/ppt/media/image5.png" Id="R8a2ade27fea04c7f" /><Relationship Type="http://schemas.openxmlformats.org/officeDocument/2006/relationships/notesSlide" Target="/ppt/notesSlides/notesSlide5.xml" Id="R6ed6b796d4f145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5675c5915a496e" /><Relationship Type="http://schemas.openxmlformats.org/officeDocument/2006/relationships/image" Target="/ppt/media/image6.png" Id="Rafa8ff408aad4af5" /><Relationship Type="http://schemas.openxmlformats.org/officeDocument/2006/relationships/notesSlide" Target="/ppt/notesSlides/notesSlide6.xml" Id="R8f6d7293ae3e42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1fc5724bda4914" /><Relationship Type="http://schemas.openxmlformats.org/officeDocument/2006/relationships/image" Target="/ppt/media/image7.png" Id="R9e700459b67041ed" /><Relationship Type="http://schemas.openxmlformats.org/officeDocument/2006/relationships/notesSlide" Target="/ppt/notesSlides/notesSlide7.xml" Id="Rf0012ac1d92b49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bfce32d5df4e59" /><Relationship Type="http://schemas.openxmlformats.org/officeDocument/2006/relationships/image" Target="/ppt/media/image8.png" Id="R814e87d22e434948" /><Relationship Type="http://schemas.openxmlformats.org/officeDocument/2006/relationships/notesSlide" Target="/ppt/notesSlides/notesSlide8.xml" Id="Rb918a8ea41a741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90cc77adc44ecf" /><Relationship Type="http://schemas.openxmlformats.org/officeDocument/2006/relationships/image" Target="/ppt/media/image9.png" Id="R403de336e7dd4172" /><Relationship Type="http://schemas.openxmlformats.org/officeDocument/2006/relationships/notesSlide" Target="/ppt/notesSlides/notesSlide9.xml" Id="R6149ee1c4ffc44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6544d873894a4f" /><Relationship Type="http://schemas.openxmlformats.org/officeDocument/2006/relationships/image" Target="/ppt/media/image10.png" Id="R558895cd7da8416c" /><Relationship Type="http://schemas.openxmlformats.org/officeDocument/2006/relationships/notesSlide" Target="/ppt/notesSlides/notesSlide10.xml" Id="R7f10d51157c143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75963a90ed4afc" /><Relationship Type="http://schemas.openxmlformats.org/officeDocument/2006/relationships/image" Target="/ppt/media/image11.png" Id="R8b29c258172243ca" /><Relationship Type="http://schemas.openxmlformats.org/officeDocument/2006/relationships/notesSlide" Target="/ppt/notesSlides/notesSlide11.xml" Id="R814a9927d57948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4e68cf095c4fd1" /><Relationship Type="http://schemas.openxmlformats.org/officeDocument/2006/relationships/image" Target="/ppt/media/image12.png" Id="R5037dc312de74b72" /><Relationship Type="http://schemas.openxmlformats.org/officeDocument/2006/relationships/notesSlide" Target="/ppt/notesSlides/notesSlide12.xml" Id="Rbf7ab9fe39f046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4e700f5c314923" /><Relationship Type="http://schemas.openxmlformats.org/officeDocument/2006/relationships/image" Target="/ppt/media/image13.png" Id="R2cb6105705174230" /><Relationship Type="http://schemas.openxmlformats.org/officeDocument/2006/relationships/notesSlide" Target="/ppt/notesSlides/notesSlide13.xml" Id="R8b5213949c734a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7faf39302148b5" /><Relationship Type="http://schemas.openxmlformats.org/officeDocument/2006/relationships/image" Target="/ppt/media/image14.png" Id="R5af2ee0ab3474f11" /><Relationship Type="http://schemas.openxmlformats.org/officeDocument/2006/relationships/notesSlide" Target="/ppt/notesSlides/notesSlide14.xml" Id="R04fdccb5e0f941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d28fee57eef4863" /><Relationship Type="http://schemas.openxmlformats.org/officeDocument/2006/relationships/image" Target="/ppt/media/image15.png" Id="R3d9d6a2605d54b25" /><Relationship Type="http://schemas.openxmlformats.org/officeDocument/2006/relationships/notesSlide" Target="/ppt/notesSlides/notesSlide15.xml" Id="R81099741ea3e42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a7892c5f7f84f74" /><Relationship Type="http://schemas.openxmlformats.org/officeDocument/2006/relationships/image" Target="/ppt/media/image16.png" Id="R57e3fbde448243ee" /><Relationship Type="http://schemas.openxmlformats.org/officeDocument/2006/relationships/notesSlide" Target="/ppt/notesSlides/notesSlide16.xml" Id="Rba4344160c8e4e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f28e491bb24b20" /><Relationship Type="http://schemas.openxmlformats.org/officeDocument/2006/relationships/image" Target="/ppt/media/image17.png" Id="R8f6d791c371041a4" /><Relationship Type="http://schemas.openxmlformats.org/officeDocument/2006/relationships/notesSlide" Target="/ppt/notesSlides/notesSlide17.xml" Id="R530a7ba0c7e04d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6f533cb6a8548f2" /><Relationship Type="http://schemas.openxmlformats.org/officeDocument/2006/relationships/image" Target="/ppt/media/image18.png" Id="Rc67955a3d31147f6" /><Relationship Type="http://schemas.openxmlformats.org/officeDocument/2006/relationships/notesSlide" Target="/ppt/notesSlides/notesSlide18.xml" Id="R366f043d03f24e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72d7439fda64885" /><Relationship Type="http://schemas.openxmlformats.org/officeDocument/2006/relationships/image" Target="/ppt/media/image19.png" Id="R40a62181022a402f" /><Relationship Type="http://schemas.openxmlformats.org/officeDocument/2006/relationships/notesSlide" Target="/ppt/notesSlides/notesSlide19.xml" Id="Rfe5a802cd4614519" /></Relationships>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7886a9b768548d1"/>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63CD0408-1F53-4FE0-812F-EC9D6371C4C2}"/>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signature-line">
            <a:extLst xmlns:a="http://schemas.openxmlformats.org/drawingml/2006/main">
              <a:ext uri="{FF2B5EF4-FFF2-40B4-BE49-F238E27FC236}">
                <a16:creationId xmlns:a16="http://schemas.microsoft.com/office/drawing/2014/main" id="{13F1F298-1E0B-44AD-B12B-147142C83B56}"/>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213CF56C-F467-4DF1-AE94-9E710E287F6F}"/>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513FEC03-FD0A-4577-94B7-B7E444E1D48A}"/>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cover-kicker">
            <a:extLst xmlns:a="http://schemas.openxmlformats.org/drawingml/2006/main">
              <a:ext uri="{FF2B5EF4-FFF2-40B4-BE49-F238E27FC236}">
                <a16:creationId xmlns:a16="http://schemas.microsoft.com/office/drawing/2014/main" id="{DC984C42-8134-4A1C-865F-79C3EBB34A2A}"/>
              </a:ext>
            </a:extLst>
          </p:cNvPr>
          <p:cNvSpPr>
            <a:spLocks xmlns:a="http://schemas.openxmlformats.org/drawingml/2006/main" noGrp="1"/>
          </p:cNvSpPr>
          <p:nvPr/>
        </p:nvSpPr>
        <p:spPr>
          <a:xfrm xmlns:a="http://schemas.openxmlformats.org/drawingml/2006/main">
            <a:off x="457200" y="11239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CIRCULARO: THE STRATEGIC NARRATIVE</a:t>
            </a:r>
          </a:p>
        </p:txBody>
      </p:sp>
      <p:sp>
        <p:nvSpPr>
          <p:cNvPr id="7" name="cover-title">
            <a:extLst xmlns:a="http://schemas.openxmlformats.org/drawingml/2006/main">
              <a:ext uri="{FF2B5EF4-FFF2-40B4-BE49-F238E27FC236}">
                <a16:creationId xmlns:a16="http://schemas.microsoft.com/office/drawing/2014/main" id="{22E9BD8A-B452-432D-B238-4640ECF2BE77}"/>
              </a:ext>
            </a:extLst>
          </p:cNvPr>
          <p:cNvSpPr>
            <a:spLocks xmlns:a="http://schemas.openxmlformats.org/drawingml/2006/main" noGrp="1"/>
          </p:cNvSpPr>
          <p:nvPr/>
        </p:nvSpPr>
        <p:spPr>
          <a:xfrm xmlns:a="http://schemas.openxmlformats.org/drawingml/2006/main">
            <a:off x="457200" y="1619250"/>
            <a:ext cx="666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75" b="1">
                <a:solidFill>
                  <a:srgbClr val="FFFFFF"/>
                </a:solidFill>
                <a:latin typeface="Spartan"/>
                <a:ea typeface="Spartan"/>
                <a:cs typeface="Spartan"/>
              </a:defRPr>
            </a:pPr>
            <a:r>
              <a:rPr sz="4275" b="1">
                <a:solidFill>
                  <a:srgbClr val="FFFFFF"/>
                </a:solidFill>
                <a:latin typeface="Spartan"/>
                <a:ea typeface="Spartan"/>
                <a:cs typeface="Spartan"/>
              </a:rPr>
              <a:t>From Digital Signatures</a:t>
            </a:r>
          </a:p>
          <a:p xmlns:a="http://schemas.openxmlformats.org/drawingml/2006/main">
            <a:pPr algn="l">
              <a:defRPr sz="4275" b="1">
                <a:solidFill>
                  <a:srgbClr val="FFFFFF"/>
                </a:solidFill>
                <a:latin typeface="Spartan"/>
                <a:ea typeface="Spartan"/>
                <a:cs typeface="Spartan"/>
              </a:defRPr>
            </a:pPr>
            <a:r>
              <a:rPr sz="4275" b="1">
                <a:solidFill>
                  <a:srgbClr val="FFFFFF"/>
                </a:solidFill>
                <a:latin typeface="Spartan"/>
                <a:ea typeface="Spartan"/>
                <a:cs typeface="Spartan"/>
              </a:rPr>
              <a:t>to Trusted Execution</a:t>
            </a:r>
          </a:p>
        </p:txBody>
      </p:sp>
      <p:sp>
        <p:nvSpPr>
          <p:cNvPr id="8" name="cover-subtitle">
            <a:extLst xmlns:a="http://schemas.openxmlformats.org/drawingml/2006/main">
              <a:ext uri="{FF2B5EF4-FFF2-40B4-BE49-F238E27FC236}">
                <a16:creationId xmlns:a16="http://schemas.microsoft.com/office/drawing/2014/main" id="{79A9CCF2-4857-40CA-B1BF-38582C48893D}"/>
              </a:ext>
            </a:extLst>
          </p:cNvPr>
          <p:cNvSpPr>
            <a:spLocks xmlns:a="http://schemas.openxmlformats.org/drawingml/2006/main" noGrp="1"/>
          </p:cNvSpPr>
          <p:nvPr/>
        </p:nvSpPr>
        <p:spPr>
          <a:xfrm xmlns:a="http://schemas.openxmlformats.org/drawingml/2006/main">
            <a:off x="457200" y="3562350"/>
            <a:ext cx="619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E6DEFF"/>
                </a:solidFill>
                <a:latin typeface="Mulish"/>
                <a:ea typeface="Mulish"/>
                <a:cs typeface="Mulish"/>
              </a:defRPr>
            </a:pPr>
            <a:r>
              <a:rPr sz="1800" b="0">
                <a:solidFill>
                  <a:srgbClr val="E6DEFF"/>
                </a:solidFill>
                <a:latin typeface="Mulish"/>
                <a:ea typeface="Mulish"/>
                <a:cs typeface="Mulish"/>
              </a:rPr>
              <a:t>A common narrative for where Circularo came from, what we are becoming, and why it matters.</a:t>
            </a:r>
          </a:p>
        </p:txBody>
      </p:sp>
      <p:sp>
        <p:nvSpPr>
          <p:cNvPr id="9" name="cover-spine">
            <a:extLst xmlns:a="http://schemas.openxmlformats.org/drawingml/2006/main">
              <a:ext uri="{FF2B5EF4-FFF2-40B4-BE49-F238E27FC236}">
                <a16:creationId xmlns:a16="http://schemas.microsoft.com/office/drawing/2014/main" id="{B510C205-42D4-48F9-8B67-3BD6D3D4FCB3}"/>
              </a:ext>
            </a:extLst>
          </p:cNvPr>
          <p:cNvSpPr>
            <a:spLocks xmlns:a="http://schemas.openxmlformats.org/drawingml/2006/main" noGrp="1"/>
          </p:cNvSpPr>
          <p:nvPr/>
        </p:nvSpPr>
        <p:spPr>
          <a:xfrm xmlns:a="http://schemas.openxmlformats.org/drawingml/2006/main">
            <a:off x="8315325" y="1428750"/>
            <a:ext cx="28575" cy="3810000"/>
          </a:xfrm>
          <a:prstGeom xmlns:a="http://schemas.openxmlformats.org/drawingml/2006/main" prst="rect">
            <a:avLst/>
          </a:prstGeom>
          <a:solidFill xmlns:a="http://schemas.openxmlformats.org/drawingml/2006/main">
            <a:srgbClr val="6E51DA"/>
          </a:solidFill>
          <a:ln xmlns:a="http://schemas.openxmlformats.org/drawingml/2006/main" w="0">
            <a:noFill/>
            <a:prstDash val="solid"/>
          </a:ln>
        </p:spPr>
      </p:sp>
      <p:sp>
        <p:nvSpPr>
          <p:cNvPr id="10" name="cover-stage-1-shape">
            <a:extLst xmlns:a="http://schemas.openxmlformats.org/drawingml/2006/main">
              <a:ext uri="{FF2B5EF4-FFF2-40B4-BE49-F238E27FC236}">
                <a16:creationId xmlns:a16="http://schemas.microsoft.com/office/drawing/2014/main" id="{B6D3D0D0-0A43-45FC-A5AB-E0D2231E99A9}"/>
              </a:ext>
            </a:extLst>
          </p:cNvPr>
          <p:cNvSpPr>
            <a:spLocks xmlns:a="http://schemas.openxmlformats.org/drawingml/2006/main" noGrp="1"/>
          </p:cNvSpPr>
          <p:nvPr/>
        </p:nvSpPr>
        <p:spPr>
          <a:xfrm xmlns:a="http://schemas.openxmlformats.org/drawingml/2006/main">
            <a:off x="8124825" y="135255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1" name="cover-stage-1-text">
            <a:extLst xmlns:a="http://schemas.openxmlformats.org/drawingml/2006/main">
              <a:ext uri="{FF2B5EF4-FFF2-40B4-BE49-F238E27FC236}">
                <a16:creationId xmlns:a16="http://schemas.microsoft.com/office/drawing/2014/main" id="{67DACC94-9236-4301-A67A-084D741F32B2}"/>
              </a:ext>
            </a:extLst>
          </p:cNvPr>
          <p:cNvSpPr>
            <a:spLocks xmlns:a="http://schemas.openxmlformats.org/drawingml/2006/main" noGrp="1"/>
          </p:cNvSpPr>
          <p:nvPr/>
        </p:nvSpPr>
        <p:spPr>
          <a:xfrm xmlns:a="http://schemas.openxmlformats.org/drawingml/2006/main">
            <a:off x="8124825" y="14573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12" name="cover-stage-label-1">
            <a:extLst xmlns:a="http://schemas.openxmlformats.org/drawingml/2006/main">
              <a:ext uri="{FF2B5EF4-FFF2-40B4-BE49-F238E27FC236}">
                <a16:creationId xmlns:a16="http://schemas.microsoft.com/office/drawing/2014/main" id="{F0C5A78B-D26A-47A6-8253-541069D6A960}"/>
              </a:ext>
            </a:extLst>
          </p:cNvPr>
          <p:cNvSpPr>
            <a:spLocks xmlns:a="http://schemas.openxmlformats.org/drawingml/2006/main" noGrp="1"/>
          </p:cNvSpPr>
          <p:nvPr/>
        </p:nvSpPr>
        <p:spPr>
          <a:xfrm xmlns:a="http://schemas.openxmlformats.org/drawingml/2006/main">
            <a:off x="8782050" y="1333500"/>
            <a:ext cx="2457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D8C9FF"/>
                </a:solidFill>
                <a:latin typeface="Mulish"/>
                <a:ea typeface="Mulish"/>
                <a:cs typeface="Mulish"/>
              </a:defRPr>
            </a:pPr>
            <a:r>
              <a:rPr sz="1425" b="1">
                <a:solidFill>
                  <a:srgbClr val="D8C9FF"/>
                </a:solidFill>
                <a:latin typeface="Mulish"/>
                <a:ea typeface="Mulish"/>
                <a:cs typeface="Mulish"/>
              </a:rPr>
              <a:t>DIGITAL</a:t>
            </a:r>
          </a:p>
          <a:p xmlns:a="http://schemas.openxmlformats.org/drawingml/2006/main">
            <a:pPr algn="l">
              <a:defRPr sz="1425" b="1">
                <a:solidFill>
                  <a:srgbClr val="D8C9FF"/>
                </a:solidFill>
                <a:latin typeface="Mulish"/>
                <a:ea typeface="Mulish"/>
                <a:cs typeface="Mulish"/>
              </a:defRPr>
            </a:pPr>
            <a:r>
              <a:rPr sz="1425" b="1">
                <a:solidFill>
                  <a:srgbClr val="D8C9FF"/>
                </a:solidFill>
                <a:latin typeface="Mulish"/>
                <a:ea typeface="Mulish"/>
                <a:cs typeface="Mulish"/>
              </a:rPr>
              <a:t>SIGNATURES</a:t>
            </a:r>
          </a:p>
        </p:txBody>
      </p:sp>
      <p:sp>
        <p:nvSpPr>
          <p:cNvPr id="13" name="cover-stage-2-shape">
            <a:extLst xmlns:a="http://schemas.openxmlformats.org/drawingml/2006/main">
              <a:ext uri="{FF2B5EF4-FFF2-40B4-BE49-F238E27FC236}">
                <a16:creationId xmlns:a16="http://schemas.microsoft.com/office/drawing/2014/main" id="{7049DAE9-DC5A-4F5F-A259-ED120F5CE9F2}"/>
              </a:ext>
            </a:extLst>
          </p:cNvPr>
          <p:cNvSpPr>
            <a:spLocks xmlns:a="http://schemas.openxmlformats.org/drawingml/2006/main" noGrp="1"/>
          </p:cNvSpPr>
          <p:nvPr/>
        </p:nvSpPr>
        <p:spPr>
          <a:xfrm xmlns:a="http://schemas.openxmlformats.org/drawingml/2006/main">
            <a:off x="8124825" y="241935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4" name="cover-stage-2-text">
            <a:extLst xmlns:a="http://schemas.openxmlformats.org/drawingml/2006/main">
              <a:ext uri="{FF2B5EF4-FFF2-40B4-BE49-F238E27FC236}">
                <a16:creationId xmlns:a16="http://schemas.microsoft.com/office/drawing/2014/main" id="{44594C8D-A440-410E-B6CC-C56F5AFFD42F}"/>
              </a:ext>
            </a:extLst>
          </p:cNvPr>
          <p:cNvSpPr>
            <a:spLocks xmlns:a="http://schemas.openxmlformats.org/drawingml/2006/main" noGrp="1"/>
          </p:cNvSpPr>
          <p:nvPr/>
        </p:nvSpPr>
        <p:spPr>
          <a:xfrm xmlns:a="http://schemas.openxmlformats.org/drawingml/2006/main">
            <a:off x="8124825" y="25241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02</a:t>
            </a:r>
          </a:p>
        </p:txBody>
      </p:sp>
      <p:sp>
        <p:nvSpPr>
          <p:cNvPr id="15" name="cover-stage-label-2">
            <a:extLst xmlns:a="http://schemas.openxmlformats.org/drawingml/2006/main">
              <a:ext uri="{FF2B5EF4-FFF2-40B4-BE49-F238E27FC236}">
                <a16:creationId xmlns:a16="http://schemas.microsoft.com/office/drawing/2014/main" id="{05A8DF33-AA8C-4E18-A81B-706BA67648C5}"/>
              </a:ext>
            </a:extLst>
          </p:cNvPr>
          <p:cNvSpPr>
            <a:spLocks xmlns:a="http://schemas.openxmlformats.org/drawingml/2006/main" noGrp="1"/>
          </p:cNvSpPr>
          <p:nvPr/>
        </p:nvSpPr>
        <p:spPr>
          <a:xfrm xmlns:a="http://schemas.openxmlformats.org/drawingml/2006/main">
            <a:off x="8782050" y="2400300"/>
            <a:ext cx="2457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D8C9FF"/>
                </a:solidFill>
                <a:latin typeface="Mulish"/>
                <a:ea typeface="Mulish"/>
                <a:cs typeface="Mulish"/>
              </a:defRPr>
            </a:pPr>
            <a:r>
              <a:rPr sz="1425" b="1">
                <a:solidFill>
                  <a:srgbClr val="D8C9FF"/>
                </a:solidFill>
                <a:latin typeface="Mulish"/>
                <a:ea typeface="Mulish"/>
                <a:cs typeface="Mulish"/>
              </a:rPr>
              <a:t>DIGITAL</a:t>
            </a:r>
          </a:p>
          <a:p xmlns:a="http://schemas.openxmlformats.org/drawingml/2006/main">
            <a:pPr algn="l">
              <a:defRPr sz="1425" b="1">
                <a:solidFill>
                  <a:srgbClr val="D8C9FF"/>
                </a:solidFill>
                <a:latin typeface="Mulish"/>
                <a:ea typeface="Mulish"/>
                <a:cs typeface="Mulish"/>
              </a:defRPr>
            </a:pPr>
            <a:r>
              <a:rPr sz="1425" b="1">
                <a:solidFill>
                  <a:srgbClr val="D8C9FF"/>
                </a:solidFill>
                <a:latin typeface="Mulish"/>
                <a:ea typeface="Mulish"/>
                <a:cs typeface="Mulish"/>
              </a:rPr>
              <a:t>TRUST</a:t>
            </a:r>
          </a:p>
        </p:txBody>
      </p:sp>
      <p:sp>
        <p:nvSpPr>
          <p:cNvPr id="16" name="cover-stage-3-shape">
            <a:extLst xmlns:a="http://schemas.openxmlformats.org/drawingml/2006/main">
              <a:ext uri="{FF2B5EF4-FFF2-40B4-BE49-F238E27FC236}">
                <a16:creationId xmlns:a16="http://schemas.microsoft.com/office/drawing/2014/main" id="{F1F6CB5D-9055-4C82-AD06-10A67EA5A77F}"/>
              </a:ext>
            </a:extLst>
          </p:cNvPr>
          <p:cNvSpPr>
            <a:spLocks xmlns:a="http://schemas.openxmlformats.org/drawingml/2006/main" noGrp="1"/>
          </p:cNvSpPr>
          <p:nvPr/>
        </p:nvSpPr>
        <p:spPr>
          <a:xfrm xmlns:a="http://schemas.openxmlformats.org/drawingml/2006/main">
            <a:off x="8124825" y="348615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7" name="cover-stage-3-text">
            <a:extLst xmlns:a="http://schemas.openxmlformats.org/drawingml/2006/main">
              <a:ext uri="{FF2B5EF4-FFF2-40B4-BE49-F238E27FC236}">
                <a16:creationId xmlns:a16="http://schemas.microsoft.com/office/drawing/2014/main" id="{6796BEDC-ED5C-4022-92B3-F455BA7A2EE8}"/>
              </a:ext>
            </a:extLst>
          </p:cNvPr>
          <p:cNvSpPr>
            <a:spLocks xmlns:a="http://schemas.openxmlformats.org/drawingml/2006/main" noGrp="1"/>
          </p:cNvSpPr>
          <p:nvPr/>
        </p:nvSpPr>
        <p:spPr>
          <a:xfrm xmlns:a="http://schemas.openxmlformats.org/drawingml/2006/main">
            <a:off x="8124825" y="35909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03</a:t>
            </a:r>
          </a:p>
        </p:txBody>
      </p:sp>
      <p:sp>
        <p:nvSpPr>
          <p:cNvPr id="18" name="cover-stage-label-3">
            <a:extLst xmlns:a="http://schemas.openxmlformats.org/drawingml/2006/main">
              <a:ext uri="{FF2B5EF4-FFF2-40B4-BE49-F238E27FC236}">
                <a16:creationId xmlns:a16="http://schemas.microsoft.com/office/drawing/2014/main" id="{A343F8A4-17EB-4B69-BE39-5DD10B1CFFC7}"/>
              </a:ext>
            </a:extLst>
          </p:cNvPr>
          <p:cNvSpPr>
            <a:spLocks xmlns:a="http://schemas.openxmlformats.org/drawingml/2006/main" noGrp="1"/>
          </p:cNvSpPr>
          <p:nvPr/>
        </p:nvSpPr>
        <p:spPr>
          <a:xfrm xmlns:a="http://schemas.openxmlformats.org/drawingml/2006/main">
            <a:off x="8782050" y="3467100"/>
            <a:ext cx="2457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D8C9FF"/>
                </a:solidFill>
                <a:latin typeface="Mulish"/>
                <a:ea typeface="Mulish"/>
                <a:cs typeface="Mulish"/>
              </a:defRPr>
            </a:pPr>
            <a:r>
              <a:rPr sz="1425" b="1">
                <a:solidFill>
                  <a:srgbClr val="D8C9FF"/>
                </a:solidFill>
                <a:latin typeface="Mulish"/>
                <a:ea typeface="Mulish"/>
                <a:cs typeface="Mulish"/>
              </a:rPr>
              <a:t>TRUSTED</a:t>
            </a:r>
          </a:p>
          <a:p xmlns:a="http://schemas.openxmlformats.org/drawingml/2006/main">
            <a:pPr algn="l">
              <a:defRPr sz="1425" b="1">
                <a:solidFill>
                  <a:srgbClr val="D8C9FF"/>
                </a:solidFill>
                <a:latin typeface="Mulish"/>
                <a:ea typeface="Mulish"/>
                <a:cs typeface="Mulish"/>
              </a:defRPr>
            </a:pPr>
            <a:r>
              <a:rPr sz="1425" b="1">
                <a:solidFill>
                  <a:srgbClr val="D8C9FF"/>
                </a:solidFill>
                <a:latin typeface="Mulish"/>
                <a:ea typeface="Mulish"/>
                <a:cs typeface="Mulish"/>
              </a:rPr>
              <a:t>EXECUTION</a:t>
            </a:r>
          </a:p>
        </p:txBody>
      </p:sp>
      <p:sp>
        <p:nvSpPr>
          <p:cNvPr id="19" name="cover-stage-4-shape">
            <a:extLst xmlns:a="http://schemas.openxmlformats.org/drawingml/2006/main">
              <a:ext uri="{FF2B5EF4-FFF2-40B4-BE49-F238E27FC236}">
                <a16:creationId xmlns:a16="http://schemas.microsoft.com/office/drawing/2014/main" id="{11EE7733-2DBE-4658-8FA5-09C8679C8BFE}"/>
              </a:ext>
            </a:extLst>
          </p:cNvPr>
          <p:cNvSpPr>
            <a:spLocks xmlns:a="http://schemas.openxmlformats.org/drawingml/2006/main" noGrp="1"/>
          </p:cNvSpPr>
          <p:nvPr/>
        </p:nvSpPr>
        <p:spPr>
          <a:xfrm xmlns:a="http://schemas.openxmlformats.org/drawingml/2006/main">
            <a:off x="8124825" y="4552950"/>
            <a:ext cx="419100" cy="419100"/>
          </a:xfrm>
          <a:prstGeom xmlns:a="http://schemas.openxmlformats.org/drawingml/2006/main" prst="roundRect">
            <a:avLst>
              <a:gd name="adj" fmla="val 27273"/>
            </a:avLst>
          </a:prstGeom>
          <a:solidFill xmlns:a="http://schemas.openxmlformats.org/drawingml/2006/main">
            <a:srgbClr val="7000FF"/>
          </a:solidFill>
          <a:ln xmlns:a="http://schemas.openxmlformats.org/drawingml/2006/main" w="19050">
            <a:solidFill>
              <a:srgbClr val="7000FF"/>
            </a:solidFill>
            <a:prstDash val="solid"/>
          </a:ln>
        </p:spPr>
      </p:sp>
      <p:sp>
        <p:nvSpPr>
          <p:cNvPr id="20" name="cover-stage-4-text">
            <a:extLst xmlns:a="http://schemas.openxmlformats.org/drawingml/2006/main">
              <a:ext uri="{FF2B5EF4-FFF2-40B4-BE49-F238E27FC236}">
                <a16:creationId xmlns:a16="http://schemas.microsoft.com/office/drawing/2014/main" id="{0C370455-4A67-445F-BE04-EB4D2BF711EC}"/>
              </a:ext>
            </a:extLst>
          </p:cNvPr>
          <p:cNvSpPr>
            <a:spLocks xmlns:a="http://schemas.openxmlformats.org/drawingml/2006/main" noGrp="1"/>
          </p:cNvSpPr>
          <p:nvPr/>
        </p:nvSpPr>
        <p:spPr>
          <a:xfrm xmlns:a="http://schemas.openxmlformats.org/drawingml/2006/main">
            <a:off x="8124825" y="46577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04</a:t>
            </a:r>
          </a:p>
        </p:txBody>
      </p:sp>
      <p:sp>
        <p:nvSpPr>
          <p:cNvPr id="21" name="cover-stage-label-4">
            <a:extLst xmlns:a="http://schemas.openxmlformats.org/drawingml/2006/main">
              <a:ext uri="{FF2B5EF4-FFF2-40B4-BE49-F238E27FC236}">
                <a16:creationId xmlns:a16="http://schemas.microsoft.com/office/drawing/2014/main" id="{68036255-62E6-4392-877A-DDE0D57160E9}"/>
              </a:ext>
            </a:extLst>
          </p:cNvPr>
          <p:cNvSpPr>
            <a:spLocks xmlns:a="http://schemas.openxmlformats.org/drawingml/2006/main" noGrp="1"/>
          </p:cNvSpPr>
          <p:nvPr/>
        </p:nvSpPr>
        <p:spPr>
          <a:xfrm xmlns:a="http://schemas.openxmlformats.org/drawingml/2006/main">
            <a:off x="8782050" y="4533900"/>
            <a:ext cx="2457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38" b="1">
                <a:solidFill>
                  <a:srgbClr val="FFFFFF"/>
                </a:solidFill>
                <a:latin typeface="Mulish"/>
                <a:ea typeface="Mulish"/>
                <a:cs typeface="Mulish"/>
              </a:defRPr>
            </a:pPr>
            <a:r>
              <a:rPr sz="1538" b="1">
                <a:solidFill>
                  <a:srgbClr val="FFFFFF"/>
                </a:solidFill>
                <a:latin typeface="Mulish"/>
                <a:ea typeface="Mulish"/>
                <a:cs typeface="Mulish"/>
              </a:rPr>
              <a:t>AGENTIC TRUSTED</a:t>
            </a:r>
          </a:p>
          <a:p xmlns:a="http://schemas.openxmlformats.org/drawingml/2006/main">
            <a:pPr algn="l">
              <a:defRPr sz="1538" b="1">
                <a:solidFill>
                  <a:srgbClr val="FFFFFF"/>
                </a:solidFill>
                <a:latin typeface="Mulish"/>
                <a:ea typeface="Mulish"/>
                <a:cs typeface="Mulish"/>
              </a:defRPr>
            </a:pPr>
            <a:r>
              <a:rPr sz="1538" b="1">
                <a:solidFill>
                  <a:srgbClr val="FFFFFF"/>
                </a:solidFill>
                <a:latin typeface="Mulish"/>
                <a:ea typeface="Mulish"/>
                <a:cs typeface="Mulish"/>
              </a:rPr>
              <a:t>EXECUTION</a:t>
            </a:r>
          </a:p>
        </p:txBody>
      </p:sp>
      <p:sp>
        <p:nvSpPr>
          <p:cNvPr id="22" name="cover-speaker-focus">
            <a:extLst xmlns:a="http://schemas.openxmlformats.org/drawingml/2006/main">
              <a:ext uri="{FF2B5EF4-FFF2-40B4-BE49-F238E27FC236}">
                <a16:creationId xmlns:a16="http://schemas.microsoft.com/office/drawing/2014/main" id="{7C1A6178-F825-4153-BD9F-F7FCBFBD08DF}"/>
              </a:ext>
            </a:extLst>
          </p:cNvPr>
          <p:cNvSpPr>
            <a:spLocks xmlns:a="http://schemas.openxmlformats.org/drawingml/2006/main" noGrp="1"/>
          </p:cNvSpPr>
          <p:nvPr/>
        </p:nvSpPr>
        <p:spPr>
          <a:xfrm xmlns:a="http://schemas.openxmlformats.org/drawingml/2006/main">
            <a:off x="457200" y="5143500"/>
            <a:ext cx="666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C9AEFF"/>
                </a:solidFill>
                <a:latin typeface="Mulish"/>
                <a:ea typeface="Mulish"/>
                <a:cs typeface="Mulish"/>
              </a:defRPr>
            </a:pPr>
            <a:r>
              <a:rPr sz="1388" b="1">
                <a:solidFill>
                  <a:srgbClr val="C9AEFF"/>
                </a:solidFill>
                <a:latin typeface="Mulish"/>
                <a:ea typeface="Mulish"/>
                <a:cs typeface="Mulish"/>
              </a:rPr>
              <a:t>This is an evolution of Circularo's existing strengths, not a reinvention of the company.</a:t>
            </a:r>
          </a:p>
        </p:txBody>
      </p:sp>
    </p:spTree>
    <p:extLst>
      <p:ext uri="{BB962C8B-B14F-4D97-AF65-F5344CB8AC3E}">
        <p14:creationId xmlns:p14="http://schemas.microsoft.com/office/powerpoint/2010/main" val="7505407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66163d5399e47df"/>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3D99C478-C1E1-46D6-9557-BB5DF40CE52F}"/>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signature-line">
            <a:extLst xmlns:a="http://schemas.openxmlformats.org/drawingml/2006/main">
              <a:ext uri="{FF2B5EF4-FFF2-40B4-BE49-F238E27FC236}">
                <a16:creationId xmlns:a16="http://schemas.microsoft.com/office/drawing/2014/main" id="{0D60152E-84E9-42F4-9891-DF17D1312F23}"/>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686D89FB-BCE3-4D15-BE00-01ED3BA55143}"/>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6D9E18C4-7FB0-4A6E-920A-4D96FC274AF3}"/>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DB523E76-8FF2-46FA-8622-574F86E72485}"/>
              </a:ext>
            </a:extLst>
          </p:cNvPr>
          <p:cNvSpPr>
            <a:spLocks xmlns:a="http://schemas.openxmlformats.org/drawingml/2006/main" noGrp="1"/>
          </p:cNvSpPr>
          <p:nvPr/>
        </p:nvSpPr>
        <p:spPr>
          <a:xfrm xmlns:a="http://schemas.openxmlformats.org/drawingml/2006/main">
            <a:off x="457200" y="914400"/>
            <a:ext cx="1085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Why We Need a Common Narrative</a:t>
            </a:r>
          </a:p>
        </p:txBody>
      </p:sp>
      <p:sp>
        <p:nvSpPr>
          <p:cNvPr id="7" name="core-message">
            <a:extLst xmlns:a="http://schemas.openxmlformats.org/drawingml/2006/main">
              <a:ext uri="{FF2B5EF4-FFF2-40B4-BE49-F238E27FC236}">
                <a16:creationId xmlns:a16="http://schemas.microsoft.com/office/drawing/2014/main" id="{55DC3C16-BCC5-4168-A6E1-B5A4B4C8C7EA}"/>
              </a:ext>
            </a:extLst>
          </p:cNvPr>
          <p:cNvSpPr>
            <a:spLocks xmlns:a="http://schemas.openxmlformats.org/drawingml/2006/main" noGrp="1"/>
          </p:cNvSpPr>
          <p:nvPr/>
        </p:nvSpPr>
        <p:spPr>
          <a:xfrm xmlns:a="http://schemas.openxmlformats.org/drawingml/2006/main">
            <a:off x="457200" y="21145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Circularo now spans much more than digital signatures, but our story needs to remain simple and coherent.</a:t>
            </a:r>
          </a:p>
        </p:txBody>
      </p:sp>
      <p:sp>
        <p:nvSpPr>
          <p:cNvPr id="8" name="convergence-line">
            <a:extLst xmlns:a="http://schemas.openxmlformats.org/drawingml/2006/main">
              <a:ext uri="{FF2B5EF4-FFF2-40B4-BE49-F238E27FC236}">
                <a16:creationId xmlns:a16="http://schemas.microsoft.com/office/drawing/2014/main" id="{7D3D1D37-24F4-42CA-8DEA-B6288D664C59}"/>
              </a:ext>
            </a:extLst>
          </p:cNvPr>
          <p:cNvSpPr>
            <a:spLocks xmlns:a="http://schemas.openxmlformats.org/drawingml/2006/main" noGrp="1"/>
          </p:cNvSpPr>
          <p:nvPr/>
        </p:nvSpPr>
        <p:spPr>
          <a:xfrm xmlns:a="http://schemas.openxmlformats.org/drawingml/2006/main">
            <a:off x="5810250" y="2266950"/>
            <a:ext cx="28575" cy="302895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9" name="bullet-1">
            <a:extLst xmlns:a="http://schemas.openxmlformats.org/drawingml/2006/main">
              <a:ext uri="{FF2B5EF4-FFF2-40B4-BE49-F238E27FC236}">
                <a16:creationId xmlns:a16="http://schemas.microsoft.com/office/drawing/2014/main" id="{5C47E34E-5A79-4A9B-994F-3E306A823773}"/>
              </a:ext>
            </a:extLst>
          </p:cNvPr>
          <p:cNvSpPr>
            <a:spLocks xmlns:a="http://schemas.openxmlformats.org/drawingml/2006/main" noGrp="1"/>
          </p:cNvSpPr>
          <p:nvPr/>
        </p:nvSpPr>
        <p:spPr>
          <a:xfrm xmlns:a="http://schemas.openxmlformats.org/drawingml/2006/main">
            <a:off x="6286500" y="21907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0" name="bullet-text-1">
            <a:extLst xmlns:a="http://schemas.openxmlformats.org/drawingml/2006/main">
              <a:ext uri="{FF2B5EF4-FFF2-40B4-BE49-F238E27FC236}">
                <a16:creationId xmlns:a16="http://schemas.microsoft.com/office/drawing/2014/main" id="{6AA1BD72-46E7-419D-94A2-4A2D11A26529}"/>
              </a:ext>
            </a:extLst>
          </p:cNvPr>
          <p:cNvSpPr>
            <a:spLocks xmlns:a="http://schemas.openxmlformats.org/drawingml/2006/main" noGrp="1"/>
          </p:cNvSpPr>
          <p:nvPr/>
        </p:nvSpPr>
        <p:spPr>
          <a:xfrm xmlns:a="http://schemas.openxmlformats.org/drawingml/2006/main">
            <a:off x="6515100" y="20955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Our capabilities increasingly cover the complete trusted business process.</a:t>
            </a:r>
          </a:p>
        </p:txBody>
      </p:sp>
      <p:sp>
        <p:nvSpPr>
          <p:cNvPr id="11" name="bullet-rule-1">
            <a:extLst xmlns:a="http://schemas.openxmlformats.org/drawingml/2006/main">
              <a:ext uri="{FF2B5EF4-FFF2-40B4-BE49-F238E27FC236}">
                <a16:creationId xmlns:a16="http://schemas.microsoft.com/office/drawing/2014/main" id="{953A954E-187A-4C8B-B2A5-A749A4DF32D8}"/>
              </a:ext>
            </a:extLst>
          </p:cNvPr>
          <p:cNvSpPr>
            <a:spLocks xmlns:a="http://schemas.openxmlformats.org/drawingml/2006/main" noGrp="1"/>
          </p:cNvSpPr>
          <p:nvPr/>
        </p:nvSpPr>
        <p:spPr>
          <a:xfrm xmlns:a="http://schemas.openxmlformats.org/drawingml/2006/main">
            <a:off x="6515100" y="2686050"/>
            <a:ext cx="47244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2" name="bullet-2">
            <a:extLst xmlns:a="http://schemas.openxmlformats.org/drawingml/2006/main">
              <a:ext uri="{FF2B5EF4-FFF2-40B4-BE49-F238E27FC236}">
                <a16:creationId xmlns:a16="http://schemas.microsoft.com/office/drawing/2014/main" id="{BC220414-33B4-4E51-89C0-0C050B2F6F7E}"/>
              </a:ext>
            </a:extLst>
          </p:cNvPr>
          <p:cNvSpPr>
            <a:spLocks xmlns:a="http://schemas.openxmlformats.org/drawingml/2006/main" noGrp="1"/>
          </p:cNvSpPr>
          <p:nvPr/>
        </p:nvSpPr>
        <p:spPr>
          <a:xfrm xmlns:a="http://schemas.openxmlformats.org/drawingml/2006/main">
            <a:off x="6286500" y="28765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CE6A9C0E-5CF3-4CA6-887A-CF8347CB3E26}"/>
              </a:ext>
            </a:extLst>
          </p:cNvPr>
          <p:cNvSpPr>
            <a:spLocks xmlns:a="http://schemas.openxmlformats.org/drawingml/2006/main" noGrp="1"/>
          </p:cNvSpPr>
          <p:nvPr/>
        </p:nvSpPr>
        <p:spPr>
          <a:xfrm xmlns:a="http://schemas.openxmlformats.org/drawingml/2006/main">
            <a:off x="6515100" y="27813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Customers operate across more systems, trust services and jurisdictions.</a:t>
            </a:r>
          </a:p>
        </p:txBody>
      </p:sp>
      <p:sp>
        <p:nvSpPr>
          <p:cNvPr id="14" name="bullet-rule-2">
            <a:extLst xmlns:a="http://schemas.openxmlformats.org/drawingml/2006/main">
              <a:ext uri="{FF2B5EF4-FFF2-40B4-BE49-F238E27FC236}">
                <a16:creationId xmlns:a16="http://schemas.microsoft.com/office/drawing/2014/main" id="{870C2B9C-A04D-49DA-9CBD-13B471CA8E3A}"/>
              </a:ext>
            </a:extLst>
          </p:cNvPr>
          <p:cNvSpPr>
            <a:spLocks xmlns:a="http://schemas.openxmlformats.org/drawingml/2006/main" noGrp="1"/>
          </p:cNvSpPr>
          <p:nvPr/>
        </p:nvSpPr>
        <p:spPr>
          <a:xfrm xmlns:a="http://schemas.openxmlformats.org/drawingml/2006/main">
            <a:off x="6515100" y="3371850"/>
            <a:ext cx="47244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5" name="bullet-3">
            <a:extLst xmlns:a="http://schemas.openxmlformats.org/drawingml/2006/main">
              <a:ext uri="{FF2B5EF4-FFF2-40B4-BE49-F238E27FC236}">
                <a16:creationId xmlns:a16="http://schemas.microsoft.com/office/drawing/2014/main" id="{D0F38E73-BBE4-43E3-84F6-051622CAB8FA}"/>
              </a:ext>
            </a:extLst>
          </p:cNvPr>
          <p:cNvSpPr>
            <a:spLocks xmlns:a="http://schemas.openxmlformats.org/drawingml/2006/main" noGrp="1"/>
          </p:cNvSpPr>
          <p:nvPr/>
        </p:nvSpPr>
        <p:spPr>
          <a:xfrm xmlns:a="http://schemas.openxmlformats.org/drawingml/2006/main">
            <a:off x="6286500" y="35623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6" name="bullet-text-3">
            <a:extLst xmlns:a="http://schemas.openxmlformats.org/drawingml/2006/main">
              <a:ext uri="{FF2B5EF4-FFF2-40B4-BE49-F238E27FC236}">
                <a16:creationId xmlns:a16="http://schemas.microsoft.com/office/drawing/2014/main" id="{2A96C9CE-0EAD-45E0-945F-1EE38C6A23AB}"/>
              </a:ext>
            </a:extLst>
          </p:cNvPr>
          <p:cNvSpPr>
            <a:spLocks xmlns:a="http://schemas.openxmlformats.org/drawingml/2006/main" noGrp="1"/>
          </p:cNvSpPr>
          <p:nvPr/>
        </p:nvSpPr>
        <p:spPr>
          <a:xfrm xmlns:a="http://schemas.openxmlformats.org/drawingml/2006/main">
            <a:off x="6515100" y="34671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Governments and enterprises are building stronger digital trust foundations.</a:t>
            </a:r>
          </a:p>
        </p:txBody>
      </p:sp>
      <p:sp>
        <p:nvSpPr>
          <p:cNvPr id="17" name="bullet-rule-3">
            <a:extLst xmlns:a="http://schemas.openxmlformats.org/drawingml/2006/main">
              <a:ext uri="{FF2B5EF4-FFF2-40B4-BE49-F238E27FC236}">
                <a16:creationId xmlns:a16="http://schemas.microsoft.com/office/drawing/2014/main" id="{EB8D786F-C20F-45E6-A4AD-FC4CDC5AD0A8}"/>
              </a:ext>
            </a:extLst>
          </p:cNvPr>
          <p:cNvSpPr>
            <a:spLocks xmlns:a="http://schemas.openxmlformats.org/drawingml/2006/main" noGrp="1"/>
          </p:cNvSpPr>
          <p:nvPr/>
        </p:nvSpPr>
        <p:spPr>
          <a:xfrm xmlns:a="http://schemas.openxmlformats.org/drawingml/2006/main">
            <a:off x="6515100" y="4057650"/>
            <a:ext cx="47244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8" name="bullet-4">
            <a:extLst xmlns:a="http://schemas.openxmlformats.org/drawingml/2006/main">
              <a:ext uri="{FF2B5EF4-FFF2-40B4-BE49-F238E27FC236}">
                <a16:creationId xmlns:a16="http://schemas.microsoft.com/office/drawing/2014/main" id="{259352E3-52BC-41F5-8764-31E559E3324A}"/>
              </a:ext>
            </a:extLst>
          </p:cNvPr>
          <p:cNvSpPr>
            <a:spLocks xmlns:a="http://schemas.openxmlformats.org/drawingml/2006/main" noGrp="1"/>
          </p:cNvSpPr>
          <p:nvPr/>
        </p:nvSpPr>
        <p:spPr>
          <a:xfrm xmlns:a="http://schemas.openxmlformats.org/drawingml/2006/main">
            <a:off x="6286500" y="42481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9" name="bullet-text-4">
            <a:extLst xmlns:a="http://schemas.openxmlformats.org/drawingml/2006/main">
              <a:ext uri="{FF2B5EF4-FFF2-40B4-BE49-F238E27FC236}">
                <a16:creationId xmlns:a16="http://schemas.microsoft.com/office/drawing/2014/main" id="{51B9C629-DD84-4923-A380-C4469137F639}"/>
              </a:ext>
            </a:extLst>
          </p:cNvPr>
          <p:cNvSpPr>
            <a:spLocks xmlns:a="http://schemas.openxmlformats.org/drawingml/2006/main" noGrp="1"/>
          </p:cNvSpPr>
          <p:nvPr/>
        </p:nvSpPr>
        <p:spPr>
          <a:xfrm xmlns:a="http://schemas.openxmlformats.org/drawingml/2006/main">
            <a:off x="6515100" y="41529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AI introduces new actors capable of initiating and executing trusted actions.</a:t>
            </a:r>
          </a:p>
        </p:txBody>
      </p:sp>
      <p:sp>
        <p:nvSpPr>
          <p:cNvPr id="20" name="bullet-rule-4">
            <a:extLst xmlns:a="http://schemas.openxmlformats.org/drawingml/2006/main">
              <a:ext uri="{FF2B5EF4-FFF2-40B4-BE49-F238E27FC236}">
                <a16:creationId xmlns:a16="http://schemas.microsoft.com/office/drawing/2014/main" id="{0C23C91E-3BBA-40CE-ABC1-1C7DFD62D41E}"/>
              </a:ext>
            </a:extLst>
          </p:cNvPr>
          <p:cNvSpPr>
            <a:spLocks xmlns:a="http://schemas.openxmlformats.org/drawingml/2006/main" noGrp="1"/>
          </p:cNvSpPr>
          <p:nvPr/>
        </p:nvSpPr>
        <p:spPr>
          <a:xfrm xmlns:a="http://schemas.openxmlformats.org/drawingml/2006/main">
            <a:off x="6515100" y="4743450"/>
            <a:ext cx="47244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21" name="bullet-5">
            <a:extLst xmlns:a="http://schemas.openxmlformats.org/drawingml/2006/main">
              <a:ext uri="{FF2B5EF4-FFF2-40B4-BE49-F238E27FC236}">
                <a16:creationId xmlns:a16="http://schemas.microsoft.com/office/drawing/2014/main" id="{C3816639-5F8E-4469-B9FF-866E1E83584E}"/>
              </a:ext>
            </a:extLst>
          </p:cNvPr>
          <p:cNvSpPr>
            <a:spLocks xmlns:a="http://schemas.openxmlformats.org/drawingml/2006/main" noGrp="1"/>
          </p:cNvSpPr>
          <p:nvPr/>
        </p:nvSpPr>
        <p:spPr>
          <a:xfrm xmlns:a="http://schemas.openxmlformats.org/drawingml/2006/main">
            <a:off x="6286500" y="49339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22" name="bullet-text-5">
            <a:extLst xmlns:a="http://schemas.openxmlformats.org/drawingml/2006/main">
              <a:ext uri="{FF2B5EF4-FFF2-40B4-BE49-F238E27FC236}">
                <a16:creationId xmlns:a16="http://schemas.microsoft.com/office/drawing/2014/main" id="{1FEE5F56-E1B7-4902-80D1-78BBDD1D7F67}"/>
              </a:ext>
            </a:extLst>
          </p:cNvPr>
          <p:cNvSpPr>
            <a:spLocks xmlns:a="http://schemas.openxmlformats.org/drawingml/2006/main" noGrp="1"/>
          </p:cNvSpPr>
          <p:nvPr/>
        </p:nvSpPr>
        <p:spPr>
          <a:xfrm xmlns:a="http://schemas.openxmlformats.org/drawingml/2006/main">
            <a:off x="6515100" y="48387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Product, sales and marketing need one consistent language for describing this evolution.</a:t>
            </a:r>
          </a:p>
        </p:txBody>
      </p:sp>
      <p:sp>
        <p:nvSpPr>
          <p:cNvPr id="23" name="one-story">
            <a:extLst xmlns:a="http://schemas.openxmlformats.org/drawingml/2006/main">
              <a:ext uri="{FF2B5EF4-FFF2-40B4-BE49-F238E27FC236}">
                <a16:creationId xmlns:a16="http://schemas.microsoft.com/office/drawing/2014/main" id="{E7C84F6F-22D3-4D54-8D8A-AED654F98CA0}"/>
              </a:ext>
            </a:extLst>
          </p:cNvPr>
          <p:cNvSpPr>
            <a:spLocks xmlns:a="http://schemas.openxmlformats.org/drawingml/2006/main" noGrp="1"/>
          </p:cNvSpPr>
          <p:nvPr/>
        </p:nvSpPr>
        <p:spPr>
          <a:xfrm xmlns:a="http://schemas.openxmlformats.org/drawingml/2006/main">
            <a:off x="457200" y="4000500"/>
            <a:ext cx="4762500" cy="1009650"/>
          </a:xfrm>
          <a:prstGeom xmlns:a="http://schemas.openxmlformats.org/drawingml/2006/main" prst="roundRect">
            <a:avLst>
              <a:gd name="adj" fmla="val 11321"/>
            </a:avLst>
          </a:prstGeom>
          <a:solidFill xmlns:a="http://schemas.openxmlformats.org/drawingml/2006/main">
            <a:srgbClr val="F5EDFF"/>
          </a:solidFill>
          <a:ln xmlns:a="http://schemas.openxmlformats.org/drawingml/2006/main" w="9525">
            <a:solidFill>
              <a:srgbClr val="C9AEFF"/>
            </a:solidFill>
            <a:prstDash val="solid"/>
          </a:ln>
        </p:spPr>
      </p:sp>
      <p:sp>
        <p:nvSpPr>
          <p:cNvPr id="24" name="one-story-label">
            <a:extLst xmlns:a="http://schemas.openxmlformats.org/drawingml/2006/main">
              <a:ext uri="{FF2B5EF4-FFF2-40B4-BE49-F238E27FC236}">
                <a16:creationId xmlns:a16="http://schemas.microsoft.com/office/drawing/2014/main" id="{16C160BF-9299-4949-8B6A-8C65C755132A}"/>
              </a:ext>
            </a:extLst>
          </p:cNvPr>
          <p:cNvSpPr>
            <a:spLocks xmlns:a="http://schemas.openxmlformats.org/drawingml/2006/main" noGrp="1"/>
          </p:cNvSpPr>
          <p:nvPr/>
        </p:nvSpPr>
        <p:spPr>
          <a:xfrm xmlns:a="http://schemas.openxmlformats.org/drawingml/2006/main">
            <a:off x="800100" y="42386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7000FF"/>
                </a:solidFill>
                <a:latin typeface="Mulish"/>
                <a:ea typeface="Mulish"/>
                <a:cs typeface="Mulish"/>
              </a:defRPr>
            </a:pPr>
            <a:r>
              <a:rPr sz="975" b="1">
                <a:solidFill>
                  <a:srgbClr val="7000FF"/>
                </a:solidFill>
                <a:latin typeface="Mulish"/>
                <a:ea typeface="Mulish"/>
                <a:cs typeface="Mulish"/>
              </a:rPr>
              <a:t>ONE STRATEGIC STORY</a:t>
            </a:r>
          </a:p>
        </p:txBody>
      </p:sp>
      <p:sp>
        <p:nvSpPr>
          <p:cNvPr id="25" name="one-story-text">
            <a:extLst xmlns:a="http://schemas.openxmlformats.org/drawingml/2006/main">
              <a:ext uri="{FF2B5EF4-FFF2-40B4-BE49-F238E27FC236}">
                <a16:creationId xmlns:a16="http://schemas.microsoft.com/office/drawing/2014/main" id="{4520A2C0-5CD8-42F5-BFE3-1726BEEE3E9B}"/>
              </a:ext>
            </a:extLst>
          </p:cNvPr>
          <p:cNvSpPr>
            <a:spLocks xmlns:a="http://schemas.openxmlformats.org/drawingml/2006/main" noGrp="1"/>
          </p:cNvSpPr>
          <p:nvPr/>
        </p:nvSpPr>
        <p:spPr>
          <a:xfrm xmlns:a="http://schemas.openxmlformats.org/drawingml/2006/main">
            <a:off x="800100" y="45720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D0090"/>
                </a:solidFill>
                <a:latin typeface="Mulish"/>
                <a:ea typeface="Mulish"/>
                <a:cs typeface="Mulish"/>
              </a:defRPr>
            </a:pPr>
            <a:r>
              <a:rPr sz="1500" b="1">
                <a:solidFill>
                  <a:srgbClr val="1D0090"/>
                </a:solidFill>
                <a:latin typeface="Mulish"/>
                <a:ea typeface="Mulish"/>
                <a:cs typeface="Mulish"/>
              </a:rPr>
              <a:t>Simple and coherent</a:t>
            </a:r>
          </a:p>
        </p:txBody>
      </p:sp>
    </p:spTree>
    <p:extLst>
      <p:ext uri="{BB962C8B-B14F-4D97-AF65-F5344CB8AC3E}">
        <p14:creationId xmlns:p14="http://schemas.microsoft.com/office/powerpoint/2010/main" val="1655944163"/>
      </p:ext>
    </p:extLst>
  </p:cSld>
</p:sld>
</file>

<file path=ppt/slides/slide3.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2eb0da7d1fe42e4"/>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D8A408AF-E7BC-4A9D-84A0-B38649207FF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03</a:t>
            </a:r>
          </a:p>
        </p:txBody>
      </p:sp>
      <p:sp>
        <p:nvSpPr>
          <p:cNvPr id="3" name="signature-line">
            <a:extLst xmlns:a="http://schemas.openxmlformats.org/drawingml/2006/main">
              <a:ext uri="{FF2B5EF4-FFF2-40B4-BE49-F238E27FC236}">
                <a16:creationId xmlns:a16="http://schemas.microsoft.com/office/drawing/2014/main" id="{345ACCF4-158E-4EB4-AC64-93A512C07DAE}"/>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99973721-667A-4019-945F-117794D5781E}"/>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1A63AAF6-3731-412D-AB0E-B41213950FEB}"/>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D10FF84D-9A40-4669-A9BE-005C455520C5}"/>
              </a:ext>
            </a:extLst>
          </p:cNvPr>
          <p:cNvSpPr>
            <a:spLocks xmlns:a="http://schemas.openxmlformats.org/drawingml/2006/main" noGrp="1"/>
          </p:cNvSpPr>
          <p:nvPr/>
        </p:nvSpPr>
        <p:spPr>
          <a:xfrm xmlns:a="http://schemas.openxmlformats.org/drawingml/2006/main">
            <a:off x="457200" y="914400"/>
            <a:ext cx="11049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Three Narratives. One Circularo Story.</a:t>
            </a:r>
          </a:p>
        </p:txBody>
      </p:sp>
      <p:sp>
        <p:nvSpPr>
          <p:cNvPr id="7" name="narrative-1-shape">
            <a:extLst xmlns:a="http://schemas.openxmlformats.org/drawingml/2006/main">
              <a:ext uri="{FF2B5EF4-FFF2-40B4-BE49-F238E27FC236}">
                <a16:creationId xmlns:a16="http://schemas.microsoft.com/office/drawing/2014/main" id="{5DC2B9BF-F7FF-4C8D-B47D-17396886A177}"/>
              </a:ext>
            </a:extLst>
          </p:cNvPr>
          <p:cNvSpPr>
            <a:spLocks xmlns:a="http://schemas.openxmlformats.org/drawingml/2006/main" noGrp="1"/>
          </p:cNvSpPr>
          <p:nvPr/>
        </p:nvSpPr>
        <p:spPr>
          <a:xfrm xmlns:a="http://schemas.openxmlformats.org/drawingml/2006/main">
            <a:off x="457200" y="22098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8" name="narrative-1-text">
            <a:extLst xmlns:a="http://schemas.openxmlformats.org/drawingml/2006/main">
              <a:ext uri="{FF2B5EF4-FFF2-40B4-BE49-F238E27FC236}">
                <a16:creationId xmlns:a16="http://schemas.microsoft.com/office/drawing/2014/main" id="{BC287EE9-BD83-48A4-9501-B2E038857BA0}"/>
              </a:ext>
            </a:extLst>
          </p:cNvPr>
          <p:cNvSpPr>
            <a:spLocks xmlns:a="http://schemas.openxmlformats.org/drawingml/2006/main" noGrp="1"/>
          </p:cNvSpPr>
          <p:nvPr/>
        </p:nvSpPr>
        <p:spPr>
          <a:xfrm xmlns:a="http://schemas.openxmlformats.org/drawingml/2006/main">
            <a:off x="4572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9" name="narrative-title-1">
            <a:extLst xmlns:a="http://schemas.openxmlformats.org/drawingml/2006/main">
              <a:ext uri="{FF2B5EF4-FFF2-40B4-BE49-F238E27FC236}">
                <a16:creationId xmlns:a16="http://schemas.microsoft.com/office/drawing/2014/main" id="{6D270A30-1FE8-4292-AD0B-56EE7CDEA0BA}"/>
              </a:ext>
            </a:extLst>
          </p:cNvPr>
          <p:cNvSpPr>
            <a:spLocks xmlns:a="http://schemas.openxmlformats.org/drawingml/2006/main" noGrp="1"/>
          </p:cNvSpPr>
          <p:nvPr/>
        </p:nvSpPr>
        <p:spPr>
          <a:xfrm xmlns:a="http://schemas.openxmlformats.org/drawingml/2006/main">
            <a:off x="457200" y="283845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Evolution</a:t>
            </a:r>
          </a:p>
        </p:txBody>
      </p:sp>
      <p:sp>
        <p:nvSpPr>
          <p:cNvPr id="10" name="narrative-label-1">
            <a:extLst xmlns:a="http://schemas.openxmlformats.org/drawingml/2006/main">
              <a:ext uri="{FF2B5EF4-FFF2-40B4-BE49-F238E27FC236}">
                <a16:creationId xmlns:a16="http://schemas.microsoft.com/office/drawing/2014/main" id="{F4A7ECA7-DF86-4708-BA60-E1DB7A7BB28C}"/>
              </a:ext>
            </a:extLst>
          </p:cNvPr>
          <p:cNvSpPr>
            <a:spLocks xmlns:a="http://schemas.openxmlformats.org/drawingml/2006/main" noGrp="1"/>
          </p:cNvSpPr>
          <p:nvPr/>
        </p:nvSpPr>
        <p:spPr>
          <a:xfrm xmlns:a="http://schemas.openxmlformats.org/drawingml/2006/main">
            <a:off x="457200" y="36385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63" b="1">
                <a:solidFill>
                  <a:srgbClr val="C9AEFF"/>
                </a:solidFill>
                <a:latin typeface="Mulish"/>
                <a:ea typeface="Mulish"/>
                <a:cs typeface="Mulish"/>
              </a:defRPr>
            </a:pPr>
            <a:r>
              <a:rPr sz="863" b="1">
                <a:solidFill>
                  <a:srgbClr val="C9AEFF"/>
                </a:solidFill>
                <a:latin typeface="Mulish"/>
                <a:ea typeface="Mulish"/>
                <a:cs typeface="Mulish"/>
              </a:rPr>
              <a:t>WHERE WE ARE GOING</a:t>
            </a:r>
          </a:p>
        </p:txBody>
      </p:sp>
      <p:sp>
        <p:nvSpPr>
          <p:cNvPr id="11" name="narrative-body-1">
            <a:extLst xmlns:a="http://schemas.openxmlformats.org/drawingml/2006/main">
              <a:ext uri="{FF2B5EF4-FFF2-40B4-BE49-F238E27FC236}">
                <a16:creationId xmlns:a16="http://schemas.microsoft.com/office/drawing/2014/main" id="{9A8850AB-169E-4AFE-ABF2-47D4A0B53EE9}"/>
              </a:ext>
            </a:extLst>
          </p:cNvPr>
          <p:cNvSpPr>
            <a:spLocks xmlns:a="http://schemas.openxmlformats.org/drawingml/2006/main" noGrp="1"/>
          </p:cNvSpPr>
          <p:nvPr/>
        </p:nvSpPr>
        <p:spPr>
          <a:xfrm xmlns:a="http://schemas.openxmlformats.org/drawingml/2006/main">
            <a:off x="457200" y="4038600"/>
            <a:ext cx="3333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63" b="0">
                <a:solidFill>
                  <a:srgbClr val="E6DEFF"/>
                </a:solidFill>
                <a:latin typeface="Mulish"/>
                <a:ea typeface="Mulish"/>
                <a:cs typeface="Mulish"/>
              </a:defRPr>
            </a:pPr>
            <a:r>
              <a:rPr sz="1463" b="0">
                <a:solidFill>
                  <a:srgbClr val="E6DEFF"/>
                </a:solidFill>
                <a:latin typeface="Mulish"/>
                <a:ea typeface="Mulish"/>
                <a:cs typeface="Mulish"/>
              </a:rPr>
              <a:t>Digital Signatures</a:t>
            </a:r>
          </a:p>
          <a:p xmlns:a="http://schemas.openxmlformats.org/drawingml/2006/main">
            <a:pPr algn="l">
              <a:defRPr sz="1463" b="0">
                <a:solidFill>
                  <a:srgbClr val="E6DEFF"/>
                </a:solidFill>
                <a:latin typeface="Mulish"/>
                <a:ea typeface="Mulish"/>
                <a:cs typeface="Mulish"/>
              </a:defRPr>
            </a:pPr>
            <a:r>
              <a:rPr sz="1463" b="0">
                <a:solidFill>
                  <a:srgbClr val="E6DEFF"/>
                </a:solidFill>
                <a:latin typeface="Mulish"/>
                <a:ea typeface="Mulish"/>
                <a:cs typeface="Mulish"/>
              </a:rPr>
              <a:t>Digital Trust</a:t>
            </a:r>
          </a:p>
          <a:p xmlns:a="http://schemas.openxmlformats.org/drawingml/2006/main">
            <a:pPr algn="l">
              <a:defRPr sz="1463" b="0">
                <a:solidFill>
                  <a:srgbClr val="E6DEFF"/>
                </a:solidFill>
                <a:latin typeface="Mulish"/>
                <a:ea typeface="Mulish"/>
                <a:cs typeface="Mulish"/>
              </a:defRPr>
            </a:pPr>
            <a:r>
              <a:rPr sz="1463" b="0">
                <a:solidFill>
                  <a:srgbClr val="E6DEFF"/>
                </a:solidFill>
                <a:latin typeface="Mulish"/>
                <a:ea typeface="Mulish"/>
                <a:cs typeface="Mulish"/>
              </a:rPr>
              <a:t>Trusted Execution</a:t>
            </a:r>
          </a:p>
          <a:p xmlns:a="http://schemas.openxmlformats.org/drawingml/2006/main">
            <a:pPr algn="l">
              <a:defRPr sz="1463" b="0">
                <a:solidFill>
                  <a:srgbClr val="E6DEFF"/>
                </a:solidFill>
                <a:latin typeface="Mulish"/>
                <a:ea typeface="Mulish"/>
                <a:cs typeface="Mulish"/>
              </a:defRPr>
            </a:pPr>
            <a:r>
              <a:rPr sz="1463" b="0">
                <a:solidFill>
                  <a:srgbClr val="E6DEFF"/>
                </a:solidFill>
                <a:latin typeface="Mulish"/>
                <a:ea typeface="Mulish"/>
                <a:cs typeface="Mulish"/>
              </a:rPr>
              <a:t>Agentic Trusted Execution</a:t>
            </a:r>
          </a:p>
        </p:txBody>
      </p:sp>
      <p:sp>
        <p:nvSpPr>
          <p:cNvPr id="12" name="narrative-2-shape">
            <a:extLst xmlns:a="http://schemas.openxmlformats.org/drawingml/2006/main">
              <a:ext uri="{FF2B5EF4-FFF2-40B4-BE49-F238E27FC236}">
                <a16:creationId xmlns:a16="http://schemas.microsoft.com/office/drawing/2014/main" id="{1F00F4E5-C49D-4A39-B533-413FCFEF5256}"/>
              </a:ext>
            </a:extLst>
          </p:cNvPr>
          <p:cNvSpPr>
            <a:spLocks xmlns:a="http://schemas.openxmlformats.org/drawingml/2006/main" noGrp="1"/>
          </p:cNvSpPr>
          <p:nvPr/>
        </p:nvSpPr>
        <p:spPr>
          <a:xfrm xmlns:a="http://schemas.openxmlformats.org/drawingml/2006/main">
            <a:off x="4267200" y="2209800"/>
            <a:ext cx="419100" cy="419100"/>
          </a:xfrm>
          <a:prstGeom xmlns:a="http://schemas.openxmlformats.org/drawingml/2006/main" prst="roundRect">
            <a:avLst>
              <a:gd name="adj" fmla="val 27273"/>
            </a:avLst>
          </a:prstGeom>
          <a:solidFill xmlns:a="http://schemas.openxmlformats.org/drawingml/2006/main">
            <a:srgbClr val="7000FF"/>
          </a:solidFill>
          <a:ln xmlns:a="http://schemas.openxmlformats.org/drawingml/2006/main" w="19050">
            <a:solidFill>
              <a:srgbClr val="7000FF"/>
            </a:solidFill>
            <a:prstDash val="solid"/>
          </a:ln>
        </p:spPr>
      </p:sp>
      <p:sp>
        <p:nvSpPr>
          <p:cNvPr id="13" name="narrative-2-text">
            <a:extLst xmlns:a="http://schemas.openxmlformats.org/drawingml/2006/main">
              <a:ext uri="{FF2B5EF4-FFF2-40B4-BE49-F238E27FC236}">
                <a16:creationId xmlns:a16="http://schemas.microsoft.com/office/drawing/2014/main" id="{18C6975F-6581-4C12-983D-4D1670F75E63}"/>
              </a:ext>
            </a:extLst>
          </p:cNvPr>
          <p:cNvSpPr>
            <a:spLocks xmlns:a="http://schemas.openxmlformats.org/drawingml/2006/main" noGrp="1"/>
          </p:cNvSpPr>
          <p:nvPr/>
        </p:nvSpPr>
        <p:spPr>
          <a:xfrm xmlns:a="http://schemas.openxmlformats.org/drawingml/2006/main">
            <a:off x="42672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02</a:t>
            </a:r>
          </a:p>
        </p:txBody>
      </p:sp>
      <p:sp>
        <p:nvSpPr>
          <p:cNvPr id="14" name="narrative-title-2">
            <a:extLst xmlns:a="http://schemas.openxmlformats.org/drawingml/2006/main">
              <a:ext uri="{FF2B5EF4-FFF2-40B4-BE49-F238E27FC236}">
                <a16:creationId xmlns:a16="http://schemas.microsoft.com/office/drawing/2014/main" id="{7C41E289-8C92-4CD5-A8BC-1E945C44427E}"/>
              </a:ext>
            </a:extLst>
          </p:cNvPr>
          <p:cNvSpPr>
            <a:spLocks xmlns:a="http://schemas.openxmlformats.org/drawingml/2006/main" noGrp="1"/>
          </p:cNvSpPr>
          <p:nvPr/>
        </p:nvSpPr>
        <p:spPr>
          <a:xfrm xmlns:a="http://schemas.openxmlformats.org/drawingml/2006/main">
            <a:off x="4267200" y="283845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Trust Orchestration</a:t>
            </a:r>
          </a:p>
        </p:txBody>
      </p:sp>
      <p:sp>
        <p:nvSpPr>
          <p:cNvPr id="15" name="narrative-label-2">
            <a:extLst xmlns:a="http://schemas.openxmlformats.org/drawingml/2006/main">
              <a:ext uri="{FF2B5EF4-FFF2-40B4-BE49-F238E27FC236}">
                <a16:creationId xmlns:a16="http://schemas.microsoft.com/office/drawing/2014/main" id="{0E4F752B-09C8-4550-A110-0FE429880196}"/>
              </a:ext>
            </a:extLst>
          </p:cNvPr>
          <p:cNvSpPr>
            <a:spLocks xmlns:a="http://schemas.openxmlformats.org/drawingml/2006/main" noGrp="1"/>
          </p:cNvSpPr>
          <p:nvPr/>
        </p:nvSpPr>
        <p:spPr>
          <a:xfrm xmlns:a="http://schemas.openxmlformats.org/drawingml/2006/main">
            <a:off x="4267200" y="36385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63" b="1">
                <a:solidFill>
                  <a:srgbClr val="C9AEFF"/>
                </a:solidFill>
                <a:latin typeface="Mulish"/>
                <a:ea typeface="Mulish"/>
                <a:cs typeface="Mulish"/>
              </a:defRPr>
            </a:pPr>
            <a:r>
              <a:rPr sz="863" b="1">
                <a:solidFill>
                  <a:srgbClr val="C9AEFF"/>
                </a:solidFill>
                <a:latin typeface="Mulish"/>
                <a:ea typeface="Mulish"/>
                <a:cs typeface="Mulish"/>
              </a:rPr>
              <a:t>WHAT THE PLATFORM DOES</a:t>
            </a:r>
          </a:p>
        </p:txBody>
      </p:sp>
      <p:sp>
        <p:nvSpPr>
          <p:cNvPr id="16" name="narrative-body-2">
            <a:extLst xmlns:a="http://schemas.openxmlformats.org/drawingml/2006/main">
              <a:ext uri="{FF2B5EF4-FFF2-40B4-BE49-F238E27FC236}">
                <a16:creationId xmlns:a16="http://schemas.microsoft.com/office/drawing/2014/main" id="{294DBD55-0B7C-4CE8-9875-950746FC41AC}"/>
              </a:ext>
            </a:extLst>
          </p:cNvPr>
          <p:cNvSpPr>
            <a:spLocks xmlns:a="http://schemas.openxmlformats.org/drawingml/2006/main" noGrp="1"/>
          </p:cNvSpPr>
          <p:nvPr/>
        </p:nvSpPr>
        <p:spPr>
          <a:xfrm xmlns:a="http://schemas.openxmlformats.org/drawingml/2006/main">
            <a:off x="4267200" y="4038600"/>
            <a:ext cx="3333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63" b="0">
                <a:solidFill>
                  <a:srgbClr val="E6DEFF"/>
                </a:solidFill>
                <a:latin typeface="Mulish"/>
                <a:ea typeface="Mulish"/>
                <a:cs typeface="Mulish"/>
              </a:defRPr>
            </a:pPr>
            <a:r>
              <a:rPr sz="1463" b="0">
                <a:solidFill>
                  <a:srgbClr val="E6DEFF"/>
                </a:solidFill>
                <a:latin typeface="Mulish"/>
                <a:ea typeface="Mulish"/>
                <a:cs typeface="Mulish"/>
              </a:rPr>
              <a:t>Connects business processes, identity, authority, approvals, trust services and evidence.</a:t>
            </a:r>
          </a:p>
        </p:txBody>
      </p:sp>
      <p:sp>
        <p:nvSpPr>
          <p:cNvPr id="17" name="narrative-3-shape">
            <a:extLst xmlns:a="http://schemas.openxmlformats.org/drawingml/2006/main">
              <a:ext uri="{FF2B5EF4-FFF2-40B4-BE49-F238E27FC236}">
                <a16:creationId xmlns:a16="http://schemas.microsoft.com/office/drawing/2014/main" id="{D9F4DDDE-A0CC-4A56-8EF4-45880BE1ABAB}"/>
              </a:ext>
            </a:extLst>
          </p:cNvPr>
          <p:cNvSpPr>
            <a:spLocks xmlns:a="http://schemas.openxmlformats.org/drawingml/2006/main" noGrp="1"/>
          </p:cNvSpPr>
          <p:nvPr/>
        </p:nvSpPr>
        <p:spPr>
          <a:xfrm xmlns:a="http://schemas.openxmlformats.org/drawingml/2006/main">
            <a:off x="8077200" y="22098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8" name="narrative-3-text">
            <a:extLst xmlns:a="http://schemas.openxmlformats.org/drawingml/2006/main">
              <a:ext uri="{FF2B5EF4-FFF2-40B4-BE49-F238E27FC236}">
                <a16:creationId xmlns:a16="http://schemas.microsoft.com/office/drawing/2014/main" id="{AEA98FC8-DE33-42B4-A683-E1F792E59134}"/>
              </a:ext>
            </a:extLst>
          </p:cNvPr>
          <p:cNvSpPr>
            <a:spLocks xmlns:a="http://schemas.openxmlformats.org/drawingml/2006/main" noGrp="1"/>
          </p:cNvSpPr>
          <p:nvPr/>
        </p:nvSpPr>
        <p:spPr>
          <a:xfrm xmlns:a="http://schemas.openxmlformats.org/drawingml/2006/main">
            <a:off x="80772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03</a:t>
            </a:r>
          </a:p>
        </p:txBody>
      </p:sp>
      <p:sp>
        <p:nvSpPr>
          <p:cNvPr id="19" name="narrative-title-3">
            <a:extLst xmlns:a="http://schemas.openxmlformats.org/drawingml/2006/main">
              <a:ext uri="{FF2B5EF4-FFF2-40B4-BE49-F238E27FC236}">
                <a16:creationId xmlns:a16="http://schemas.microsoft.com/office/drawing/2014/main" id="{F7159AD3-65A0-479D-8182-112AC18F4C3D}"/>
              </a:ext>
            </a:extLst>
          </p:cNvPr>
          <p:cNvSpPr>
            <a:spLocks xmlns:a="http://schemas.openxmlformats.org/drawingml/2006/main" noGrp="1"/>
          </p:cNvSpPr>
          <p:nvPr/>
        </p:nvSpPr>
        <p:spPr>
          <a:xfrm xmlns:a="http://schemas.openxmlformats.org/drawingml/2006/main">
            <a:off x="8077200" y="283845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Transaction Complexity</a:t>
            </a:r>
          </a:p>
        </p:txBody>
      </p:sp>
      <p:sp>
        <p:nvSpPr>
          <p:cNvPr id="20" name="narrative-label-3">
            <a:extLst xmlns:a="http://schemas.openxmlformats.org/drawingml/2006/main">
              <a:ext uri="{FF2B5EF4-FFF2-40B4-BE49-F238E27FC236}">
                <a16:creationId xmlns:a16="http://schemas.microsoft.com/office/drawing/2014/main" id="{5F2589AF-3291-4C9A-9845-9DCAAC899C5F}"/>
              </a:ext>
            </a:extLst>
          </p:cNvPr>
          <p:cNvSpPr>
            <a:spLocks xmlns:a="http://schemas.openxmlformats.org/drawingml/2006/main" noGrp="1"/>
          </p:cNvSpPr>
          <p:nvPr/>
        </p:nvSpPr>
        <p:spPr>
          <a:xfrm xmlns:a="http://schemas.openxmlformats.org/drawingml/2006/main">
            <a:off x="8077200" y="36385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63" b="1">
                <a:solidFill>
                  <a:srgbClr val="C9AEFF"/>
                </a:solidFill>
                <a:latin typeface="Mulish"/>
                <a:ea typeface="Mulish"/>
                <a:cs typeface="Mulish"/>
              </a:defRPr>
            </a:pPr>
            <a:r>
              <a:rPr sz="863" b="1">
                <a:solidFill>
                  <a:srgbClr val="C9AEFF"/>
                </a:solidFill>
                <a:latin typeface="Mulish"/>
                <a:ea typeface="Mulish"/>
                <a:cs typeface="Mulish"/>
              </a:rPr>
              <a:t>WHY ORCHESTRATION BECOMES MORE VALUABLE</a:t>
            </a:r>
          </a:p>
        </p:txBody>
      </p:sp>
      <p:sp>
        <p:nvSpPr>
          <p:cNvPr id="21" name="narrative-body-3">
            <a:extLst xmlns:a="http://schemas.openxmlformats.org/drawingml/2006/main">
              <a:ext uri="{FF2B5EF4-FFF2-40B4-BE49-F238E27FC236}">
                <a16:creationId xmlns:a16="http://schemas.microsoft.com/office/drawing/2014/main" id="{48F9410C-FE65-4985-AB24-144FFCA88F97}"/>
              </a:ext>
            </a:extLst>
          </p:cNvPr>
          <p:cNvSpPr>
            <a:spLocks xmlns:a="http://schemas.openxmlformats.org/drawingml/2006/main" noGrp="1"/>
          </p:cNvSpPr>
          <p:nvPr/>
        </p:nvSpPr>
        <p:spPr>
          <a:xfrm xmlns:a="http://schemas.openxmlformats.org/drawingml/2006/main">
            <a:off x="8077200" y="4038600"/>
            <a:ext cx="3333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63" b="0">
                <a:solidFill>
                  <a:srgbClr val="E6DEFF"/>
                </a:solidFill>
                <a:latin typeface="Mulish"/>
                <a:ea typeface="Mulish"/>
                <a:cs typeface="Mulish"/>
              </a:defRPr>
            </a:pPr>
            <a:r>
              <a:rPr sz="1463" b="0">
                <a:solidFill>
                  <a:srgbClr val="E6DEFF"/>
                </a:solidFill>
                <a:latin typeface="Mulish"/>
                <a:ea typeface="Mulish"/>
                <a:cs typeface="Mulish"/>
              </a:rPr>
              <a:t>More actors · systems · organizations</a:t>
            </a:r>
          </a:p>
          <a:p xmlns:a="http://schemas.openxmlformats.org/drawingml/2006/main">
            <a:pPr algn="l">
              <a:defRPr sz="1463" b="0">
                <a:solidFill>
                  <a:srgbClr val="E6DEFF"/>
                </a:solidFill>
                <a:latin typeface="Mulish"/>
                <a:ea typeface="Mulish"/>
                <a:cs typeface="Mulish"/>
              </a:defRPr>
            </a:pPr>
            <a:r>
              <a:rPr sz="1463" b="0">
                <a:solidFill>
                  <a:srgbClr val="E6DEFF"/>
                </a:solidFill>
                <a:latin typeface="Mulish"/>
                <a:ea typeface="Mulish"/>
                <a:cs typeface="Mulish"/>
              </a:rPr>
              <a:t>autonomy · jurisdictions</a:t>
            </a:r>
          </a:p>
        </p:txBody>
      </p:sp>
      <p:sp>
        <p:nvSpPr>
          <p:cNvPr id="22" name="takeaway-rule">
            <a:extLst xmlns:a="http://schemas.openxmlformats.org/drawingml/2006/main">
              <a:ext uri="{FF2B5EF4-FFF2-40B4-BE49-F238E27FC236}">
                <a16:creationId xmlns:a16="http://schemas.microsoft.com/office/drawing/2014/main" id="{C573D769-4242-4D70-9DD2-94A4A692B5AF}"/>
              </a:ext>
            </a:extLst>
          </p:cNvPr>
          <p:cNvSpPr>
            <a:spLocks xmlns:a="http://schemas.openxmlformats.org/drawingml/2006/main" noGrp="1"/>
          </p:cNvSpPr>
          <p:nvPr/>
        </p:nvSpPr>
        <p:spPr>
          <a:xfrm xmlns:a="http://schemas.openxmlformats.org/drawingml/2006/main">
            <a:off x="457200" y="5638800"/>
            <a:ext cx="1809750" cy="28575"/>
          </a:xfrm>
          <a:prstGeom xmlns:a="http://schemas.openxmlformats.org/drawingml/2006/main" prst="rect">
            <a:avLst/>
          </a:prstGeom>
          <a:solidFill xmlns:a="http://schemas.openxmlformats.org/drawingml/2006/main">
            <a:srgbClr val="C9AEFF"/>
          </a:solidFill>
          <a:ln xmlns:a="http://schemas.openxmlformats.org/drawingml/2006/main" w="0">
            <a:noFill/>
            <a:prstDash val="solid"/>
          </a:ln>
        </p:spPr>
      </p:sp>
      <p:sp>
        <p:nvSpPr>
          <p:cNvPr id="23" name="takeaway">
            <a:extLst xmlns:a="http://schemas.openxmlformats.org/drawingml/2006/main">
              <a:ext uri="{FF2B5EF4-FFF2-40B4-BE49-F238E27FC236}">
                <a16:creationId xmlns:a16="http://schemas.microsoft.com/office/drawing/2014/main" id="{30AD58EA-5810-4B1F-BDED-A48348A99B5B}"/>
              </a:ext>
            </a:extLst>
          </p:cNvPr>
          <p:cNvSpPr>
            <a:spLocks xmlns:a="http://schemas.openxmlformats.org/drawingml/2006/main" noGrp="1"/>
          </p:cNvSpPr>
          <p:nvPr/>
        </p:nvSpPr>
        <p:spPr>
          <a:xfrm xmlns:a="http://schemas.openxmlformats.org/drawingml/2006/main">
            <a:off x="457200" y="57912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latin typeface="Mulish"/>
                <a:ea typeface="Mulish"/>
                <a:cs typeface="Mulish"/>
              </a:defRPr>
            </a:pPr>
            <a:r>
              <a:rPr sz="1425" b="1">
                <a:solidFill>
                  <a:srgbClr val="FFFFFF"/>
                </a:solidFill>
                <a:latin typeface="Mulish"/>
                <a:ea typeface="Mulish"/>
                <a:cs typeface="Mulish"/>
              </a:rPr>
              <a:t>Evolution explains the direction. Trust Orchestration explains the platform. Transaction Complexity explains the need.</a:t>
            </a:r>
          </a:p>
        </p:txBody>
      </p:sp>
    </p:spTree>
    <p:extLst>
      <p:ext uri="{BB962C8B-B14F-4D97-AF65-F5344CB8AC3E}">
        <p14:creationId xmlns:p14="http://schemas.microsoft.com/office/powerpoint/2010/main" val="14712192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aad48c7fdfb4d0d"/>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9C38F29-01A5-4886-9CB7-3B541FF79867}"/>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signature-line">
            <a:extLst xmlns:a="http://schemas.openxmlformats.org/drawingml/2006/main">
              <a:ext uri="{FF2B5EF4-FFF2-40B4-BE49-F238E27FC236}">
                <a16:creationId xmlns:a16="http://schemas.microsoft.com/office/drawing/2014/main" id="{3C156CFC-48F3-49D6-B188-D75A28ED4E5C}"/>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1257A314-6D3D-4579-8DF5-7F4DA69857A7}"/>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34D1B998-837D-46ED-8D3C-994011F68A52}"/>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E91FFD33-DC2B-4C0C-8509-BE435BFDF534}"/>
              </a:ext>
            </a:extLst>
          </p:cNvPr>
          <p:cNvSpPr>
            <a:spLocks xmlns:a="http://schemas.openxmlformats.org/drawingml/2006/main" noGrp="1"/>
          </p:cNvSpPr>
          <p:nvPr/>
        </p:nvSpPr>
        <p:spPr>
          <a:xfrm xmlns:a="http://schemas.openxmlformats.org/drawingml/2006/main">
            <a:off x="457200" y="914400"/>
            <a:ext cx="1085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The Scope of Trust Is Expanding</a:t>
            </a:r>
          </a:p>
        </p:txBody>
      </p:sp>
      <p:sp>
        <p:nvSpPr>
          <p:cNvPr id="7" name="progression-spine">
            <a:extLst xmlns:a="http://schemas.openxmlformats.org/drawingml/2006/main">
              <a:ext uri="{FF2B5EF4-FFF2-40B4-BE49-F238E27FC236}">
                <a16:creationId xmlns:a16="http://schemas.microsoft.com/office/drawing/2014/main" id="{DD51E152-D918-420B-8C00-E85BDDA5A097}"/>
              </a:ext>
            </a:extLst>
          </p:cNvPr>
          <p:cNvSpPr>
            <a:spLocks xmlns:a="http://schemas.openxmlformats.org/drawingml/2006/main" noGrp="1"/>
          </p:cNvSpPr>
          <p:nvPr/>
        </p:nvSpPr>
        <p:spPr>
          <a:xfrm xmlns:a="http://schemas.openxmlformats.org/drawingml/2006/main">
            <a:off x="952500" y="3162300"/>
            <a:ext cx="101917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8" name="trust-stage-1-shape">
            <a:extLst xmlns:a="http://schemas.openxmlformats.org/drawingml/2006/main">
              <a:ext uri="{FF2B5EF4-FFF2-40B4-BE49-F238E27FC236}">
                <a16:creationId xmlns:a16="http://schemas.microsoft.com/office/drawing/2014/main" id="{7D4CCBD0-C75E-42E0-98D8-A50B71AC398B}"/>
              </a:ext>
            </a:extLst>
          </p:cNvPr>
          <p:cNvSpPr>
            <a:spLocks xmlns:a="http://schemas.openxmlformats.org/drawingml/2006/main" noGrp="1"/>
          </p:cNvSpPr>
          <p:nvPr/>
        </p:nvSpPr>
        <p:spPr>
          <a:xfrm xmlns:a="http://schemas.openxmlformats.org/drawingml/2006/main">
            <a:off x="1438275" y="2962275"/>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9" name="trust-stage-1-text">
            <a:extLst xmlns:a="http://schemas.openxmlformats.org/drawingml/2006/main">
              <a:ext uri="{FF2B5EF4-FFF2-40B4-BE49-F238E27FC236}">
                <a16:creationId xmlns:a16="http://schemas.microsoft.com/office/drawing/2014/main" id="{99515DCB-2BBF-4EA6-B4B3-CFE97DC53F45}"/>
              </a:ext>
            </a:extLst>
          </p:cNvPr>
          <p:cNvSpPr>
            <a:spLocks xmlns:a="http://schemas.openxmlformats.org/drawingml/2006/main" noGrp="1"/>
          </p:cNvSpPr>
          <p:nvPr/>
        </p:nvSpPr>
        <p:spPr>
          <a:xfrm xmlns:a="http://schemas.openxmlformats.org/drawingml/2006/main">
            <a:off x="1438275" y="30670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01</a:t>
            </a:r>
          </a:p>
        </p:txBody>
      </p:sp>
      <p:sp>
        <p:nvSpPr>
          <p:cNvPr id="10" name="trust-title-1">
            <a:extLst xmlns:a="http://schemas.openxmlformats.org/drawingml/2006/main">
              <a:ext uri="{FF2B5EF4-FFF2-40B4-BE49-F238E27FC236}">
                <a16:creationId xmlns:a16="http://schemas.microsoft.com/office/drawing/2014/main" id="{7CEC7709-9698-47E5-A289-EFA62B3E2ED8}"/>
              </a:ext>
            </a:extLst>
          </p:cNvPr>
          <p:cNvSpPr>
            <a:spLocks xmlns:a="http://schemas.openxmlformats.org/drawingml/2006/main" noGrp="1"/>
          </p:cNvSpPr>
          <p:nvPr/>
        </p:nvSpPr>
        <p:spPr>
          <a:xfrm xmlns:a="http://schemas.openxmlformats.org/drawingml/2006/main">
            <a:off x="457200" y="36385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0090"/>
                </a:solidFill>
                <a:latin typeface="Mulish"/>
                <a:ea typeface="Mulish"/>
                <a:cs typeface="Mulish"/>
              </a:defRPr>
            </a:pPr>
            <a:r>
              <a:rPr sz="1650" b="1">
                <a:solidFill>
                  <a:srgbClr val="1D0090"/>
                </a:solidFill>
                <a:latin typeface="Mulish"/>
                <a:ea typeface="Mulish"/>
                <a:cs typeface="Mulish"/>
              </a:rPr>
              <a:t>Digital Signatures</a:t>
            </a:r>
          </a:p>
        </p:txBody>
      </p:sp>
      <p:sp>
        <p:nvSpPr>
          <p:cNvPr id="11" name="trust-body-1">
            <a:extLst xmlns:a="http://schemas.openxmlformats.org/drawingml/2006/main">
              <a:ext uri="{FF2B5EF4-FFF2-40B4-BE49-F238E27FC236}">
                <a16:creationId xmlns:a16="http://schemas.microsoft.com/office/drawing/2014/main" id="{4C958A62-5289-4095-B522-7DA2AD05CE7A}"/>
              </a:ext>
            </a:extLst>
          </p:cNvPr>
          <p:cNvSpPr>
            <a:spLocks xmlns:a="http://schemas.openxmlformats.org/drawingml/2006/main" noGrp="1"/>
          </p:cNvSpPr>
          <p:nvPr/>
        </p:nvSpPr>
        <p:spPr>
          <a:xfrm xmlns:a="http://schemas.openxmlformats.org/drawingml/2006/main">
            <a:off x="457200" y="44767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D3D3D"/>
                </a:solidFill>
                <a:latin typeface="Mulish"/>
                <a:ea typeface="Mulish"/>
                <a:cs typeface="Mulish"/>
              </a:defRPr>
            </a:pPr>
            <a:r>
              <a:rPr sz="1350" b="0">
                <a:solidFill>
                  <a:srgbClr val="3D3D3D"/>
                </a:solidFill>
                <a:latin typeface="Mulish"/>
                <a:ea typeface="Mulish"/>
                <a:cs typeface="Mulish"/>
              </a:rPr>
              <a:t>Who signed what, and can we prove it?</a:t>
            </a:r>
          </a:p>
        </p:txBody>
      </p:sp>
      <p:sp>
        <p:nvSpPr>
          <p:cNvPr id="12" name="trust-stage-2-shape">
            <a:extLst xmlns:a="http://schemas.openxmlformats.org/drawingml/2006/main">
              <a:ext uri="{FF2B5EF4-FFF2-40B4-BE49-F238E27FC236}">
                <a16:creationId xmlns:a16="http://schemas.microsoft.com/office/drawing/2014/main" id="{BDD0614E-1B9E-4696-94A5-DCEB7766E737}"/>
              </a:ext>
            </a:extLst>
          </p:cNvPr>
          <p:cNvSpPr>
            <a:spLocks xmlns:a="http://schemas.openxmlformats.org/drawingml/2006/main" noGrp="1"/>
          </p:cNvSpPr>
          <p:nvPr/>
        </p:nvSpPr>
        <p:spPr>
          <a:xfrm xmlns:a="http://schemas.openxmlformats.org/drawingml/2006/main">
            <a:off x="4257675" y="2962275"/>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13" name="trust-stage-2-text">
            <a:extLst xmlns:a="http://schemas.openxmlformats.org/drawingml/2006/main">
              <a:ext uri="{FF2B5EF4-FFF2-40B4-BE49-F238E27FC236}">
                <a16:creationId xmlns:a16="http://schemas.microsoft.com/office/drawing/2014/main" id="{A4504ABC-D8EA-4C5F-8A3A-74FABDC68AFC}"/>
              </a:ext>
            </a:extLst>
          </p:cNvPr>
          <p:cNvSpPr>
            <a:spLocks xmlns:a="http://schemas.openxmlformats.org/drawingml/2006/main" noGrp="1"/>
          </p:cNvSpPr>
          <p:nvPr/>
        </p:nvSpPr>
        <p:spPr>
          <a:xfrm xmlns:a="http://schemas.openxmlformats.org/drawingml/2006/main">
            <a:off x="4257675" y="30670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14" name="trust-title-2">
            <a:extLst xmlns:a="http://schemas.openxmlformats.org/drawingml/2006/main">
              <a:ext uri="{FF2B5EF4-FFF2-40B4-BE49-F238E27FC236}">
                <a16:creationId xmlns:a16="http://schemas.microsoft.com/office/drawing/2014/main" id="{5BF70302-8EFB-4B58-AC59-B47502535B37}"/>
              </a:ext>
            </a:extLst>
          </p:cNvPr>
          <p:cNvSpPr>
            <a:spLocks xmlns:a="http://schemas.openxmlformats.org/drawingml/2006/main" noGrp="1"/>
          </p:cNvSpPr>
          <p:nvPr/>
        </p:nvSpPr>
        <p:spPr>
          <a:xfrm xmlns:a="http://schemas.openxmlformats.org/drawingml/2006/main">
            <a:off x="3276600" y="36385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0090"/>
                </a:solidFill>
                <a:latin typeface="Mulish"/>
                <a:ea typeface="Mulish"/>
                <a:cs typeface="Mulish"/>
              </a:defRPr>
            </a:pPr>
            <a:r>
              <a:rPr sz="1650" b="1">
                <a:solidFill>
                  <a:srgbClr val="1D0090"/>
                </a:solidFill>
                <a:latin typeface="Mulish"/>
                <a:ea typeface="Mulish"/>
                <a:cs typeface="Mulish"/>
              </a:rPr>
              <a:t>Digital Trust</a:t>
            </a:r>
          </a:p>
        </p:txBody>
      </p:sp>
      <p:sp>
        <p:nvSpPr>
          <p:cNvPr id="15" name="trust-body-2">
            <a:extLst xmlns:a="http://schemas.openxmlformats.org/drawingml/2006/main">
              <a:ext uri="{FF2B5EF4-FFF2-40B4-BE49-F238E27FC236}">
                <a16:creationId xmlns:a16="http://schemas.microsoft.com/office/drawing/2014/main" id="{456A2802-9FAB-4161-B8BD-42D7E6BEF888}"/>
              </a:ext>
            </a:extLst>
          </p:cNvPr>
          <p:cNvSpPr>
            <a:spLocks xmlns:a="http://schemas.openxmlformats.org/drawingml/2006/main" noGrp="1"/>
          </p:cNvSpPr>
          <p:nvPr/>
        </p:nvSpPr>
        <p:spPr>
          <a:xfrm xmlns:a="http://schemas.openxmlformats.org/drawingml/2006/main">
            <a:off x="3276600" y="44767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D3D3D"/>
                </a:solidFill>
                <a:latin typeface="Mulish"/>
                <a:ea typeface="Mulish"/>
                <a:cs typeface="Mulish"/>
              </a:defRPr>
            </a:pPr>
            <a:r>
              <a:rPr sz="1350" b="0">
                <a:solidFill>
                  <a:srgbClr val="3D3D3D"/>
                </a:solidFill>
                <a:latin typeface="Mulish"/>
                <a:ea typeface="Mulish"/>
                <a:cs typeface="Mulish"/>
              </a:rPr>
              <a:t>Can we trust the wider process around identity, authority, approval and evidence?</a:t>
            </a:r>
          </a:p>
        </p:txBody>
      </p:sp>
      <p:sp>
        <p:nvSpPr>
          <p:cNvPr id="16" name="trust-stage-3-shape">
            <a:extLst xmlns:a="http://schemas.openxmlformats.org/drawingml/2006/main">
              <a:ext uri="{FF2B5EF4-FFF2-40B4-BE49-F238E27FC236}">
                <a16:creationId xmlns:a16="http://schemas.microsoft.com/office/drawing/2014/main" id="{FD6D213C-2490-448B-AB4E-28438D785DB4}"/>
              </a:ext>
            </a:extLst>
          </p:cNvPr>
          <p:cNvSpPr>
            <a:spLocks xmlns:a="http://schemas.openxmlformats.org/drawingml/2006/main" noGrp="1"/>
          </p:cNvSpPr>
          <p:nvPr/>
        </p:nvSpPr>
        <p:spPr>
          <a:xfrm xmlns:a="http://schemas.openxmlformats.org/drawingml/2006/main">
            <a:off x="7077075" y="2962275"/>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17" name="trust-stage-3-text">
            <a:extLst xmlns:a="http://schemas.openxmlformats.org/drawingml/2006/main">
              <a:ext uri="{FF2B5EF4-FFF2-40B4-BE49-F238E27FC236}">
                <a16:creationId xmlns:a16="http://schemas.microsoft.com/office/drawing/2014/main" id="{6A8B7E2E-C865-4D47-A38E-887E93138EF5}"/>
              </a:ext>
            </a:extLst>
          </p:cNvPr>
          <p:cNvSpPr>
            <a:spLocks xmlns:a="http://schemas.openxmlformats.org/drawingml/2006/main" noGrp="1"/>
          </p:cNvSpPr>
          <p:nvPr/>
        </p:nvSpPr>
        <p:spPr>
          <a:xfrm xmlns:a="http://schemas.openxmlformats.org/drawingml/2006/main">
            <a:off x="7077075" y="30670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18" name="trust-title-3">
            <a:extLst xmlns:a="http://schemas.openxmlformats.org/drawingml/2006/main">
              <a:ext uri="{FF2B5EF4-FFF2-40B4-BE49-F238E27FC236}">
                <a16:creationId xmlns:a16="http://schemas.microsoft.com/office/drawing/2014/main" id="{2505596F-EF27-4E18-95DD-C9A9AB4982CD}"/>
              </a:ext>
            </a:extLst>
          </p:cNvPr>
          <p:cNvSpPr>
            <a:spLocks xmlns:a="http://schemas.openxmlformats.org/drawingml/2006/main" noGrp="1"/>
          </p:cNvSpPr>
          <p:nvPr/>
        </p:nvSpPr>
        <p:spPr>
          <a:xfrm xmlns:a="http://schemas.openxmlformats.org/drawingml/2006/main">
            <a:off x="6096000" y="36385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0090"/>
                </a:solidFill>
                <a:latin typeface="Mulish"/>
                <a:ea typeface="Mulish"/>
                <a:cs typeface="Mulish"/>
              </a:defRPr>
            </a:pPr>
            <a:r>
              <a:rPr sz="1650" b="1">
                <a:solidFill>
                  <a:srgbClr val="1D0090"/>
                </a:solidFill>
                <a:latin typeface="Mulish"/>
                <a:ea typeface="Mulish"/>
                <a:cs typeface="Mulish"/>
              </a:rPr>
              <a:t>Trusted Execution</a:t>
            </a:r>
          </a:p>
        </p:txBody>
      </p:sp>
      <p:sp>
        <p:nvSpPr>
          <p:cNvPr id="19" name="trust-body-3">
            <a:extLst xmlns:a="http://schemas.openxmlformats.org/drawingml/2006/main">
              <a:ext uri="{FF2B5EF4-FFF2-40B4-BE49-F238E27FC236}">
                <a16:creationId xmlns:a16="http://schemas.microsoft.com/office/drawing/2014/main" id="{9EF6EE47-5415-40F8-8092-71E781B3A493}"/>
              </a:ext>
            </a:extLst>
          </p:cNvPr>
          <p:cNvSpPr>
            <a:spLocks xmlns:a="http://schemas.openxmlformats.org/drawingml/2006/main" noGrp="1"/>
          </p:cNvSpPr>
          <p:nvPr/>
        </p:nvSpPr>
        <p:spPr>
          <a:xfrm xmlns:a="http://schemas.openxmlformats.org/drawingml/2006/main">
            <a:off x="6096000" y="44767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D3D3D"/>
                </a:solidFill>
                <a:latin typeface="Mulish"/>
                <a:ea typeface="Mulish"/>
                <a:cs typeface="Mulish"/>
              </a:defRPr>
            </a:pPr>
            <a:r>
              <a:rPr sz="1350" b="0">
                <a:solidFill>
                  <a:srgbClr val="3D3D3D"/>
                </a:solidFill>
                <a:latin typeface="Mulish"/>
                <a:ea typeface="Mulish"/>
                <a:cs typeface="Mulish"/>
              </a:rPr>
              <a:t>Can a trusted action be executed with the appropriate controls and evidence?</a:t>
            </a:r>
          </a:p>
        </p:txBody>
      </p:sp>
      <p:sp>
        <p:nvSpPr>
          <p:cNvPr id="20" name="trust-stage-4-shape">
            <a:extLst xmlns:a="http://schemas.openxmlformats.org/drawingml/2006/main">
              <a:ext uri="{FF2B5EF4-FFF2-40B4-BE49-F238E27FC236}">
                <a16:creationId xmlns:a16="http://schemas.microsoft.com/office/drawing/2014/main" id="{D692D9FB-7F56-4F4C-B0E8-212071693FAE}"/>
              </a:ext>
            </a:extLst>
          </p:cNvPr>
          <p:cNvSpPr>
            <a:spLocks xmlns:a="http://schemas.openxmlformats.org/drawingml/2006/main" noGrp="1"/>
          </p:cNvSpPr>
          <p:nvPr/>
        </p:nvSpPr>
        <p:spPr>
          <a:xfrm xmlns:a="http://schemas.openxmlformats.org/drawingml/2006/main">
            <a:off x="9896475" y="2962275"/>
            <a:ext cx="419100" cy="419100"/>
          </a:xfrm>
          <a:prstGeom xmlns:a="http://schemas.openxmlformats.org/drawingml/2006/main" prst="roundRect">
            <a:avLst>
              <a:gd name="adj" fmla="val 27273"/>
            </a:avLst>
          </a:prstGeom>
          <a:solidFill xmlns:a="http://schemas.openxmlformats.org/drawingml/2006/main">
            <a:srgbClr val="7000FF"/>
          </a:solidFill>
          <a:ln xmlns:a="http://schemas.openxmlformats.org/drawingml/2006/main" w="19050">
            <a:solidFill>
              <a:srgbClr val="7000FF"/>
            </a:solidFill>
            <a:prstDash val="solid"/>
          </a:ln>
        </p:spPr>
      </p:sp>
      <p:sp>
        <p:nvSpPr>
          <p:cNvPr id="21" name="trust-stage-4-text">
            <a:extLst xmlns:a="http://schemas.openxmlformats.org/drawingml/2006/main">
              <a:ext uri="{FF2B5EF4-FFF2-40B4-BE49-F238E27FC236}">
                <a16:creationId xmlns:a16="http://schemas.microsoft.com/office/drawing/2014/main" id="{F35E36FA-42FD-44E7-9D6D-6E1CCE5E590F}"/>
              </a:ext>
            </a:extLst>
          </p:cNvPr>
          <p:cNvSpPr>
            <a:spLocks xmlns:a="http://schemas.openxmlformats.org/drawingml/2006/main" noGrp="1"/>
          </p:cNvSpPr>
          <p:nvPr/>
        </p:nvSpPr>
        <p:spPr>
          <a:xfrm xmlns:a="http://schemas.openxmlformats.org/drawingml/2006/main">
            <a:off x="9896475" y="30670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04</a:t>
            </a:r>
          </a:p>
        </p:txBody>
      </p:sp>
      <p:sp>
        <p:nvSpPr>
          <p:cNvPr id="22" name="trust-title-4">
            <a:extLst xmlns:a="http://schemas.openxmlformats.org/drawingml/2006/main">
              <a:ext uri="{FF2B5EF4-FFF2-40B4-BE49-F238E27FC236}">
                <a16:creationId xmlns:a16="http://schemas.microsoft.com/office/drawing/2014/main" id="{97C22ECF-5B1F-4B3A-8357-337020CC919E}"/>
              </a:ext>
            </a:extLst>
          </p:cNvPr>
          <p:cNvSpPr>
            <a:spLocks xmlns:a="http://schemas.openxmlformats.org/drawingml/2006/main" noGrp="1"/>
          </p:cNvSpPr>
          <p:nvPr/>
        </p:nvSpPr>
        <p:spPr>
          <a:xfrm xmlns:a="http://schemas.openxmlformats.org/drawingml/2006/main">
            <a:off x="8915400" y="36385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0090"/>
                </a:solidFill>
                <a:latin typeface="Mulish"/>
                <a:ea typeface="Mulish"/>
                <a:cs typeface="Mulish"/>
              </a:defRPr>
            </a:pPr>
            <a:r>
              <a:rPr sz="1650" b="1">
                <a:solidFill>
                  <a:srgbClr val="1D0090"/>
                </a:solidFill>
                <a:latin typeface="Mulish"/>
                <a:ea typeface="Mulish"/>
                <a:cs typeface="Mulish"/>
              </a:rPr>
              <a:t>Agentic Trusted Execution</a:t>
            </a:r>
          </a:p>
        </p:txBody>
      </p:sp>
      <p:sp>
        <p:nvSpPr>
          <p:cNvPr id="23" name="trust-body-4">
            <a:extLst xmlns:a="http://schemas.openxmlformats.org/drawingml/2006/main">
              <a:ext uri="{FF2B5EF4-FFF2-40B4-BE49-F238E27FC236}">
                <a16:creationId xmlns:a16="http://schemas.microsoft.com/office/drawing/2014/main" id="{3BF59639-E233-428E-A7AB-D9DD20CD4459}"/>
              </a:ext>
            </a:extLst>
          </p:cNvPr>
          <p:cNvSpPr>
            <a:spLocks xmlns:a="http://schemas.openxmlformats.org/drawingml/2006/main" noGrp="1"/>
          </p:cNvSpPr>
          <p:nvPr/>
        </p:nvSpPr>
        <p:spPr>
          <a:xfrm xmlns:a="http://schemas.openxmlformats.org/drawingml/2006/main">
            <a:off x="8915400" y="44767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D3D3D"/>
                </a:solidFill>
                <a:latin typeface="Mulish"/>
                <a:ea typeface="Mulish"/>
                <a:cs typeface="Mulish"/>
              </a:defRPr>
            </a:pPr>
            <a:r>
              <a:rPr sz="1350" b="0">
                <a:solidFill>
                  <a:srgbClr val="3D3D3D"/>
                </a:solidFill>
                <a:latin typeface="Mulish"/>
                <a:ea typeface="Mulish"/>
                <a:cs typeface="Mulish"/>
              </a:rPr>
              <a:t>Can AI agents act without the organization losing authority, control, accountability or evidence?</a:t>
            </a:r>
          </a:p>
        </p:txBody>
      </p:sp>
      <p:sp>
        <p:nvSpPr>
          <p:cNvPr id="24" name="takeaway-rule">
            <a:extLst xmlns:a="http://schemas.openxmlformats.org/drawingml/2006/main">
              <a:ext uri="{FF2B5EF4-FFF2-40B4-BE49-F238E27FC236}">
                <a16:creationId xmlns:a16="http://schemas.microsoft.com/office/drawing/2014/main" id="{3CAC7F94-0E91-4ECE-8D82-B9D5FA01CFE2}"/>
              </a:ext>
            </a:extLst>
          </p:cNvPr>
          <p:cNvSpPr>
            <a:spLocks xmlns:a="http://schemas.openxmlformats.org/drawingml/2006/main" noGrp="1"/>
          </p:cNvSpPr>
          <p:nvPr/>
        </p:nvSpPr>
        <p:spPr>
          <a:xfrm xmlns:a="http://schemas.openxmlformats.org/drawingml/2006/main">
            <a:off x="457200" y="5734050"/>
            <a:ext cx="18097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25" name="takeaway">
            <a:extLst xmlns:a="http://schemas.openxmlformats.org/drawingml/2006/main">
              <a:ext uri="{FF2B5EF4-FFF2-40B4-BE49-F238E27FC236}">
                <a16:creationId xmlns:a16="http://schemas.microsoft.com/office/drawing/2014/main" id="{0626FD33-4B68-4488-8C19-D9715E3D29D2}"/>
              </a:ext>
            </a:extLst>
          </p:cNvPr>
          <p:cNvSpPr>
            <a:spLocks xmlns:a="http://schemas.openxmlformats.org/drawingml/2006/main" noGrp="1"/>
          </p:cNvSpPr>
          <p:nvPr/>
        </p:nvSpPr>
        <p:spPr>
          <a:xfrm xmlns:a="http://schemas.openxmlformats.org/drawingml/2006/main">
            <a:off x="457200" y="58864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38" b="1">
                <a:solidFill>
                  <a:srgbClr val="1D0090"/>
                </a:solidFill>
                <a:latin typeface="Mulish"/>
                <a:ea typeface="Mulish"/>
                <a:cs typeface="Mulish"/>
              </a:defRPr>
            </a:pPr>
            <a:r>
              <a:rPr sz="1538" b="1">
                <a:solidFill>
                  <a:srgbClr val="1D0090"/>
                </a:solidFill>
                <a:latin typeface="Mulish"/>
                <a:ea typeface="Mulish"/>
                <a:cs typeface="Mulish"/>
              </a:rPr>
              <a:t>Signing remains important. The trusted outcome becomes broader.</a:t>
            </a:r>
          </a:p>
        </p:txBody>
      </p:sp>
    </p:spTree>
    <p:extLst>
      <p:ext uri="{BB962C8B-B14F-4D97-AF65-F5344CB8AC3E}">
        <p14:creationId xmlns:p14="http://schemas.microsoft.com/office/powerpoint/2010/main" val="1302801392"/>
      </p:ext>
    </p:extLst>
  </p:cSld>
</p:sld>
</file>

<file path=ppt/slides/slide5.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a2ade27fea04c7f"/>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C36376C-4E19-4C5C-9FA8-02BFDC0DF7D9}"/>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05</a:t>
            </a:r>
          </a:p>
        </p:txBody>
      </p:sp>
      <p:sp>
        <p:nvSpPr>
          <p:cNvPr id="3" name="signature-line">
            <a:extLst xmlns:a="http://schemas.openxmlformats.org/drawingml/2006/main">
              <a:ext uri="{FF2B5EF4-FFF2-40B4-BE49-F238E27FC236}">
                <a16:creationId xmlns:a16="http://schemas.microsoft.com/office/drawing/2014/main" id="{C2F45CDC-6BFF-4B94-B57D-A0B474D437D1}"/>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B19A971D-3FC1-4B71-816D-B92D7A535B3B}"/>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4A667FB1-0FF5-4E65-AB64-6BD2A6918948}"/>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69B7D7DA-1556-4B61-B750-FC5DF2548676}"/>
              </a:ext>
            </a:extLst>
          </p:cNvPr>
          <p:cNvSpPr>
            <a:spLocks xmlns:a="http://schemas.openxmlformats.org/drawingml/2006/main" noGrp="1"/>
          </p:cNvSpPr>
          <p:nvPr/>
        </p:nvSpPr>
        <p:spPr>
          <a:xfrm xmlns:a="http://schemas.openxmlformats.org/drawingml/2006/main">
            <a:off x="457200" y="914400"/>
            <a:ext cx="11239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The Signature Is Important. It Is Not the Entire Trust Model.</a:t>
            </a:r>
          </a:p>
        </p:txBody>
      </p:sp>
      <p:sp>
        <p:nvSpPr>
          <p:cNvPr id="7" name="outcome-step-1-shape">
            <a:extLst xmlns:a="http://schemas.openxmlformats.org/drawingml/2006/main">
              <a:ext uri="{FF2B5EF4-FFF2-40B4-BE49-F238E27FC236}">
                <a16:creationId xmlns:a16="http://schemas.microsoft.com/office/drawing/2014/main" id="{33D29411-CC66-4B40-BC2E-E08DC148B041}"/>
              </a:ext>
            </a:extLst>
          </p:cNvPr>
          <p:cNvSpPr>
            <a:spLocks xmlns:a="http://schemas.openxmlformats.org/drawingml/2006/main" noGrp="1"/>
          </p:cNvSpPr>
          <p:nvPr/>
        </p:nvSpPr>
        <p:spPr>
          <a:xfrm xmlns:a="http://schemas.openxmlformats.org/drawingml/2006/main">
            <a:off x="457200" y="22098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8" name="outcome-step-1-text">
            <a:extLst xmlns:a="http://schemas.openxmlformats.org/drawingml/2006/main">
              <a:ext uri="{FF2B5EF4-FFF2-40B4-BE49-F238E27FC236}">
                <a16:creationId xmlns:a16="http://schemas.microsoft.com/office/drawing/2014/main" id="{711FA1DB-4BB1-488A-8CFA-14181BCA8FF1}"/>
              </a:ext>
            </a:extLst>
          </p:cNvPr>
          <p:cNvSpPr>
            <a:spLocks xmlns:a="http://schemas.openxmlformats.org/drawingml/2006/main" noGrp="1"/>
          </p:cNvSpPr>
          <p:nvPr/>
        </p:nvSpPr>
        <p:spPr>
          <a:xfrm xmlns:a="http://schemas.openxmlformats.org/drawingml/2006/main">
            <a:off x="4572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9" name="outcome-label-1">
            <a:extLst xmlns:a="http://schemas.openxmlformats.org/drawingml/2006/main">
              <a:ext uri="{FF2B5EF4-FFF2-40B4-BE49-F238E27FC236}">
                <a16:creationId xmlns:a16="http://schemas.microsoft.com/office/drawing/2014/main" id="{A300EC90-E8AE-4868-BD99-027CEE0B5D93}"/>
              </a:ext>
            </a:extLst>
          </p:cNvPr>
          <p:cNvSpPr>
            <a:spLocks xmlns:a="http://schemas.openxmlformats.org/drawingml/2006/main" noGrp="1"/>
          </p:cNvSpPr>
          <p:nvPr/>
        </p:nvSpPr>
        <p:spPr>
          <a:xfrm xmlns:a="http://schemas.openxmlformats.org/drawingml/2006/main">
            <a:off x="1009650" y="22955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Create</a:t>
            </a:r>
          </a:p>
        </p:txBody>
      </p:sp>
      <p:sp>
        <p:nvSpPr>
          <p:cNvPr id="10" name="outcome-step-2-shape">
            <a:extLst xmlns:a="http://schemas.openxmlformats.org/drawingml/2006/main">
              <a:ext uri="{FF2B5EF4-FFF2-40B4-BE49-F238E27FC236}">
                <a16:creationId xmlns:a16="http://schemas.microsoft.com/office/drawing/2014/main" id="{9D1C65B0-2D68-47C0-8479-2F52B3EE9B85}"/>
              </a:ext>
            </a:extLst>
          </p:cNvPr>
          <p:cNvSpPr>
            <a:spLocks xmlns:a="http://schemas.openxmlformats.org/drawingml/2006/main" noGrp="1"/>
          </p:cNvSpPr>
          <p:nvPr/>
        </p:nvSpPr>
        <p:spPr>
          <a:xfrm xmlns:a="http://schemas.openxmlformats.org/drawingml/2006/main">
            <a:off x="2705100" y="22098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1" name="outcome-step-2-text">
            <a:extLst xmlns:a="http://schemas.openxmlformats.org/drawingml/2006/main">
              <a:ext uri="{FF2B5EF4-FFF2-40B4-BE49-F238E27FC236}">
                <a16:creationId xmlns:a16="http://schemas.microsoft.com/office/drawing/2014/main" id="{5DE23AA2-4BA1-477D-B2E1-7499908470BE}"/>
              </a:ext>
            </a:extLst>
          </p:cNvPr>
          <p:cNvSpPr>
            <a:spLocks xmlns:a="http://schemas.openxmlformats.org/drawingml/2006/main" noGrp="1"/>
          </p:cNvSpPr>
          <p:nvPr/>
        </p:nvSpPr>
        <p:spPr>
          <a:xfrm xmlns:a="http://schemas.openxmlformats.org/drawingml/2006/main">
            <a:off x="27051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02</a:t>
            </a:r>
          </a:p>
        </p:txBody>
      </p:sp>
      <p:sp>
        <p:nvSpPr>
          <p:cNvPr id="12" name="outcome-label-2">
            <a:extLst xmlns:a="http://schemas.openxmlformats.org/drawingml/2006/main">
              <a:ext uri="{FF2B5EF4-FFF2-40B4-BE49-F238E27FC236}">
                <a16:creationId xmlns:a16="http://schemas.microsoft.com/office/drawing/2014/main" id="{953611EC-2CA1-4D24-8041-CD00702FC453}"/>
              </a:ext>
            </a:extLst>
          </p:cNvPr>
          <p:cNvSpPr>
            <a:spLocks xmlns:a="http://schemas.openxmlformats.org/drawingml/2006/main" noGrp="1"/>
          </p:cNvSpPr>
          <p:nvPr/>
        </p:nvSpPr>
        <p:spPr>
          <a:xfrm xmlns:a="http://schemas.openxmlformats.org/drawingml/2006/main">
            <a:off x="3257550" y="22955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Collaborate</a:t>
            </a:r>
          </a:p>
        </p:txBody>
      </p:sp>
      <p:sp>
        <p:nvSpPr>
          <p:cNvPr id="13" name="outcome-step-3-shape">
            <a:extLst xmlns:a="http://schemas.openxmlformats.org/drawingml/2006/main">
              <a:ext uri="{FF2B5EF4-FFF2-40B4-BE49-F238E27FC236}">
                <a16:creationId xmlns:a16="http://schemas.microsoft.com/office/drawing/2014/main" id="{E9C2DBB4-EEC8-4B9F-9BAC-F537A97654DE}"/>
              </a:ext>
            </a:extLst>
          </p:cNvPr>
          <p:cNvSpPr>
            <a:spLocks xmlns:a="http://schemas.openxmlformats.org/drawingml/2006/main" noGrp="1"/>
          </p:cNvSpPr>
          <p:nvPr/>
        </p:nvSpPr>
        <p:spPr>
          <a:xfrm xmlns:a="http://schemas.openxmlformats.org/drawingml/2006/main">
            <a:off x="4953000" y="22098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4" name="outcome-step-3-text">
            <a:extLst xmlns:a="http://schemas.openxmlformats.org/drawingml/2006/main">
              <a:ext uri="{FF2B5EF4-FFF2-40B4-BE49-F238E27FC236}">
                <a16:creationId xmlns:a16="http://schemas.microsoft.com/office/drawing/2014/main" id="{EA4ECDAD-9C97-4941-A91D-DA72B50F9D39}"/>
              </a:ext>
            </a:extLst>
          </p:cNvPr>
          <p:cNvSpPr>
            <a:spLocks xmlns:a="http://schemas.openxmlformats.org/drawingml/2006/main" noGrp="1"/>
          </p:cNvSpPr>
          <p:nvPr/>
        </p:nvSpPr>
        <p:spPr>
          <a:xfrm xmlns:a="http://schemas.openxmlformats.org/drawingml/2006/main">
            <a:off x="49530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03</a:t>
            </a:r>
          </a:p>
        </p:txBody>
      </p:sp>
      <p:sp>
        <p:nvSpPr>
          <p:cNvPr id="15" name="outcome-label-3">
            <a:extLst xmlns:a="http://schemas.openxmlformats.org/drawingml/2006/main">
              <a:ext uri="{FF2B5EF4-FFF2-40B4-BE49-F238E27FC236}">
                <a16:creationId xmlns:a16="http://schemas.microsoft.com/office/drawing/2014/main" id="{0716448D-8561-4BFD-8707-2346EF1D1027}"/>
              </a:ext>
            </a:extLst>
          </p:cNvPr>
          <p:cNvSpPr>
            <a:spLocks xmlns:a="http://schemas.openxmlformats.org/drawingml/2006/main" noGrp="1"/>
          </p:cNvSpPr>
          <p:nvPr/>
        </p:nvSpPr>
        <p:spPr>
          <a:xfrm xmlns:a="http://schemas.openxmlformats.org/drawingml/2006/main">
            <a:off x="5505450" y="22955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Review</a:t>
            </a:r>
          </a:p>
        </p:txBody>
      </p:sp>
      <p:sp>
        <p:nvSpPr>
          <p:cNvPr id="16" name="outcome-step-4-shape">
            <a:extLst xmlns:a="http://schemas.openxmlformats.org/drawingml/2006/main">
              <a:ext uri="{FF2B5EF4-FFF2-40B4-BE49-F238E27FC236}">
                <a16:creationId xmlns:a16="http://schemas.microsoft.com/office/drawing/2014/main" id="{58FAEF19-320A-4F55-981C-60F4A17A632F}"/>
              </a:ext>
            </a:extLst>
          </p:cNvPr>
          <p:cNvSpPr>
            <a:spLocks xmlns:a="http://schemas.openxmlformats.org/drawingml/2006/main" noGrp="1"/>
          </p:cNvSpPr>
          <p:nvPr/>
        </p:nvSpPr>
        <p:spPr>
          <a:xfrm xmlns:a="http://schemas.openxmlformats.org/drawingml/2006/main">
            <a:off x="7200900" y="22098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7" name="outcome-step-4-text">
            <a:extLst xmlns:a="http://schemas.openxmlformats.org/drawingml/2006/main">
              <a:ext uri="{FF2B5EF4-FFF2-40B4-BE49-F238E27FC236}">
                <a16:creationId xmlns:a16="http://schemas.microsoft.com/office/drawing/2014/main" id="{8BF825B4-7F3B-424B-B07C-358A21747732}"/>
              </a:ext>
            </a:extLst>
          </p:cNvPr>
          <p:cNvSpPr>
            <a:spLocks xmlns:a="http://schemas.openxmlformats.org/drawingml/2006/main" noGrp="1"/>
          </p:cNvSpPr>
          <p:nvPr/>
        </p:nvSpPr>
        <p:spPr>
          <a:xfrm xmlns:a="http://schemas.openxmlformats.org/drawingml/2006/main">
            <a:off x="72009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04</a:t>
            </a:r>
          </a:p>
        </p:txBody>
      </p:sp>
      <p:sp>
        <p:nvSpPr>
          <p:cNvPr id="18" name="outcome-label-4">
            <a:extLst xmlns:a="http://schemas.openxmlformats.org/drawingml/2006/main">
              <a:ext uri="{FF2B5EF4-FFF2-40B4-BE49-F238E27FC236}">
                <a16:creationId xmlns:a16="http://schemas.microsoft.com/office/drawing/2014/main" id="{96D70493-7B01-4C11-85DF-BE3557BB8657}"/>
              </a:ext>
            </a:extLst>
          </p:cNvPr>
          <p:cNvSpPr>
            <a:spLocks xmlns:a="http://schemas.openxmlformats.org/drawingml/2006/main" noGrp="1"/>
          </p:cNvSpPr>
          <p:nvPr/>
        </p:nvSpPr>
        <p:spPr>
          <a:xfrm xmlns:a="http://schemas.openxmlformats.org/drawingml/2006/main">
            <a:off x="7753350" y="22955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Verify</a:t>
            </a:r>
          </a:p>
        </p:txBody>
      </p:sp>
      <p:sp>
        <p:nvSpPr>
          <p:cNvPr id="19" name="outcome-step-5-shape">
            <a:extLst xmlns:a="http://schemas.openxmlformats.org/drawingml/2006/main">
              <a:ext uri="{FF2B5EF4-FFF2-40B4-BE49-F238E27FC236}">
                <a16:creationId xmlns:a16="http://schemas.microsoft.com/office/drawing/2014/main" id="{9BB27347-2BD5-4036-AECD-953006D33B29}"/>
              </a:ext>
            </a:extLst>
          </p:cNvPr>
          <p:cNvSpPr>
            <a:spLocks xmlns:a="http://schemas.openxmlformats.org/drawingml/2006/main" noGrp="1"/>
          </p:cNvSpPr>
          <p:nvPr/>
        </p:nvSpPr>
        <p:spPr>
          <a:xfrm xmlns:a="http://schemas.openxmlformats.org/drawingml/2006/main">
            <a:off x="9448800" y="22098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20" name="outcome-step-5-text">
            <a:extLst xmlns:a="http://schemas.openxmlformats.org/drawingml/2006/main">
              <a:ext uri="{FF2B5EF4-FFF2-40B4-BE49-F238E27FC236}">
                <a16:creationId xmlns:a16="http://schemas.microsoft.com/office/drawing/2014/main" id="{8C0CB216-FE47-4061-8972-BA113C8DF784}"/>
              </a:ext>
            </a:extLst>
          </p:cNvPr>
          <p:cNvSpPr>
            <a:spLocks xmlns:a="http://schemas.openxmlformats.org/drawingml/2006/main" noGrp="1"/>
          </p:cNvSpPr>
          <p:nvPr/>
        </p:nvSpPr>
        <p:spPr>
          <a:xfrm xmlns:a="http://schemas.openxmlformats.org/drawingml/2006/main">
            <a:off x="9448800" y="23145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05</a:t>
            </a:r>
          </a:p>
        </p:txBody>
      </p:sp>
      <p:sp>
        <p:nvSpPr>
          <p:cNvPr id="21" name="outcome-label-5">
            <a:extLst xmlns:a="http://schemas.openxmlformats.org/drawingml/2006/main">
              <a:ext uri="{FF2B5EF4-FFF2-40B4-BE49-F238E27FC236}">
                <a16:creationId xmlns:a16="http://schemas.microsoft.com/office/drawing/2014/main" id="{B381F0F8-1B8E-463B-A802-6CA3EBB73B93}"/>
              </a:ext>
            </a:extLst>
          </p:cNvPr>
          <p:cNvSpPr>
            <a:spLocks xmlns:a="http://schemas.openxmlformats.org/drawingml/2006/main" noGrp="1"/>
          </p:cNvSpPr>
          <p:nvPr/>
        </p:nvSpPr>
        <p:spPr>
          <a:xfrm xmlns:a="http://schemas.openxmlformats.org/drawingml/2006/main">
            <a:off x="10001250" y="22955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Approve</a:t>
            </a:r>
          </a:p>
        </p:txBody>
      </p:sp>
      <p:sp>
        <p:nvSpPr>
          <p:cNvPr id="22" name="outcome-step-6-shape">
            <a:extLst xmlns:a="http://schemas.openxmlformats.org/drawingml/2006/main">
              <a:ext uri="{FF2B5EF4-FFF2-40B4-BE49-F238E27FC236}">
                <a16:creationId xmlns:a16="http://schemas.microsoft.com/office/drawing/2014/main" id="{7260E5B2-54B5-4079-9C24-D71D32D48BFB}"/>
              </a:ext>
            </a:extLst>
          </p:cNvPr>
          <p:cNvSpPr>
            <a:spLocks xmlns:a="http://schemas.openxmlformats.org/drawingml/2006/main" noGrp="1"/>
          </p:cNvSpPr>
          <p:nvPr/>
        </p:nvSpPr>
        <p:spPr>
          <a:xfrm xmlns:a="http://schemas.openxmlformats.org/drawingml/2006/main">
            <a:off x="457200" y="3219450"/>
            <a:ext cx="419100" cy="419100"/>
          </a:xfrm>
          <a:prstGeom xmlns:a="http://schemas.openxmlformats.org/drawingml/2006/main" prst="roundRect">
            <a:avLst>
              <a:gd name="adj" fmla="val 27273"/>
            </a:avLst>
          </a:prstGeom>
          <a:solidFill xmlns:a="http://schemas.openxmlformats.org/drawingml/2006/main">
            <a:srgbClr val="7000FF"/>
          </a:solidFill>
          <a:ln xmlns:a="http://schemas.openxmlformats.org/drawingml/2006/main" w="19050">
            <a:solidFill>
              <a:srgbClr val="7000FF"/>
            </a:solidFill>
            <a:prstDash val="solid"/>
          </a:ln>
        </p:spPr>
      </p:sp>
      <p:sp>
        <p:nvSpPr>
          <p:cNvPr id="23" name="outcome-step-6-text">
            <a:extLst xmlns:a="http://schemas.openxmlformats.org/drawingml/2006/main">
              <a:ext uri="{FF2B5EF4-FFF2-40B4-BE49-F238E27FC236}">
                <a16:creationId xmlns:a16="http://schemas.microsoft.com/office/drawing/2014/main" id="{562FE289-3100-420E-8794-C87929E25CBC}"/>
              </a:ext>
            </a:extLst>
          </p:cNvPr>
          <p:cNvSpPr>
            <a:spLocks xmlns:a="http://schemas.openxmlformats.org/drawingml/2006/main" noGrp="1"/>
          </p:cNvSpPr>
          <p:nvPr/>
        </p:nvSpPr>
        <p:spPr>
          <a:xfrm xmlns:a="http://schemas.openxmlformats.org/drawingml/2006/main">
            <a:off x="457200" y="3324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06</a:t>
            </a:r>
          </a:p>
        </p:txBody>
      </p:sp>
      <p:sp>
        <p:nvSpPr>
          <p:cNvPr id="24" name="outcome-label-6">
            <a:extLst xmlns:a="http://schemas.openxmlformats.org/drawingml/2006/main">
              <a:ext uri="{FF2B5EF4-FFF2-40B4-BE49-F238E27FC236}">
                <a16:creationId xmlns:a16="http://schemas.microsoft.com/office/drawing/2014/main" id="{3E75BA86-D87C-4918-A850-9C9FDBEA7385}"/>
              </a:ext>
            </a:extLst>
          </p:cNvPr>
          <p:cNvSpPr>
            <a:spLocks xmlns:a="http://schemas.openxmlformats.org/drawingml/2006/main" noGrp="1"/>
          </p:cNvSpPr>
          <p:nvPr/>
        </p:nvSpPr>
        <p:spPr>
          <a:xfrm xmlns:a="http://schemas.openxmlformats.org/drawingml/2006/main">
            <a:off x="1009650" y="33051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Sign / Seal</a:t>
            </a:r>
          </a:p>
        </p:txBody>
      </p:sp>
      <p:sp>
        <p:nvSpPr>
          <p:cNvPr id="25" name="outcome-step-7-shape">
            <a:extLst xmlns:a="http://schemas.openxmlformats.org/drawingml/2006/main">
              <a:ext uri="{FF2B5EF4-FFF2-40B4-BE49-F238E27FC236}">
                <a16:creationId xmlns:a16="http://schemas.microsoft.com/office/drawing/2014/main" id="{DB6BFFD0-C700-4824-A301-B88D56E0B040}"/>
              </a:ext>
            </a:extLst>
          </p:cNvPr>
          <p:cNvSpPr>
            <a:spLocks xmlns:a="http://schemas.openxmlformats.org/drawingml/2006/main" noGrp="1"/>
          </p:cNvSpPr>
          <p:nvPr/>
        </p:nvSpPr>
        <p:spPr>
          <a:xfrm xmlns:a="http://schemas.openxmlformats.org/drawingml/2006/main">
            <a:off x="2705100" y="321945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26" name="outcome-step-7-text">
            <a:extLst xmlns:a="http://schemas.openxmlformats.org/drawingml/2006/main">
              <a:ext uri="{FF2B5EF4-FFF2-40B4-BE49-F238E27FC236}">
                <a16:creationId xmlns:a16="http://schemas.microsoft.com/office/drawing/2014/main" id="{C17E738A-F3A1-4F5D-B407-CF01D8C7FA99}"/>
              </a:ext>
            </a:extLst>
          </p:cNvPr>
          <p:cNvSpPr>
            <a:spLocks xmlns:a="http://schemas.openxmlformats.org/drawingml/2006/main" noGrp="1"/>
          </p:cNvSpPr>
          <p:nvPr/>
        </p:nvSpPr>
        <p:spPr>
          <a:xfrm xmlns:a="http://schemas.openxmlformats.org/drawingml/2006/main">
            <a:off x="2705100" y="3324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07</a:t>
            </a:r>
          </a:p>
        </p:txBody>
      </p:sp>
      <p:sp>
        <p:nvSpPr>
          <p:cNvPr id="27" name="outcome-label-7">
            <a:extLst xmlns:a="http://schemas.openxmlformats.org/drawingml/2006/main">
              <a:ext uri="{FF2B5EF4-FFF2-40B4-BE49-F238E27FC236}">
                <a16:creationId xmlns:a16="http://schemas.microsoft.com/office/drawing/2014/main" id="{7DDB8C94-FD92-4C86-A622-ED6FE95E6B76}"/>
              </a:ext>
            </a:extLst>
          </p:cNvPr>
          <p:cNvSpPr>
            <a:spLocks xmlns:a="http://schemas.openxmlformats.org/drawingml/2006/main" noGrp="1"/>
          </p:cNvSpPr>
          <p:nvPr/>
        </p:nvSpPr>
        <p:spPr>
          <a:xfrm xmlns:a="http://schemas.openxmlformats.org/drawingml/2006/main">
            <a:off x="3257550" y="33051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Timestamp</a:t>
            </a:r>
          </a:p>
        </p:txBody>
      </p:sp>
      <p:sp>
        <p:nvSpPr>
          <p:cNvPr id="28" name="outcome-step-8-shape">
            <a:extLst xmlns:a="http://schemas.openxmlformats.org/drawingml/2006/main">
              <a:ext uri="{FF2B5EF4-FFF2-40B4-BE49-F238E27FC236}">
                <a16:creationId xmlns:a16="http://schemas.microsoft.com/office/drawing/2014/main" id="{5EBA52FC-C2E2-4D01-B0A1-FBD7DBEBAF05}"/>
              </a:ext>
            </a:extLst>
          </p:cNvPr>
          <p:cNvSpPr>
            <a:spLocks xmlns:a="http://schemas.openxmlformats.org/drawingml/2006/main" noGrp="1"/>
          </p:cNvSpPr>
          <p:nvPr/>
        </p:nvSpPr>
        <p:spPr>
          <a:xfrm xmlns:a="http://schemas.openxmlformats.org/drawingml/2006/main">
            <a:off x="4953000" y="321945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29" name="outcome-step-8-text">
            <a:extLst xmlns:a="http://schemas.openxmlformats.org/drawingml/2006/main">
              <a:ext uri="{FF2B5EF4-FFF2-40B4-BE49-F238E27FC236}">
                <a16:creationId xmlns:a16="http://schemas.microsoft.com/office/drawing/2014/main" id="{14ED1640-37EA-4166-8B34-6C90DF8712DF}"/>
              </a:ext>
            </a:extLst>
          </p:cNvPr>
          <p:cNvSpPr>
            <a:spLocks xmlns:a="http://schemas.openxmlformats.org/drawingml/2006/main" noGrp="1"/>
          </p:cNvSpPr>
          <p:nvPr/>
        </p:nvSpPr>
        <p:spPr>
          <a:xfrm xmlns:a="http://schemas.openxmlformats.org/drawingml/2006/main">
            <a:off x="4953000" y="3324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08</a:t>
            </a:r>
          </a:p>
        </p:txBody>
      </p:sp>
      <p:sp>
        <p:nvSpPr>
          <p:cNvPr id="30" name="outcome-label-8">
            <a:extLst xmlns:a="http://schemas.openxmlformats.org/drawingml/2006/main">
              <a:ext uri="{FF2B5EF4-FFF2-40B4-BE49-F238E27FC236}">
                <a16:creationId xmlns:a16="http://schemas.microsoft.com/office/drawing/2014/main" id="{1A5443B4-97C9-4B3D-8DAD-8E9A6EB62FCF}"/>
              </a:ext>
            </a:extLst>
          </p:cNvPr>
          <p:cNvSpPr>
            <a:spLocks xmlns:a="http://schemas.openxmlformats.org/drawingml/2006/main" noGrp="1"/>
          </p:cNvSpPr>
          <p:nvPr/>
        </p:nvSpPr>
        <p:spPr>
          <a:xfrm xmlns:a="http://schemas.openxmlformats.org/drawingml/2006/main">
            <a:off x="5505450" y="33051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Execute</a:t>
            </a:r>
          </a:p>
        </p:txBody>
      </p:sp>
      <p:sp>
        <p:nvSpPr>
          <p:cNvPr id="31" name="outcome-step-9-shape">
            <a:extLst xmlns:a="http://schemas.openxmlformats.org/drawingml/2006/main">
              <a:ext uri="{FF2B5EF4-FFF2-40B4-BE49-F238E27FC236}">
                <a16:creationId xmlns:a16="http://schemas.microsoft.com/office/drawing/2014/main" id="{23455782-390C-466D-B793-380145BE29D1}"/>
              </a:ext>
            </a:extLst>
          </p:cNvPr>
          <p:cNvSpPr>
            <a:spLocks xmlns:a="http://schemas.openxmlformats.org/drawingml/2006/main" noGrp="1"/>
          </p:cNvSpPr>
          <p:nvPr/>
        </p:nvSpPr>
        <p:spPr>
          <a:xfrm xmlns:a="http://schemas.openxmlformats.org/drawingml/2006/main">
            <a:off x="7200900" y="321945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32" name="outcome-step-9-text">
            <a:extLst xmlns:a="http://schemas.openxmlformats.org/drawingml/2006/main">
              <a:ext uri="{FF2B5EF4-FFF2-40B4-BE49-F238E27FC236}">
                <a16:creationId xmlns:a16="http://schemas.microsoft.com/office/drawing/2014/main" id="{0F9C6F86-B99F-47BF-978F-E14CD0DDDC05}"/>
              </a:ext>
            </a:extLst>
          </p:cNvPr>
          <p:cNvSpPr>
            <a:spLocks xmlns:a="http://schemas.openxmlformats.org/drawingml/2006/main" noGrp="1"/>
          </p:cNvSpPr>
          <p:nvPr/>
        </p:nvSpPr>
        <p:spPr>
          <a:xfrm xmlns:a="http://schemas.openxmlformats.org/drawingml/2006/main">
            <a:off x="7200900" y="3324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09</a:t>
            </a:r>
          </a:p>
        </p:txBody>
      </p:sp>
      <p:sp>
        <p:nvSpPr>
          <p:cNvPr id="33" name="outcome-label-9">
            <a:extLst xmlns:a="http://schemas.openxmlformats.org/drawingml/2006/main">
              <a:ext uri="{FF2B5EF4-FFF2-40B4-BE49-F238E27FC236}">
                <a16:creationId xmlns:a16="http://schemas.microsoft.com/office/drawing/2014/main" id="{9958DEBC-6284-48F4-9C57-F5653CE45506}"/>
              </a:ext>
            </a:extLst>
          </p:cNvPr>
          <p:cNvSpPr>
            <a:spLocks xmlns:a="http://schemas.openxmlformats.org/drawingml/2006/main" noGrp="1"/>
          </p:cNvSpPr>
          <p:nvPr/>
        </p:nvSpPr>
        <p:spPr>
          <a:xfrm xmlns:a="http://schemas.openxmlformats.org/drawingml/2006/main">
            <a:off x="7753350" y="33051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Evidence</a:t>
            </a:r>
          </a:p>
        </p:txBody>
      </p:sp>
      <p:sp>
        <p:nvSpPr>
          <p:cNvPr id="34" name="outcome-step-10-shape">
            <a:extLst xmlns:a="http://schemas.openxmlformats.org/drawingml/2006/main">
              <a:ext uri="{FF2B5EF4-FFF2-40B4-BE49-F238E27FC236}">
                <a16:creationId xmlns:a16="http://schemas.microsoft.com/office/drawing/2014/main" id="{93354FC0-D07D-4FA4-B76C-738E0C923B3F}"/>
              </a:ext>
            </a:extLst>
          </p:cNvPr>
          <p:cNvSpPr>
            <a:spLocks xmlns:a="http://schemas.openxmlformats.org/drawingml/2006/main" noGrp="1"/>
          </p:cNvSpPr>
          <p:nvPr/>
        </p:nvSpPr>
        <p:spPr>
          <a:xfrm xmlns:a="http://schemas.openxmlformats.org/drawingml/2006/main">
            <a:off x="9448800" y="321945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35" name="outcome-step-10-text">
            <a:extLst xmlns:a="http://schemas.openxmlformats.org/drawingml/2006/main">
              <a:ext uri="{FF2B5EF4-FFF2-40B4-BE49-F238E27FC236}">
                <a16:creationId xmlns:a16="http://schemas.microsoft.com/office/drawing/2014/main" id="{A710BCB7-49AB-424A-8FD9-668D6F02B1D0}"/>
              </a:ext>
            </a:extLst>
          </p:cNvPr>
          <p:cNvSpPr>
            <a:spLocks xmlns:a="http://schemas.openxmlformats.org/drawingml/2006/main" noGrp="1"/>
          </p:cNvSpPr>
          <p:nvPr/>
        </p:nvSpPr>
        <p:spPr>
          <a:xfrm xmlns:a="http://schemas.openxmlformats.org/drawingml/2006/main">
            <a:off x="9448800" y="3324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6" name="outcome-label-10">
            <a:extLst xmlns:a="http://schemas.openxmlformats.org/drawingml/2006/main">
              <a:ext uri="{FF2B5EF4-FFF2-40B4-BE49-F238E27FC236}">
                <a16:creationId xmlns:a16="http://schemas.microsoft.com/office/drawing/2014/main" id="{6B9F7300-D171-4480-9B2C-80B8B040419A}"/>
              </a:ext>
            </a:extLst>
          </p:cNvPr>
          <p:cNvSpPr>
            <a:spLocks xmlns:a="http://schemas.openxmlformats.org/drawingml/2006/main" noGrp="1"/>
          </p:cNvSpPr>
          <p:nvPr/>
        </p:nvSpPr>
        <p:spPr>
          <a:xfrm xmlns:a="http://schemas.openxmlformats.org/drawingml/2006/main">
            <a:off x="10001250" y="33051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Archive</a:t>
            </a:r>
          </a:p>
        </p:txBody>
      </p:sp>
      <p:sp>
        <p:nvSpPr>
          <p:cNvPr id="37" name="outcome-core">
            <a:extLst xmlns:a="http://schemas.openxmlformats.org/drawingml/2006/main">
              <a:ext uri="{FF2B5EF4-FFF2-40B4-BE49-F238E27FC236}">
                <a16:creationId xmlns:a16="http://schemas.microsoft.com/office/drawing/2014/main" id="{876082DB-5FCE-4B98-B197-3D2D1C2027F4}"/>
              </a:ext>
            </a:extLst>
          </p:cNvPr>
          <p:cNvSpPr>
            <a:spLocks xmlns:a="http://schemas.openxmlformats.org/drawingml/2006/main" noGrp="1"/>
          </p:cNvSpPr>
          <p:nvPr/>
        </p:nvSpPr>
        <p:spPr>
          <a:xfrm xmlns:a="http://schemas.openxmlformats.org/drawingml/2006/main">
            <a:off x="457200" y="432435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latin typeface="Spartan"/>
                <a:ea typeface="Spartan"/>
                <a:cs typeface="Spartan"/>
              </a:defRPr>
            </a:pPr>
            <a:r>
              <a:rPr sz="2025" b="1">
                <a:solidFill>
                  <a:srgbClr val="FFFFFF"/>
                </a:solidFill>
                <a:latin typeface="Spartan"/>
                <a:ea typeface="Spartan"/>
                <a:cs typeface="Spartan"/>
              </a:rPr>
              <a:t>Trust begins before signing and continues through execution, evidence and records.</a:t>
            </a:r>
          </a:p>
        </p:txBody>
      </p:sp>
      <p:sp>
        <p:nvSpPr>
          <p:cNvPr id="38" name="definition-box">
            <a:extLst xmlns:a="http://schemas.openxmlformats.org/drawingml/2006/main">
              <a:ext uri="{FF2B5EF4-FFF2-40B4-BE49-F238E27FC236}">
                <a16:creationId xmlns:a16="http://schemas.microsoft.com/office/drawing/2014/main" id="{FE666240-1C27-4F1C-8A64-A15204B10F85}"/>
              </a:ext>
            </a:extLst>
          </p:cNvPr>
          <p:cNvSpPr>
            <a:spLocks xmlns:a="http://schemas.openxmlformats.org/drawingml/2006/main" noGrp="1"/>
          </p:cNvSpPr>
          <p:nvPr/>
        </p:nvSpPr>
        <p:spPr>
          <a:xfrm xmlns:a="http://schemas.openxmlformats.org/drawingml/2006/main">
            <a:off x="6153150" y="4171950"/>
            <a:ext cx="5086350" cy="1314450"/>
          </a:xfrm>
          <a:prstGeom xmlns:a="http://schemas.openxmlformats.org/drawingml/2006/main" prst="roundRect">
            <a:avLst>
              <a:gd name="adj" fmla="val 8696"/>
            </a:avLst>
          </a:prstGeom>
          <a:solidFill xmlns:a="http://schemas.openxmlformats.org/drawingml/2006/main">
            <a:srgbClr val="7000FF"/>
          </a:solidFill>
          <a:ln xmlns:a="http://schemas.openxmlformats.org/drawingml/2006/main" w="0">
            <a:noFill/>
            <a:prstDash val="solid"/>
          </a:ln>
        </p:spPr>
      </p:sp>
      <p:sp>
        <p:nvSpPr>
          <p:cNvPr id="39" name="definition-label">
            <a:extLst xmlns:a="http://schemas.openxmlformats.org/drawingml/2006/main">
              <a:ext uri="{FF2B5EF4-FFF2-40B4-BE49-F238E27FC236}">
                <a16:creationId xmlns:a16="http://schemas.microsoft.com/office/drawing/2014/main" id="{85D42D14-14FD-4444-AEFD-27AAA59239C3}"/>
              </a:ext>
            </a:extLst>
          </p:cNvPr>
          <p:cNvSpPr>
            <a:spLocks xmlns:a="http://schemas.openxmlformats.org/drawingml/2006/main" noGrp="1"/>
          </p:cNvSpPr>
          <p:nvPr/>
        </p:nvSpPr>
        <p:spPr>
          <a:xfrm xmlns:a="http://schemas.openxmlformats.org/drawingml/2006/main">
            <a:off x="6457950" y="44196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TRUSTED EXECUTION</a:t>
            </a:r>
          </a:p>
        </p:txBody>
      </p:sp>
      <p:sp>
        <p:nvSpPr>
          <p:cNvPr id="40" name="definition">
            <a:extLst xmlns:a="http://schemas.openxmlformats.org/drawingml/2006/main">
              <a:ext uri="{FF2B5EF4-FFF2-40B4-BE49-F238E27FC236}">
                <a16:creationId xmlns:a16="http://schemas.microsoft.com/office/drawing/2014/main" id="{34759FB1-D7C5-471B-A75F-FA46D52A7898}"/>
              </a:ext>
            </a:extLst>
          </p:cNvPr>
          <p:cNvSpPr>
            <a:spLocks xmlns:a="http://schemas.openxmlformats.org/drawingml/2006/main" noGrp="1"/>
          </p:cNvSpPr>
          <p:nvPr/>
        </p:nvSpPr>
        <p:spPr>
          <a:xfrm xmlns:a="http://schemas.openxmlformats.org/drawingml/2006/main">
            <a:off x="6457950" y="4762500"/>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latin typeface="Mulish"/>
                <a:ea typeface="Mulish"/>
                <a:cs typeface="Mulish"/>
              </a:defRPr>
            </a:pPr>
            <a:r>
              <a:rPr sz="1500" b="1">
                <a:solidFill>
                  <a:srgbClr val="FFFFFF"/>
                </a:solidFill>
                <a:latin typeface="Mulish"/>
                <a:ea typeface="Mulish"/>
                <a:cs typeface="Mulish"/>
              </a:rPr>
              <a:t>The controlled execution of trusted digital actions with verifiable identity, authority, policy, approval and evidence.</a:t>
            </a:r>
          </a:p>
        </p:txBody>
      </p:sp>
    </p:spTree>
    <p:extLst>
      <p:ext uri="{BB962C8B-B14F-4D97-AF65-F5344CB8AC3E}">
        <p14:creationId xmlns:p14="http://schemas.microsoft.com/office/powerpoint/2010/main" val="12738853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fa8ff408aad4af5"/>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47B58DBF-DFC7-4BB8-8B7C-31D95A2D1F42}"/>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signature-line">
            <a:extLst xmlns:a="http://schemas.openxmlformats.org/drawingml/2006/main">
              <a:ext uri="{FF2B5EF4-FFF2-40B4-BE49-F238E27FC236}">
                <a16:creationId xmlns:a16="http://schemas.microsoft.com/office/drawing/2014/main" id="{DDD84081-30C9-471B-B0FA-FA4BC2DC564A}"/>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F5ADCEA7-6D31-487F-8ED0-91FE6FE30E1B}"/>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AA9C22B2-21B7-424E-9737-793D2558ACD6}"/>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23CFBAD6-9E99-45D2-B7AA-4800F76E97F6}"/>
              </a:ext>
            </a:extLst>
          </p:cNvPr>
          <p:cNvSpPr>
            <a:spLocks xmlns:a="http://schemas.openxmlformats.org/drawingml/2006/main" noGrp="1"/>
          </p:cNvSpPr>
          <p:nvPr/>
        </p:nvSpPr>
        <p:spPr>
          <a:xfrm xmlns:a="http://schemas.openxmlformats.org/drawingml/2006/main">
            <a:off x="457200" y="914400"/>
            <a:ext cx="11049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Circularo as the Trust Orchestration Platform</a:t>
            </a:r>
          </a:p>
        </p:txBody>
      </p:sp>
      <p:sp>
        <p:nvSpPr>
          <p:cNvPr id="7" name="platform-core">
            <a:extLst xmlns:a="http://schemas.openxmlformats.org/drawingml/2006/main">
              <a:ext uri="{FF2B5EF4-FFF2-40B4-BE49-F238E27FC236}">
                <a16:creationId xmlns:a16="http://schemas.microsoft.com/office/drawing/2014/main" id="{142AD64A-912D-44BC-A655-E3DE97A3B934}"/>
              </a:ext>
            </a:extLst>
          </p:cNvPr>
          <p:cNvSpPr>
            <a:spLocks xmlns:a="http://schemas.openxmlformats.org/drawingml/2006/main" noGrp="1"/>
          </p:cNvSpPr>
          <p:nvPr/>
        </p:nvSpPr>
        <p:spPr>
          <a:xfrm xmlns:a="http://schemas.openxmlformats.org/drawingml/2006/main">
            <a:off x="457200" y="2114550"/>
            <a:ext cx="47625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D3D3D"/>
                </a:solidFill>
                <a:latin typeface="Mulish"/>
                <a:ea typeface="Mulish"/>
                <a:cs typeface="Mulish"/>
              </a:defRPr>
            </a:pPr>
            <a:r>
              <a:rPr sz="1575" b="0">
                <a:solidFill>
                  <a:srgbClr val="3D3D3D"/>
                </a:solidFill>
                <a:latin typeface="Mulish"/>
                <a:ea typeface="Mulish"/>
                <a:cs typeface="Mulish"/>
              </a:rPr>
              <a:t>Digital identity, PKI, signatures, seals, timestamps, sovereign cloud and other trust capabilities increasingly form foundational infrastructure.</a:t>
            </a:r>
          </a:p>
          <a:p xmlns:a="http://schemas.openxmlformats.org/drawingml/2006/main">
            <a:r>
              <a:t/>
            </a:r>
          </a:p>
          <a:p xmlns:a="http://schemas.openxmlformats.org/drawingml/2006/main">
            <a:pPr algn="l">
              <a:defRPr sz="1575" b="0">
                <a:solidFill>
                  <a:srgbClr val="3D3D3D"/>
                </a:solidFill>
                <a:latin typeface="Mulish"/>
                <a:ea typeface="Mulish"/>
                <a:cs typeface="Mulish"/>
              </a:defRPr>
            </a:pPr>
            <a:r>
              <a:rPr sz="1575" b="0">
                <a:solidFill>
                  <a:srgbClr val="3D3D3D"/>
                </a:solidFill>
                <a:latin typeface="Mulish"/>
                <a:ea typeface="Mulish"/>
                <a:cs typeface="Mulish"/>
              </a:rPr>
              <a:t>Circularo operates above and across these foundations to turn individual trust services into complete business outcomes.</a:t>
            </a:r>
          </a:p>
        </p:txBody>
      </p:sp>
      <p:sp>
        <p:nvSpPr>
          <p:cNvPr id="8" name="platform-layer-1">
            <a:extLst xmlns:a="http://schemas.openxmlformats.org/drawingml/2006/main">
              <a:ext uri="{FF2B5EF4-FFF2-40B4-BE49-F238E27FC236}">
                <a16:creationId xmlns:a16="http://schemas.microsoft.com/office/drawing/2014/main" id="{F4580615-105D-4F1C-B1C9-90347183389D}"/>
              </a:ext>
            </a:extLst>
          </p:cNvPr>
          <p:cNvSpPr>
            <a:spLocks xmlns:a="http://schemas.openxmlformats.org/drawingml/2006/main" noGrp="1"/>
          </p:cNvSpPr>
          <p:nvPr/>
        </p:nvSpPr>
        <p:spPr>
          <a:xfrm xmlns:a="http://schemas.openxmlformats.org/drawingml/2006/main">
            <a:off x="6096000" y="2095500"/>
            <a:ext cx="5143500" cy="628650"/>
          </a:xfrm>
          <a:prstGeom xmlns:a="http://schemas.openxmlformats.org/drawingml/2006/main" prst="roundRect">
            <a:avLst>
              <a:gd name="adj" fmla="val 18182"/>
            </a:avLst>
          </a:prstGeom>
          <a:solidFill xmlns:a="http://schemas.openxmlformats.org/drawingml/2006/main">
            <a:srgbClr val="1D0090"/>
          </a:solidFill>
          <a:ln xmlns:a="http://schemas.openxmlformats.org/drawingml/2006/main" w="9525">
            <a:solidFill>
              <a:srgbClr val="1D0090"/>
            </a:solidFill>
            <a:prstDash val="solid"/>
          </a:ln>
        </p:spPr>
      </p:sp>
      <p:sp>
        <p:nvSpPr>
          <p:cNvPr id="9" name="platform-layer-label-1">
            <a:extLst xmlns:a="http://schemas.openxmlformats.org/drawingml/2006/main">
              <a:ext uri="{FF2B5EF4-FFF2-40B4-BE49-F238E27FC236}">
                <a16:creationId xmlns:a16="http://schemas.microsoft.com/office/drawing/2014/main" id="{215F0344-76DD-4117-A477-6062130302DA}"/>
              </a:ext>
            </a:extLst>
          </p:cNvPr>
          <p:cNvSpPr>
            <a:spLocks xmlns:a="http://schemas.openxmlformats.org/drawingml/2006/main" noGrp="1"/>
          </p:cNvSpPr>
          <p:nvPr/>
        </p:nvSpPr>
        <p:spPr>
          <a:xfrm xmlns:a="http://schemas.openxmlformats.org/drawingml/2006/main">
            <a:off x="6381750" y="22860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63" b="1">
                <a:solidFill>
                  <a:srgbClr val="FFFFFF"/>
                </a:solidFill>
                <a:latin typeface="Mulish"/>
                <a:ea typeface="Mulish"/>
                <a:cs typeface="Mulish"/>
              </a:defRPr>
            </a:pPr>
            <a:r>
              <a:rPr sz="1463" b="1">
                <a:solidFill>
                  <a:srgbClr val="FFFFFF"/>
                </a:solidFill>
                <a:latin typeface="Mulish"/>
                <a:ea typeface="Mulish"/>
                <a:cs typeface="Mulish"/>
              </a:rPr>
              <a:t>Business Process</a:t>
            </a:r>
          </a:p>
        </p:txBody>
      </p:sp>
      <p:sp>
        <p:nvSpPr>
          <p:cNvPr id="10" name="platform-layer-2">
            <a:extLst xmlns:a="http://schemas.openxmlformats.org/drawingml/2006/main">
              <a:ext uri="{FF2B5EF4-FFF2-40B4-BE49-F238E27FC236}">
                <a16:creationId xmlns:a16="http://schemas.microsoft.com/office/drawing/2014/main" id="{FB49ECFD-069F-4C34-BFA5-A3CF7EC2C0D1}"/>
              </a:ext>
            </a:extLst>
          </p:cNvPr>
          <p:cNvSpPr>
            <a:spLocks xmlns:a="http://schemas.openxmlformats.org/drawingml/2006/main" noGrp="1"/>
          </p:cNvSpPr>
          <p:nvPr/>
        </p:nvSpPr>
        <p:spPr>
          <a:xfrm xmlns:a="http://schemas.openxmlformats.org/drawingml/2006/main">
            <a:off x="6096000" y="2933700"/>
            <a:ext cx="5143500" cy="628650"/>
          </a:xfrm>
          <a:prstGeom xmlns:a="http://schemas.openxmlformats.org/drawingml/2006/main" prst="roundRect">
            <a:avLst>
              <a:gd name="adj" fmla="val 18182"/>
            </a:avLst>
          </a:prstGeom>
          <a:solidFill xmlns:a="http://schemas.openxmlformats.org/drawingml/2006/main">
            <a:srgbClr val="7000FF"/>
          </a:solidFill>
          <a:ln xmlns:a="http://schemas.openxmlformats.org/drawingml/2006/main" w="9525">
            <a:solidFill>
              <a:srgbClr val="7000FF"/>
            </a:solidFill>
            <a:prstDash val="solid"/>
          </a:ln>
        </p:spPr>
      </p:sp>
      <p:sp>
        <p:nvSpPr>
          <p:cNvPr id="11" name="platform-layer-label-2">
            <a:extLst xmlns:a="http://schemas.openxmlformats.org/drawingml/2006/main">
              <a:ext uri="{FF2B5EF4-FFF2-40B4-BE49-F238E27FC236}">
                <a16:creationId xmlns:a16="http://schemas.microsoft.com/office/drawing/2014/main" id="{F68735E1-ADFC-4D0E-9B95-D57D55B3E2A9}"/>
              </a:ext>
            </a:extLst>
          </p:cNvPr>
          <p:cNvSpPr>
            <a:spLocks xmlns:a="http://schemas.openxmlformats.org/drawingml/2006/main" noGrp="1"/>
          </p:cNvSpPr>
          <p:nvPr/>
        </p:nvSpPr>
        <p:spPr>
          <a:xfrm xmlns:a="http://schemas.openxmlformats.org/drawingml/2006/main">
            <a:off x="6381750" y="31242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63" b="1">
                <a:solidFill>
                  <a:srgbClr val="FFFFFF"/>
                </a:solidFill>
                <a:latin typeface="Mulish"/>
                <a:ea typeface="Mulish"/>
                <a:cs typeface="Mulish"/>
              </a:defRPr>
            </a:pPr>
            <a:r>
              <a:rPr sz="1463" b="1">
                <a:solidFill>
                  <a:srgbClr val="FFFFFF"/>
                </a:solidFill>
                <a:latin typeface="Mulish"/>
                <a:ea typeface="Mulish"/>
                <a:cs typeface="Mulish"/>
              </a:rPr>
              <a:t>Circularo Trust Orchestration</a:t>
            </a:r>
          </a:p>
        </p:txBody>
      </p:sp>
      <p:sp>
        <p:nvSpPr>
          <p:cNvPr id="12" name="platform-layer-3">
            <a:extLst xmlns:a="http://schemas.openxmlformats.org/drawingml/2006/main">
              <a:ext uri="{FF2B5EF4-FFF2-40B4-BE49-F238E27FC236}">
                <a16:creationId xmlns:a16="http://schemas.microsoft.com/office/drawing/2014/main" id="{09F45465-3371-4632-B459-80C45D92AE50}"/>
              </a:ext>
            </a:extLst>
          </p:cNvPr>
          <p:cNvSpPr>
            <a:spLocks xmlns:a="http://schemas.openxmlformats.org/drawingml/2006/main" noGrp="1"/>
          </p:cNvSpPr>
          <p:nvPr/>
        </p:nvSpPr>
        <p:spPr>
          <a:xfrm xmlns:a="http://schemas.openxmlformats.org/drawingml/2006/main">
            <a:off x="6096000" y="3771900"/>
            <a:ext cx="5143500" cy="628650"/>
          </a:xfrm>
          <a:prstGeom xmlns:a="http://schemas.openxmlformats.org/drawingml/2006/main" prst="roundRect">
            <a:avLst>
              <a:gd name="adj" fmla="val 18182"/>
            </a:avLst>
          </a:prstGeom>
          <a:solidFill xmlns:a="http://schemas.openxmlformats.org/drawingml/2006/main">
            <a:srgbClr val="F5EDFF"/>
          </a:solidFill>
          <a:ln xmlns:a="http://schemas.openxmlformats.org/drawingml/2006/main" w="9525">
            <a:solidFill>
              <a:srgbClr val="C9AEFF"/>
            </a:solidFill>
            <a:prstDash val="solid"/>
          </a:ln>
        </p:spPr>
      </p:sp>
      <p:sp>
        <p:nvSpPr>
          <p:cNvPr id="13" name="platform-layer-label-3">
            <a:extLst xmlns:a="http://schemas.openxmlformats.org/drawingml/2006/main">
              <a:ext uri="{FF2B5EF4-FFF2-40B4-BE49-F238E27FC236}">
                <a16:creationId xmlns:a16="http://schemas.microsoft.com/office/drawing/2014/main" id="{FD3BD5F9-9A34-4BA6-BAB7-9446E5AC992A}"/>
              </a:ext>
            </a:extLst>
          </p:cNvPr>
          <p:cNvSpPr>
            <a:spLocks xmlns:a="http://schemas.openxmlformats.org/drawingml/2006/main" noGrp="1"/>
          </p:cNvSpPr>
          <p:nvPr/>
        </p:nvSpPr>
        <p:spPr>
          <a:xfrm xmlns:a="http://schemas.openxmlformats.org/drawingml/2006/main">
            <a:off x="6381750" y="39624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63" b="1">
                <a:solidFill>
                  <a:srgbClr val="1D0090"/>
                </a:solidFill>
                <a:latin typeface="Mulish"/>
                <a:ea typeface="Mulish"/>
                <a:cs typeface="Mulish"/>
              </a:defRPr>
            </a:pPr>
            <a:r>
              <a:rPr sz="1463" b="1">
                <a:solidFill>
                  <a:srgbClr val="1D0090"/>
                </a:solidFill>
                <a:latin typeface="Mulish"/>
                <a:ea typeface="Mulish"/>
                <a:cs typeface="Mulish"/>
              </a:rPr>
              <a:t>Identity + Trust + Infrastructure Services</a:t>
            </a:r>
          </a:p>
        </p:txBody>
      </p:sp>
      <p:sp>
        <p:nvSpPr>
          <p:cNvPr id="14" name="platform-layer-4">
            <a:extLst xmlns:a="http://schemas.openxmlformats.org/drawingml/2006/main">
              <a:ext uri="{FF2B5EF4-FFF2-40B4-BE49-F238E27FC236}">
                <a16:creationId xmlns:a16="http://schemas.microsoft.com/office/drawing/2014/main" id="{626D3612-CE47-4875-B677-6F4583AE2E59}"/>
              </a:ext>
            </a:extLst>
          </p:cNvPr>
          <p:cNvSpPr>
            <a:spLocks xmlns:a="http://schemas.openxmlformats.org/drawingml/2006/main" noGrp="1"/>
          </p:cNvSpPr>
          <p:nvPr/>
        </p:nvSpPr>
        <p:spPr>
          <a:xfrm xmlns:a="http://schemas.openxmlformats.org/drawingml/2006/main">
            <a:off x="6096000" y="4610100"/>
            <a:ext cx="5143500" cy="628650"/>
          </a:xfrm>
          <a:prstGeom xmlns:a="http://schemas.openxmlformats.org/drawingml/2006/main" prst="roundRect">
            <a:avLst>
              <a:gd name="adj" fmla="val 18182"/>
            </a:avLst>
          </a:prstGeom>
          <a:solidFill xmlns:a="http://schemas.openxmlformats.org/drawingml/2006/main">
            <a:srgbClr val="1D0090"/>
          </a:solidFill>
          <a:ln xmlns:a="http://schemas.openxmlformats.org/drawingml/2006/main" w="9525">
            <a:solidFill>
              <a:srgbClr val="1D0090"/>
            </a:solidFill>
            <a:prstDash val="solid"/>
          </a:ln>
        </p:spPr>
      </p:sp>
      <p:sp>
        <p:nvSpPr>
          <p:cNvPr id="15" name="platform-layer-label-4">
            <a:extLst xmlns:a="http://schemas.openxmlformats.org/drawingml/2006/main">
              <a:ext uri="{FF2B5EF4-FFF2-40B4-BE49-F238E27FC236}">
                <a16:creationId xmlns:a16="http://schemas.microsoft.com/office/drawing/2014/main" id="{1CDCCC0D-6FEE-418B-B79A-043DF742C8C5}"/>
              </a:ext>
            </a:extLst>
          </p:cNvPr>
          <p:cNvSpPr>
            <a:spLocks xmlns:a="http://schemas.openxmlformats.org/drawingml/2006/main" noGrp="1"/>
          </p:cNvSpPr>
          <p:nvPr/>
        </p:nvSpPr>
        <p:spPr>
          <a:xfrm xmlns:a="http://schemas.openxmlformats.org/drawingml/2006/main">
            <a:off x="6381750" y="48006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63" b="1">
                <a:solidFill>
                  <a:srgbClr val="FFFFFF"/>
                </a:solidFill>
                <a:latin typeface="Mulish"/>
                <a:ea typeface="Mulish"/>
                <a:cs typeface="Mulish"/>
              </a:defRPr>
            </a:pPr>
            <a:r>
              <a:rPr sz="1463" b="1">
                <a:solidFill>
                  <a:srgbClr val="FFFFFF"/>
                </a:solidFill>
                <a:latin typeface="Mulish"/>
                <a:ea typeface="Mulish"/>
                <a:cs typeface="Mulish"/>
              </a:rPr>
              <a:t>Trusted, Compliant, Verifiable Outcome</a:t>
            </a:r>
          </a:p>
        </p:txBody>
      </p:sp>
      <p:sp>
        <p:nvSpPr>
          <p:cNvPr id="16" name="takeaway-rule">
            <a:extLst xmlns:a="http://schemas.openxmlformats.org/drawingml/2006/main">
              <a:ext uri="{FF2B5EF4-FFF2-40B4-BE49-F238E27FC236}">
                <a16:creationId xmlns:a16="http://schemas.microsoft.com/office/drawing/2014/main" id="{559DE81F-3389-482E-87F6-E1F7393CA4A0}"/>
              </a:ext>
            </a:extLst>
          </p:cNvPr>
          <p:cNvSpPr>
            <a:spLocks xmlns:a="http://schemas.openxmlformats.org/drawingml/2006/main" noGrp="1"/>
          </p:cNvSpPr>
          <p:nvPr/>
        </p:nvSpPr>
        <p:spPr>
          <a:xfrm xmlns:a="http://schemas.openxmlformats.org/drawingml/2006/main">
            <a:off x="457200" y="5676900"/>
            <a:ext cx="18097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7" name="takeaway">
            <a:extLst xmlns:a="http://schemas.openxmlformats.org/drawingml/2006/main">
              <a:ext uri="{FF2B5EF4-FFF2-40B4-BE49-F238E27FC236}">
                <a16:creationId xmlns:a16="http://schemas.microsoft.com/office/drawing/2014/main" id="{5C233D2A-39DD-48F1-8436-F8EB9F3BCDD2}"/>
              </a:ext>
            </a:extLst>
          </p:cNvPr>
          <p:cNvSpPr>
            <a:spLocks xmlns:a="http://schemas.openxmlformats.org/drawingml/2006/main" noGrp="1"/>
          </p:cNvSpPr>
          <p:nvPr/>
        </p:nvSpPr>
        <p:spPr>
          <a:xfrm xmlns:a="http://schemas.openxmlformats.org/drawingml/2006/main">
            <a:off x="457200" y="5829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38" b="1">
                <a:solidFill>
                  <a:srgbClr val="1D0090"/>
                </a:solidFill>
                <a:latin typeface="Mulish"/>
                <a:ea typeface="Mulish"/>
                <a:cs typeface="Mulish"/>
              </a:defRPr>
            </a:pPr>
            <a:r>
              <a:rPr sz="1538" b="1">
                <a:solidFill>
                  <a:srgbClr val="1D0090"/>
                </a:solidFill>
                <a:latin typeface="Mulish"/>
                <a:ea typeface="Mulish"/>
                <a:cs typeface="Mulish"/>
              </a:rPr>
              <a:t>Trust Orchestration is the platform capability. Trusted Execution is the outcome.</a:t>
            </a:r>
          </a:p>
        </p:txBody>
      </p:sp>
    </p:spTree>
    <p:extLst>
      <p:ext uri="{BB962C8B-B14F-4D97-AF65-F5344CB8AC3E}">
        <p14:creationId xmlns:p14="http://schemas.microsoft.com/office/powerpoint/2010/main" val="1577659311"/>
      </p:ext>
    </p:extLst>
  </p:cSld>
</p:sld>
</file>

<file path=ppt/slides/slide7.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e700459b67041ed"/>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B8AB669B-2B94-449F-A579-94F29AF8C63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07</a:t>
            </a:r>
          </a:p>
        </p:txBody>
      </p:sp>
      <p:sp>
        <p:nvSpPr>
          <p:cNvPr id="3" name="signature-line">
            <a:extLst xmlns:a="http://schemas.openxmlformats.org/drawingml/2006/main">
              <a:ext uri="{FF2B5EF4-FFF2-40B4-BE49-F238E27FC236}">
                <a16:creationId xmlns:a16="http://schemas.microsoft.com/office/drawing/2014/main" id="{727F1844-AF78-4E53-A838-06F1FC3F3B7D}"/>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E7D72683-3F9C-4180-A86E-3B847779AD5C}"/>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3F1D6D86-8F16-468B-BFEA-AC82A4DC045F}"/>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162BC675-83E2-46E3-8AFC-323D193066EF}"/>
              </a:ext>
            </a:extLst>
          </p:cNvPr>
          <p:cNvSpPr>
            <a:spLocks xmlns:a="http://schemas.openxmlformats.org/drawingml/2006/main" noGrp="1"/>
          </p:cNvSpPr>
          <p:nvPr/>
        </p:nvSpPr>
        <p:spPr>
          <a:xfrm xmlns:a="http://schemas.openxmlformats.org/drawingml/2006/main">
            <a:off x="457200" y="914400"/>
            <a:ext cx="1085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End-to-End Trust Orchestration</a:t>
            </a:r>
          </a:p>
        </p:txBody>
      </p:sp>
      <p:sp>
        <p:nvSpPr>
          <p:cNvPr id="7" name="scope-number-1">
            <a:extLst xmlns:a="http://schemas.openxmlformats.org/drawingml/2006/main">
              <a:ext uri="{FF2B5EF4-FFF2-40B4-BE49-F238E27FC236}">
                <a16:creationId xmlns:a16="http://schemas.microsoft.com/office/drawing/2014/main" id="{9CFDD0DE-B341-4588-862D-5335BF3E96CD}"/>
              </a:ext>
            </a:extLst>
          </p:cNvPr>
          <p:cNvSpPr>
            <a:spLocks xmlns:a="http://schemas.openxmlformats.org/drawingml/2006/main" noGrp="1"/>
          </p:cNvSpPr>
          <p:nvPr/>
        </p:nvSpPr>
        <p:spPr>
          <a:xfrm xmlns:a="http://schemas.openxmlformats.org/drawingml/2006/main">
            <a:off x="457200" y="2076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01</a:t>
            </a:r>
          </a:p>
        </p:txBody>
      </p:sp>
      <p:sp>
        <p:nvSpPr>
          <p:cNvPr id="8" name="scope-title-1">
            <a:extLst xmlns:a="http://schemas.openxmlformats.org/drawingml/2006/main">
              <a:ext uri="{FF2B5EF4-FFF2-40B4-BE49-F238E27FC236}">
                <a16:creationId xmlns:a16="http://schemas.microsoft.com/office/drawing/2014/main" id="{452115E7-FDE8-4FB7-A4F0-238302094B78}"/>
              </a:ext>
            </a:extLst>
          </p:cNvPr>
          <p:cNvSpPr>
            <a:spLocks xmlns:a="http://schemas.openxmlformats.org/drawingml/2006/main" noGrp="1"/>
          </p:cNvSpPr>
          <p:nvPr/>
        </p:nvSpPr>
        <p:spPr>
          <a:xfrm xmlns:a="http://schemas.openxmlformats.org/drawingml/2006/main">
            <a:off x="1085850" y="20383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latin typeface="Mulish"/>
                <a:ea typeface="Mulish"/>
                <a:cs typeface="Mulish"/>
              </a:defRPr>
            </a:pPr>
            <a:r>
              <a:rPr sz="1575" b="1">
                <a:solidFill>
                  <a:srgbClr val="FFFFFF"/>
                </a:solidFill>
                <a:latin typeface="Mulish"/>
                <a:ea typeface="Mulish"/>
                <a:cs typeface="Mulish"/>
              </a:rPr>
              <a:t>Content &amp; Collaboration</a:t>
            </a:r>
          </a:p>
        </p:txBody>
      </p:sp>
      <p:sp>
        <p:nvSpPr>
          <p:cNvPr id="9" name="scope-body-1">
            <a:extLst xmlns:a="http://schemas.openxmlformats.org/drawingml/2006/main">
              <a:ext uri="{FF2B5EF4-FFF2-40B4-BE49-F238E27FC236}">
                <a16:creationId xmlns:a16="http://schemas.microsoft.com/office/drawing/2014/main" id="{C52AB494-CB94-486B-9C80-F634F1CE8DAC}"/>
              </a:ext>
            </a:extLst>
          </p:cNvPr>
          <p:cNvSpPr>
            <a:spLocks xmlns:a="http://schemas.openxmlformats.org/drawingml/2006/main" noGrp="1"/>
          </p:cNvSpPr>
          <p:nvPr/>
        </p:nvSpPr>
        <p:spPr>
          <a:xfrm xmlns:a="http://schemas.openxmlformats.org/drawingml/2006/main">
            <a:off x="1085850" y="243840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D8C9FF"/>
                </a:solidFill>
                <a:latin typeface="Mulish"/>
                <a:ea typeface="Mulish"/>
                <a:cs typeface="Mulish"/>
              </a:defRPr>
            </a:pPr>
            <a:r>
              <a:rPr sz="1313" b="0">
                <a:solidFill>
                  <a:srgbClr val="D8C9FF"/>
                </a:solidFill>
                <a:latin typeface="Mulish"/>
                <a:ea typeface="Mulish"/>
                <a:cs typeface="Mulish"/>
              </a:rPr>
              <a:t>Create · Prepare · Collaborate · Review</a:t>
            </a:r>
          </a:p>
        </p:txBody>
      </p:sp>
      <p:sp>
        <p:nvSpPr>
          <p:cNvPr id="10" name="scope-rule-1">
            <a:extLst xmlns:a="http://schemas.openxmlformats.org/drawingml/2006/main">
              <a:ext uri="{FF2B5EF4-FFF2-40B4-BE49-F238E27FC236}">
                <a16:creationId xmlns:a16="http://schemas.microsoft.com/office/drawing/2014/main" id="{C84EEC01-EA76-482B-BBCD-0FB5F8923A45}"/>
              </a:ext>
            </a:extLst>
          </p:cNvPr>
          <p:cNvSpPr>
            <a:spLocks xmlns:a="http://schemas.openxmlformats.org/drawingml/2006/main" noGrp="1"/>
          </p:cNvSpPr>
          <p:nvPr/>
        </p:nvSpPr>
        <p:spPr>
          <a:xfrm xmlns:a="http://schemas.openxmlformats.org/drawingml/2006/main">
            <a:off x="457200" y="2952750"/>
            <a:ext cx="51435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1" name="scope-number-2">
            <a:extLst xmlns:a="http://schemas.openxmlformats.org/drawingml/2006/main">
              <a:ext uri="{FF2B5EF4-FFF2-40B4-BE49-F238E27FC236}">
                <a16:creationId xmlns:a16="http://schemas.microsoft.com/office/drawing/2014/main" id="{A3E2C44C-868D-4266-AF5D-C0B58C630C05}"/>
              </a:ext>
            </a:extLst>
          </p:cNvPr>
          <p:cNvSpPr>
            <a:spLocks xmlns:a="http://schemas.openxmlformats.org/drawingml/2006/main" noGrp="1"/>
          </p:cNvSpPr>
          <p:nvPr/>
        </p:nvSpPr>
        <p:spPr>
          <a:xfrm xmlns:a="http://schemas.openxmlformats.org/drawingml/2006/main">
            <a:off x="6096000" y="2076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02</a:t>
            </a:r>
          </a:p>
        </p:txBody>
      </p:sp>
      <p:sp>
        <p:nvSpPr>
          <p:cNvPr id="12" name="scope-title-2">
            <a:extLst xmlns:a="http://schemas.openxmlformats.org/drawingml/2006/main">
              <a:ext uri="{FF2B5EF4-FFF2-40B4-BE49-F238E27FC236}">
                <a16:creationId xmlns:a16="http://schemas.microsoft.com/office/drawing/2014/main" id="{B24137C5-D088-406B-B9F5-1971B57194EF}"/>
              </a:ext>
            </a:extLst>
          </p:cNvPr>
          <p:cNvSpPr>
            <a:spLocks xmlns:a="http://schemas.openxmlformats.org/drawingml/2006/main" noGrp="1"/>
          </p:cNvSpPr>
          <p:nvPr/>
        </p:nvSpPr>
        <p:spPr>
          <a:xfrm xmlns:a="http://schemas.openxmlformats.org/drawingml/2006/main">
            <a:off x="6724650" y="20383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latin typeface="Mulish"/>
                <a:ea typeface="Mulish"/>
                <a:cs typeface="Mulish"/>
              </a:defRPr>
            </a:pPr>
            <a:r>
              <a:rPr sz="1575" b="1">
                <a:solidFill>
                  <a:srgbClr val="FFFFFF"/>
                </a:solidFill>
                <a:latin typeface="Mulish"/>
                <a:ea typeface="Mulish"/>
                <a:cs typeface="Mulish"/>
              </a:rPr>
              <a:t>Identity &amp; Authority</a:t>
            </a:r>
          </a:p>
        </p:txBody>
      </p:sp>
      <p:sp>
        <p:nvSpPr>
          <p:cNvPr id="13" name="scope-body-2">
            <a:extLst xmlns:a="http://schemas.openxmlformats.org/drawingml/2006/main">
              <a:ext uri="{FF2B5EF4-FFF2-40B4-BE49-F238E27FC236}">
                <a16:creationId xmlns:a16="http://schemas.microsoft.com/office/drawing/2014/main" id="{F1EFF61A-5E31-4CEE-A7B1-698842AAB205}"/>
              </a:ext>
            </a:extLst>
          </p:cNvPr>
          <p:cNvSpPr>
            <a:spLocks xmlns:a="http://schemas.openxmlformats.org/drawingml/2006/main" noGrp="1"/>
          </p:cNvSpPr>
          <p:nvPr/>
        </p:nvSpPr>
        <p:spPr>
          <a:xfrm xmlns:a="http://schemas.openxmlformats.org/drawingml/2006/main">
            <a:off x="6724650" y="243840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D8C9FF"/>
                </a:solidFill>
                <a:latin typeface="Mulish"/>
                <a:ea typeface="Mulish"/>
                <a:cs typeface="Mulish"/>
              </a:defRPr>
            </a:pPr>
            <a:r>
              <a:rPr sz="1313" b="0">
                <a:solidFill>
                  <a:srgbClr val="D8C9FF"/>
                </a:solidFill>
                <a:latin typeface="Mulish"/>
                <a:ea typeface="Mulish"/>
                <a:cs typeface="Mulish"/>
              </a:rPr>
              <a:t>Identify · Represent · Authorize</a:t>
            </a:r>
          </a:p>
        </p:txBody>
      </p:sp>
      <p:sp>
        <p:nvSpPr>
          <p:cNvPr id="14" name="scope-rule-2">
            <a:extLst xmlns:a="http://schemas.openxmlformats.org/drawingml/2006/main">
              <a:ext uri="{FF2B5EF4-FFF2-40B4-BE49-F238E27FC236}">
                <a16:creationId xmlns:a16="http://schemas.microsoft.com/office/drawing/2014/main" id="{7B4F25AF-D389-491A-A89F-10A7A3B564CF}"/>
              </a:ext>
            </a:extLst>
          </p:cNvPr>
          <p:cNvSpPr>
            <a:spLocks xmlns:a="http://schemas.openxmlformats.org/drawingml/2006/main" noGrp="1"/>
          </p:cNvSpPr>
          <p:nvPr/>
        </p:nvSpPr>
        <p:spPr>
          <a:xfrm xmlns:a="http://schemas.openxmlformats.org/drawingml/2006/main">
            <a:off x="6096000" y="2952750"/>
            <a:ext cx="51435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5" name="scope-number-3">
            <a:extLst xmlns:a="http://schemas.openxmlformats.org/drawingml/2006/main">
              <a:ext uri="{FF2B5EF4-FFF2-40B4-BE49-F238E27FC236}">
                <a16:creationId xmlns:a16="http://schemas.microsoft.com/office/drawing/2014/main" id="{A7BEAA1D-01D3-4F89-9950-BE839CA170A1}"/>
              </a:ext>
            </a:extLst>
          </p:cNvPr>
          <p:cNvSpPr>
            <a:spLocks xmlns:a="http://schemas.openxmlformats.org/drawingml/2006/main" noGrp="1"/>
          </p:cNvSpPr>
          <p:nvPr/>
        </p:nvSpPr>
        <p:spPr>
          <a:xfrm xmlns:a="http://schemas.openxmlformats.org/drawingml/2006/main">
            <a:off x="457200" y="32004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03</a:t>
            </a:r>
          </a:p>
        </p:txBody>
      </p:sp>
      <p:sp>
        <p:nvSpPr>
          <p:cNvPr id="16" name="scope-title-3">
            <a:extLst xmlns:a="http://schemas.openxmlformats.org/drawingml/2006/main">
              <a:ext uri="{FF2B5EF4-FFF2-40B4-BE49-F238E27FC236}">
                <a16:creationId xmlns:a16="http://schemas.microsoft.com/office/drawing/2014/main" id="{BBA49ED6-E7B9-49EC-A5DB-5AB2C6CEEAC3}"/>
              </a:ext>
            </a:extLst>
          </p:cNvPr>
          <p:cNvSpPr>
            <a:spLocks xmlns:a="http://schemas.openxmlformats.org/drawingml/2006/main" noGrp="1"/>
          </p:cNvSpPr>
          <p:nvPr/>
        </p:nvSpPr>
        <p:spPr>
          <a:xfrm xmlns:a="http://schemas.openxmlformats.org/drawingml/2006/main">
            <a:off x="1085850" y="31623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latin typeface="Mulish"/>
                <a:ea typeface="Mulish"/>
                <a:cs typeface="Mulish"/>
              </a:defRPr>
            </a:pPr>
            <a:r>
              <a:rPr sz="1575" b="1">
                <a:solidFill>
                  <a:srgbClr val="FFFFFF"/>
                </a:solidFill>
                <a:latin typeface="Mulish"/>
                <a:ea typeface="Mulish"/>
                <a:cs typeface="Mulish"/>
              </a:rPr>
              <a:t>Workflow &amp; Approval</a:t>
            </a:r>
          </a:p>
        </p:txBody>
      </p:sp>
      <p:sp>
        <p:nvSpPr>
          <p:cNvPr id="17" name="scope-body-3">
            <a:extLst xmlns:a="http://schemas.openxmlformats.org/drawingml/2006/main">
              <a:ext uri="{FF2B5EF4-FFF2-40B4-BE49-F238E27FC236}">
                <a16:creationId xmlns:a16="http://schemas.microsoft.com/office/drawing/2014/main" id="{C577F49F-B02A-4553-9C9F-C03FD394623A}"/>
              </a:ext>
            </a:extLst>
          </p:cNvPr>
          <p:cNvSpPr>
            <a:spLocks xmlns:a="http://schemas.openxmlformats.org/drawingml/2006/main" noGrp="1"/>
          </p:cNvSpPr>
          <p:nvPr/>
        </p:nvSpPr>
        <p:spPr>
          <a:xfrm xmlns:a="http://schemas.openxmlformats.org/drawingml/2006/main">
            <a:off x="1085850" y="356235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D8C9FF"/>
                </a:solidFill>
                <a:latin typeface="Mulish"/>
                <a:ea typeface="Mulish"/>
                <a:cs typeface="Mulish"/>
              </a:defRPr>
            </a:pPr>
            <a:r>
              <a:rPr sz="1313" b="0">
                <a:solidFill>
                  <a:srgbClr val="D8C9FF"/>
                </a:solidFill>
                <a:latin typeface="Mulish"/>
                <a:ea typeface="Mulish"/>
                <a:cs typeface="Mulish"/>
              </a:rPr>
              <a:t>Route · Review · Decide · Approve</a:t>
            </a:r>
          </a:p>
        </p:txBody>
      </p:sp>
      <p:sp>
        <p:nvSpPr>
          <p:cNvPr id="18" name="scope-rule-3">
            <a:extLst xmlns:a="http://schemas.openxmlformats.org/drawingml/2006/main">
              <a:ext uri="{FF2B5EF4-FFF2-40B4-BE49-F238E27FC236}">
                <a16:creationId xmlns:a16="http://schemas.microsoft.com/office/drawing/2014/main" id="{855A29B0-2B67-4EEA-B406-079B2BEA8B0E}"/>
              </a:ext>
            </a:extLst>
          </p:cNvPr>
          <p:cNvSpPr>
            <a:spLocks xmlns:a="http://schemas.openxmlformats.org/drawingml/2006/main" noGrp="1"/>
          </p:cNvSpPr>
          <p:nvPr/>
        </p:nvSpPr>
        <p:spPr>
          <a:xfrm xmlns:a="http://schemas.openxmlformats.org/drawingml/2006/main">
            <a:off x="457200" y="4076700"/>
            <a:ext cx="51435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9" name="scope-number-4">
            <a:extLst xmlns:a="http://schemas.openxmlformats.org/drawingml/2006/main">
              <a:ext uri="{FF2B5EF4-FFF2-40B4-BE49-F238E27FC236}">
                <a16:creationId xmlns:a16="http://schemas.microsoft.com/office/drawing/2014/main" id="{B3794A02-48F3-4088-85A6-355BD7D58854}"/>
              </a:ext>
            </a:extLst>
          </p:cNvPr>
          <p:cNvSpPr>
            <a:spLocks xmlns:a="http://schemas.openxmlformats.org/drawingml/2006/main" noGrp="1"/>
          </p:cNvSpPr>
          <p:nvPr/>
        </p:nvSpPr>
        <p:spPr>
          <a:xfrm xmlns:a="http://schemas.openxmlformats.org/drawingml/2006/main">
            <a:off x="6096000" y="32004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04</a:t>
            </a:r>
          </a:p>
        </p:txBody>
      </p:sp>
      <p:sp>
        <p:nvSpPr>
          <p:cNvPr id="20" name="scope-title-4">
            <a:extLst xmlns:a="http://schemas.openxmlformats.org/drawingml/2006/main">
              <a:ext uri="{FF2B5EF4-FFF2-40B4-BE49-F238E27FC236}">
                <a16:creationId xmlns:a16="http://schemas.microsoft.com/office/drawing/2014/main" id="{1C1E3824-2B9E-4128-81AC-FD53B855FC63}"/>
              </a:ext>
            </a:extLst>
          </p:cNvPr>
          <p:cNvSpPr>
            <a:spLocks xmlns:a="http://schemas.openxmlformats.org/drawingml/2006/main" noGrp="1"/>
          </p:cNvSpPr>
          <p:nvPr/>
        </p:nvSpPr>
        <p:spPr>
          <a:xfrm xmlns:a="http://schemas.openxmlformats.org/drawingml/2006/main">
            <a:off x="6724650" y="31623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latin typeface="Mulish"/>
                <a:ea typeface="Mulish"/>
                <a:cs typeface="Mulish"/>
              </a:defRPr>
            </a:pPr>
            <a:r>
              <a:rPr sz="1575" b="1">
                <a:solidFill>
                  <a:srgbClr val="FFFFFF"/>
                </a:solidFill>
                <a:latin typeface="Mulish"/>
                <a:ea typeface="Mulish"/>
                <a:cs typeface="Mulish"/>
              </a:rPr>
              <a:t>Trust Services</a:t>
            </a:r>
          </a:p>
        </p:txBody>
      </p:sp>
      <p:sp>
        <p:nvSpPr>
          <p:cNvPr id="21" name="scope-body-4">
            <a:extLst xmlns:a="http://schemas.openxmlformats.org/drawingml/2006/main">
              <a:ext uri="{FF2B5EF4-FFF2-40B4-BE49-F238E27FC236}">
                <a16:creationId xmlns:a16="http://schemas.microsoft.com/office/drawing/2014/main" id="{22698A9D-2A8A-4B26-B498-00F454114F91}"/>
              </a:ext>
            </a:extLst>
          </p:cNvPr>
          <p:cNvSpPr>
            <a:spLocks xmlns:a="http://schemas.openxmlformats.org/drawingml/2006/main" noGrp="1"/>
          </p:cNvSpPr>
          <p:nvPr/>
        </p:nvSpPr>
        <p:spPr>
          <a:xfrm xmlns:a="http://schemas.openxmlformats.org/drawingml/2006/main">
            <a:off x="6724650" y="356235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D8C9FF"/>
                </a:solidFill>
                <a:latin typeface="Mulish"/>
                <a:ea typeface="Mulish"/>
                <a:cs typeface="Mulish"/>
              </a:defRPr>
            </a:pPr>
            <a:r>
              <a:rPr sz="1313" b="0">
                <a:solidFill>
                  <a:srgbClr val="D8C9FF"/>
                </a:solidFill>
                <a:latin typeface="Mulish"/>
                <a:ea typeface="Mulish"/>
                <a:cs typeface="Mulish"/>
              </a:rPr>
              <a:t>Verify · Sign · Seal · Timestamp</a:t>
            </a:r>
          </a:p>
        </p:txBody>
      </p:sp>
      <p:sp>
        <p:nvSpPr>
          <p:cNvPr id="22" name="scope-rule-4">
            <a:extLst xmlns:a="http://schemas.openxmlformats.org/drawingml/2006/main">
              <a:ext uri="{FF2B5EF4-FFF2-40B4-BE49-F238E27FC236}">
                <a16:creationId xmlns:a16="http://schemas.microsoft.com/office/drawing/2014/main" id="{E27B8554-A3EC-420B-B484-01B00B4A43A6}"/>
              </a:ext>
            </a:extLst>
          </p:cNvPr>
          <p:cNvSpPr>
            <a:spLocks xmlns:a="http://schemas.openxmlformats.org/drawingml/2006/main" noGrp="1"/>
          </p:cNvSpPr>
          <p:nvPr/>
        </p:nvSpPr>
        <p:spPr>
          <a:xfrm xmlns:a="http://schemas.openxmlformats.org/drawingml/2006/main">
            <a:off x="6096000" y="4076700"/>
            <a:ext cx="51435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23" name="scope-number-5">
            <a:extLst xmlns:a="http://schemas.openxmlformats.org/drawingml/2006/main">
              <a:ext uri="{FF2B5EF4-FFF2-40B4-BE49-F238E27FC236}">
                <a16:creationId xmlns:a16="http://schemas.microsoft.com/office/drawing/2014/main" id="{C909B522-B1B3-4F6E-98CC-3365BA9AFCD1}"/>
              </a:ext>
            </a:extLst>
          </p:cNvPr>
          <p:cNvSpPr>
            <a:spLocks xmlns:a="http://schemas.openxmlformats.org/drawingml/2006/main" noGrp="1"/>
          </p:cNvSpPr>
          <p:nvPr/>
        </p:nvSpPr>
        <p:spPr>
          <a:xfrm xmlns:a="http://schemas.openxmlformats.org/drawingml/2006/main">
            <a:off x="457200" y="4324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05</a:t>
            </a:r>
          </a:p>
        </p:txBody>
      </p:sp>
      <p:sp>
        <p:nvSpPr>
          <p:cNvPr id="24" name="scope-title-5">
            <a:extLst xmlns:a="http://schemas.openxmlformats.org/drawingml/2006/main">
              <a:ext uri="{FF2B5EF4-FFF2-40B4-BE49-F238E27FC236}">
                <a16:creationId xmlns:a16="http://schemas.microsoft.com/office/drawing/2014/main" id="{19CA7EE8-49F0-4F53-8552-1ED5B22B7C26}"/>
              </a:ext>
            </a:extLst>
          </p:cNvPr>
          <p:cNvSpPr>
            <a:spLocks xmlns:a="http://schemas.openxmlformats.org/drawingml/2006/main" noGrp="1"/>
          </p:cNvSpPr>
          <p:nvPr/>
        </p:nvSpPr>
        <p:spPr>
          <a:xfrm xmlns:a="http://schemas.openxmlformats.org/drawingml/2006/main">
            <a:off x="1085850" y="4286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latin typeface="Mulish"/>
                <a:ea typeface="Mulish"/>
                <a:cs typeface="Mulish"/>
              </a:defRPr>
            </a:pPr>
            <a:r>
              <a:rPr sz="1575" b="1">
                <a:solidFill>
                  <a:srgbClr val="FFFFFF"/>
                </a:solidFill>
                <a:latin typeface="Mulish"/>
                <a:ea typeface="Mulish"/>
                <a:cs typeface="Mulish"/>
              </a:rPr>
              <a:t>Evidence &amp; Trusted Records</a:t>
            </a:r>
          </a:p>
        </p:txBody>
      </p:sp>
      <p:sp>
        <p:nvSpPr>
          <p:cNvPr id="25" name="scope-body-5">
            <a:extLst xmlns:a="http://schemas.openxmlformats.org/drawingml/2006/main">
              <a:ext uri="{FF2B5EF4-FFF2-40B4-BE49-F238E27FC236}">
                <a16:creationId xmlns:a16="http://schemas.microsoft.com/office/drawing/2014/main" id="{121BD0DF-45E6-445C-BFE9-BF6E4BE73B21}"/>
              </a:ext>
            </a:extLst>
          </p:cNvPr>
          <p:cNvSpPr>
            <a:spLocks xmlns:a="http://schemas.openxmlformats.org/drawingml/2006/main" noGrp="1"/>
          </p:cNvSpPr>
          <p:nvPr/>
        </p:nvSpPr>
        <p:spPr>
          <a:xfrm xmlns:a="http://schemas.openxmlformats.org/drawingml/2006/main">
            <a:off x="1085850" y="468630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D8C9FF"/>
                </a:solidFill>
                <a:latin typeface="Mulish"/>
                <a:ea typeface="Mulish"/>
                <a:cs typeface="Mulish"/>
              </a:defRPr>
            </a:pPr>
            <a:r>
              <a:rPr sz="1313" b="0">
                <a:solidFill>
                  <a:srgbClr val="D8C9FF"/>
                </a:solidFill>
                <a:latin typeface="Mulish"/>
                <a:ea typeface="Mulish"/>
                <a:cs typeface="Mulish"/>
              </a:rPr>
              <a:t>Evidence · Audit · Archive · Retrieve</a:t>
            </a:r>
          </a:p>
        </p:txBody>
      </p:sp>
      <p:sp>
        <p:nvSpPr>
          <p:cNvPr id="26" name="scope-rule-5">
            <a:extLst xmlns:a="http://schemas.openxmlformats.org/drawingml/2006/main">
              <a:ext uri="{FF2B5EF4-FFF2-40B4-BE49-F238E27FC236}">
                <a16:creationId xmlns:a16="http://schemas.microsoft.com/office/drawing/2014/main" id="{0C311EE5-2F09-447C-93FE-7B0E040C8229}"/>
              </a:ext>
            </a:extLst>
          </p:cNvPr>
          <p:cNvSpPr>
            <a:spLocks xmlns:a="http://schemas.openxmlformats.org/drawingml/2006/main" noGrp="1"/>
          </p:cNvSpPr>
          <p:nvPr/>
        </p:nvSpPr>
        <p:spPr>
          <a:xfrm xmlns:a="http://schemas.openxmlformats.org/drawingml/2006/main">
            <a:off x="457200" y="5200650"/>
            <a:ext cx="51435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27" name="scope-number-6">
            <a:extLst xmlns:a="http://schemas.openxmlformats.org/drawingml/2006/main">
              <a:ext uri="{FF2B5EF4-FFF2-40B4-BE49-F238E27FC236}">
                <a16:creationId xmlns:a16="http://schemas.microsoft.com/office/drawing/2014/main" id="{8E5BF0ED-C527-4357-AD15-421926B38DC0}"/>
              </a:ext>
            </a:extLst>
          </p:cNvPr>
          <p:cNvSpPr>
            <a:spLocks xmlns:a="http://schemas.openxmlformats.org/drawingml/2006/main" noGrp="1"/>
          </p:cNvSpPr>
          <p:nvPr/>
        </p:nvSpPr>
        <p:spPr>
          <a:xfrm xmlns:a="http://schemas.openxmlformats.org/drawingml/2006/main">
            <a:off x="6096000" y="4324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06</a:t>
            </a:r>
          </a:p>
        </p:txBody>
      </p:sp>
      <p:sp>
        <p:nvSpPr>
          <p:cNvPr id="28" name="scope-title-6">
            <a:extLst xmlns:a="http://schemas.openxmlformats.org/drawingml/2006/main">
              <a:ext uri="{FF2B5EF4-FFF2-40B4-BE49-F238E27FC236}">
                <a16:creationId xmlns:a16="http://schemas.microsoft.com/office/drawing/2014/main" id="{45E79E7D-23A4-406B-89CE-37D6BE3B67BD}"/>
              </a:ext>
            </a:extLst>
          </p:cNvPr>
          <p:cNvSpPr>
            <a:spLocks xmlns:a="http://schemas.openxmlformats.org/drawingml/2006/main" noGrp="1"/>
          </p:cNvSpPr>
          <p:nvPr/>
        </p:nvSpPr>
        <p:spPr>
          <a:xfrm xmlns:a="http://schemas.openxmlformats.org/drawingml/2006/main">
            <a:off x="6724650" y="4286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latin typeface="Mulish"/>
                <a:ea typeface="Mulish"/>
                <a:cs typeface="Mulish"/>
              </a:defRPr>
            </a:pPr>
            <a:r>
              <a:rPr sz="1575" b="1">
                <a:solidFill>
                  <a:srgbClr val="FFFFFF"/>
                </a:solidFill>
                <a:latin typeface="Mulish"/>
                <a:ea typeface="Mulish"/>
                <a:cs typeface="Mulish"/>
              </a:rPr>
              <a:t>Programmable Trust</a:t>
            </a:r>
          </a:p>
        </p:txBody>
      </p:sp>
      <p:sp>
        <p:nvSpPr>
          <p:cNvPr id="29" name="scope-body-6">
            <a:extLst xmlns:a="http://schemas.openxmlformats.org/drawingml/2006/main">
              <a:ext uri="{FF2B5EF4-FFF2-40B4-BE49-F238E27FC236}">
                <a16:creationId xmlns:a16="http://schemas.microsoft.com/office/drawing/2014/main" id="{1746AB7D-91EF-4244-B92F-0E241106166F}"/>
              </a:ext>
            </a:extLst>
          </p:cNvPr>
          <p:cNvSpPr>
            <a:spLocks xmlns:a="http://schemas.openxmlformats.org/drawingml/2006/main" noGrp="1"/>
          </p:cNvSpPr>
          <p:nvPr/>
        </p:nvSpPr>
        <p:spPr>
          <a:xfrm xmlns:a="http://schemas.openxmlformats.org/drawingml/2006/main">
            <a:off x="6724650" y="468630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D8C9FF"/>
                </a:solidFill>
                <a:latin typeface="Mulish"/>
                <a:ea typeface="Mulish"/>
                <a:cs typeface="Mulish"/>
              </a:defRPr>
            </a:pPr>
            <a:r>
              <a:rPr sz="1313" b="0">
                <a:solidFill>
                  <a:srgbClr val="D8C9FF"/>
                </a:solidFill>
                <a:latin typeface="Mulish"/>
                <a:ea typeface="Mulish"/>
                <a:cs typeface="Mulish"/>
              </a:rPr>
              <a:t>Unified Trust API · Integrations · Automation · Agentic Execution</a:t>
            </a:r>
          </a:p>
        </p:txBody>
      </p:sp>
      <p:sp>
        <p:nvSpPr>
          <p:cNvPr id="30" name="scope-rule-6">
            <a:extLst xmlns:a="http://schemas.openxmlformats.org/drawingml/2006/main">
              <a:ext uri="{FF2B5EF4-FFF2-40B4-BE49-F238E27FC236}">
                <a16:creationId xmlns:a16="http://schemas.microsoft.com/office/drawing/2014/main" id="{9B66B556-AF36-4980-A447-5B7440277A99}"/>
              </a:ext>
            </a:extLst>
          </p:cNvPr>
          <p:cNvSpPr>
            <a:spLocks xmlns:a="http://schemas.openxmlformats.org/drawingml/2006/main" noGrp="1"/>
          </p:cNvSpPr>
          <p:nvPr/>
        </p:nvSpPr>
        <p:spPr>
          <a:xfrm xmlns:a="http://schemas.openxmlformats.org/drawingml/2006/main">
            <a:off x="6096000" y="5200650"/>
            <a:ext cx="51435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31" name="takeaway-rule">
            <a:extLst xmlns:a="http://schemas.openxmlformats.org/drawingml/2006/main">
              <a:ext uri="{FF2B5EF4-FFF2-40B4-BE49-F238E27FC236}">
                <a16:creationId xmlns:a16="http://schemas.microsoft.com/office/drawing/2014/main" id="{5DC2CAF5-B19A-4EAF-B219-62F0360C8FAB}"/>
              </a:ext>
            </a:extLst>
          </p:cNvPr>
          <p:cNvSpPr>
            <a:spLocks xmlns:a="http://schemas.openxmlformats.org/drawingml/2006/main" noGrp="1"/>
          </p:cNvSpPr>
          <p:nvPr/>
        </p:nvSpPr>
        <p:spPr>
          <a:xfrm xmlns:a="http://schemas.openxmlformats.org/drawingml/2006/main">
            <a:off x="457200" y="5619750"/>
            <a:ext cx="1809750" cy="28575"/>
          </a:xfrm>
          <a:prstGeom xmlns:a="http://schemas.openxmlformats.org/drawingml/2006/main" prst="rect">
            <a:avLst/>
          </a:prstGeom>
          <a:solidFill xmlns:a="http://schemas.openxmlformats.org/drawingml/2006/main">
            <a:srgbClr val="C9AEFF"/>
          </a:solidFill>
          <a:ln xmlns:a="http://schemas.openxmlformats.org/drawingml/2006/main" w="0">
            <a:noFill/>
            <a:prstDash val="solid"/>
          </a:ln>
        </p:spPr>
      </p:sp>
      <p:sp>
        <p:nvSpPr>
          <p:cNvPr id="32" name="takeaway">
            <a:extLst xmlns:a="http://schemas.openxmlformats.org/drawingml/2006/main">
              <a:ext uri="{FF2B5EF4-FFF2-40B4-BE49-F238E27FC236}">
                <a16:creationId xmlns:a16="http://schemas.microsoft.com/office/drawing/2014/main" id="{5C686BB8-8EC3-4C11-886D-C3268CB33C56}"/>
              </a:ext>
            </a:extLst>
          </p:cNvPr>
          <p:cNvSpPr>
            <a:spLocks xmlns:a="http://schemas.openxmlformats.org/drawingml/2006/main" noGrp="1"/>
          </p:cNvSpPr>
          <p:nvPr/>
        </p:nvSpPr>
        <p:spPr>
          <a:xfrm xmlns:a="http://schemas.openxmlformats.org/drawingml/2006/main">
            <a:off x="457200" y="57721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latin typeface="Mulish"/>
                <a:ea typeface="Mulish"/>
                <a:cs typeface="Mulish"/>
              </a:defRPr>
            </a:pPr>
            <a:r>
              <a:rPr sz="1425" b="1">
                <a:solidFill>
                  <a:srgbClr val="FFFFFF"/>
                </a:solidFill>
                <a:latin typeface="Mulish"/>
                <a:ea typeface="Mulish"/>
                <a:cs typeface="Mulish"/>
              </a:rPr>
              <a:t>Circularo does not need to own every trust service. The value is in governing and orchestrating the complete outcome.</a:t>
            </a:r>
          </a:p>
        </p:txBody>
      </p:sp>
    </p:spTree>
    <p:extLst>
      <p:ext uri="{BB962C8B-B14F-4D97-AF65-F5344CB8AC3E}">
        <p14:creationId xmlns:p14="http://schemas.microsoft.com/office/powerpoint/2010/main" val="13561550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14e87d22e434948"/>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042191A8-1225-4520-9E23-2F123023567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signature-line">
            <a:extLst xmlns:a="http://schemas.openxmlformats.org/drawingml/2006/main">
              <a:ext uri="{FF2B5EF4-FFF2-40B4-BE49-F238E27FC236}">
                <a16:creationId xmlns:a16="http://schemas.microsoft.com/office/drawing/2014/main" id="{273846AB-65D9-4338-B6CA-CE7DF907FD5C}"/>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DB40F17B-48F3-4C53-95A1-3B757ED813F4}"/>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8329FAD7-A010-419C-96F8-251F844D5BD5}"/>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14838583-CCD4-4E0F-AA39-61E534E200C2}"/>
              </a:ext>
            </a:extLst>
          </p:cNvPr>
          <p:cNvSpPr>
            <a:spLocks xmlns:a="http://schemas.openxmlformats.org/drawingml/2006/main" noGrp="1"/>
          </p:cNvSpPr>
          <p:nvPr/>
        </p:nvSpPr>
        <p:spPr>
          <a:xfrm xmlns:a="http://schemas.openxmlformats.org/drawingml/2006/main">
            <a:off x="457200" y="914400"/>
            <a:ext cx="1066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Orchestrate, Don't Recreate</a:t>
            </a:r>
          </a:p>
        </p:txBody>
      </p:sp>
      <p:sp>
        <p:nvSpPr>
          <p:cNvPr id="7" name="ecosystem-core">
            <a:extLst xmlns:a="http://schemas.openxmlformats.org/drawingml/2006/main">
              <a:ext uri="{FF2B5EF4-FFF2-40B4-BE49-F238E27FC236}">
                <a16:creationId xmlns:a16="http://schemas.microsoft.com/office/drawing/2014/main" id="{749540E9-A2E2-43EE-AF52-391248BD0C70}"/>
              </a:ext>
            </a:extLst>
          </p:cNvPr>
          <p:cNvSpPr>
            <a:spLocks xmlns:a="http://schemas.openxmlformats.org/drawingml/2006/main" noGrp="1"/>
          </p:cNvSpPr>
          <p:nvPr/>
        </p:nvSpPr>
        <p:spPr>
          <a:xfrm xmlns:a="http://schemas.openxmlformats.org/drawingml/2006/main">
            <a:off x="457200" y="2076450"/>
            <a:ext cx="10782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0090"/>
                </a:solidFill>
                <a:latin typeface="Spartan"/>
                <a:ea typeface="Spartan"/>
                <a:cs typeface="Spartan"/>
              </a:defRPr>
            </a:pPr>
            <a:r>
              <a:rPr sz="2025" b="1">
                <a:solidFill>
                  <a:srgbClr val="1D0090"/>
                </a:solidFill>
                <a:latin typeface="Spartan"/>
                <a:ea typeface="Spartan"/>
                <a:cs typeface="Spartan"/>
              </a:rPr>
              <a:t>Circularo can combine its native capabilities with national, sovereign, enterprise and third-party trust infrastructure.</a:t>
            </a:r>
          </a:p>
        </p:txBody>
      </p:sp>
      <p:sp>
        <p:nvSpPr>
          <p:cNvPr id="8" name="examples-label">
            <a:extLst xmlns:a="http://schemas.openxmlformats.org/drawingml/2006/main">
              <a:ext uri="{FF2B5EF4-FFF2-40B4-BE49-F238E27FC236}">
                <a16:creationId xmlns:a16="http://schemas.microsoft.com/office/drawing/2014/main" id="{55ADEEB2-0792-44D4-BCEE-46F599F29269}"/>
              </a:ext>
            </a:extLst>
          </p:cNvPr>
          <p:cNvSpPr>
            <a:spLocks xmlns:a="http://schemas.openxmlformats.org/drawingml/2006/main" noGrp="1"/>
          </p:cNvSpPr>
          <p:nvPr/>
        </p:nvSpPr>
        <p:spPr>
          <a:xfrm xmlns:a="http://schemas.openxmlformats.org/drawingml/2006/main">
            <a:off x="457200" y="3105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000FF"/>
                </a:solidFill>
                <a:latin typeface="Mulish"/>
                <a:ea typeface="Mulish"/>
                <a:cs typeface="Mulish"/>
              </a:defRPr>
            </a:pPr>
            <a:r>
              <a:rPr sz="975" b="1">
                <a:solidFill>
                  <a:srgbClr val="7000FF"/>
                </a:solidFill>
                <a:latin typeface="Mulish"/>
                <a:ea typeface="Mulish"/>
                <a:cs typeface="Mulish"/>
              </a:rPr>
              <a:t>EXAMPLES OF UNDERLYING INFRASTRUCTURE</a:t>
            </a:r>
          </a:p>
        </p:txBody>
      </p:sp>
      <p:sp>
        <p:nvSpPr>
          <p:cNvPr id="9" name="ecosystem-mark-1">
            <a:extLst xmlns:a="http://schemas.openxmlformats.org/drawingml/2006/main">
              <a:ext uri="{FF2B5EF4-FFF2-40B4-BE49-F238E27FC236}">
                <a16:creationId xmlns:a16="http://schemas.microsoft.com/office/drawing/2014/main" id="{5130B5B9-5915-45A7-A5F3-452657252EAA}"/>
              </a:ext>
            </a:extLst>
          </p:cNvPr>
          <p:cNvSpPr>
            <a:spLocks xmlns:a="http://schemas.openxmlformats.org/drawingml/2006/main" noGrp="1"/>
          </p:cNvSpPr>
          <p:nvPr/>
        </p:nvSpPr>
        <p:spPr>
          <a:xfrm xmlns:a="http://schemas.openxmlformats.org/drawingml/2006/main">
            <a:off x="457200" y="364807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0" name="ecosystem-item-1">
            <a:extLst xmlns:a="http://schemas.openxmlformats.org/drawingml/2006/main">
              <a:ext uri="{FF2B5EF4-FFF2-40B4-BE49-F238E27FC236}">
                <a16:creationId xmlns:a16="http://schemas.microsoft.com/office/drawing/2014/main" id="{8D4D3BC1-BB14-4257-A6B2-FA2E52E22095}"/>
              </a:ext>
            </a:extLst>
          </p:cNvPr>
          <p:cNvSpPr>
            <a:spLocks xmlns:a="http://schemas.openxmlformats.org/drawingml/2006/main" noGrp="1"/>
          </p:cNvSpPr>
          <p:nvPr/>
        </p:nvSpPr>
        <p:spPr>
          <a:xfrm xmlns:a="http://schemas.openxmlformats.org/drawingml/2006/main">
            <a:off x="742950" y="3524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National Identity</a:t>
            </a:r>
          </a:p>
        </p:txBody>
      </p:sp>
      <p:sp>
        <p:nvSpPr>
          <p:cNvPr id="11" name="ecosystem-mark-2">
            <a:extLst xmlns:a="http://schemas.openxmlformats.org/drawingml/2006/main">
              <a:ext uri="{FF2B5EF4-FFF2-40B4-BE49-F238E27FC236}">
                <a16:creationId xmlns:a16="http://schemas.microsoft.com/office/drawing/2014/main" id="{48CFEEC7-72B1-4B30-B733-1E676FBC2CD6}"/>
              </a:ext>
            </a:extLst>
          </p:cNvPr>
          <p:cNvSpPr>
            <a:spLocks xmlns:a="http://schemas.openxmlformats.org/drawingml/2006/main" noGrp="1"/>
          </p:cNvSpPr>
          <p:nvPr/>
        </p:nvSpPr>
        <p:spPr>
          <a:xfrm xmlns:a="http://schemas.openxmlformats.org/drawingml/2006/main">
            <a:off x="4210050" y="364807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2" name="ecosystem-item-2">
            <a:extLst xmlns:a="http://schemas.openxmlformats.org/drawingml/2006/main">
              <a:ext uri="{FF2B5EF4-FFF2-40B4-BE49-F238E27FC236}">
                <a16:creationId xmlns:a16="http://schemas.microsoft.com/office/drawing/2014/main" id="{9D559BF7-2F2F-4B15-939A-FD50CC3F4864}"/>
              </a:ext>
            </a:extLst>
          </p:cNvPr>
          <p:cNvSpPr>
            <a:spLocks xmlns:a="http://schemas.openxmlformats.org/drawingml/2006/main" noGrp="1"/>
          </p:cNvSpPr>
          <p:nvPr/>
        </p:nvSpPr>
        <p:spPr>
          <a:xfrm xmlns:a="http://schemas.openxmlformats.org/drawingml/2006/main">
            <a:off x="4495800" y="3524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Enterprise IAM</a:t>
            </a:r>
          </a:p>
        </p:txBody>
      </p:sp>
      <p:sp>
        <p:nvSpPr>
          <p:cNvPr id="13" name="ecosystem-mark-3">
            <a:extLst xmlns:a="http://schemas.openxmlformats.org/drawingml/2006/main">
              <a:ext uri="{FF2B5EF4-FFF2-40B4-BE49-F238E27FC236}">
                <a16:creationId xmlns:a16="http://schemas.microsoft.com/office/drawing/2014/main" id="{13E139E5-0EDB-4B1C-87A0-BF916BFB4ECD}"/>
              </a:ext>
            </a:extLst>
          </p:cNvPr>
          <p:cNvSpPr>
            <a:spLocks xmlns:a="http://schemas.openxmlformats.org/drawingml/2006/main" noGrp="1"/>
          </p:cNvSpPr>
          <p:nvPr/>
        </p:nvSpPr>
        <p:spPr>
          <a:xfrm xmlns:a="http://schemas.openxmlformats.org/drawingml/2006/main">
            <a:off x="7962900" y="364807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4" name="ecosystem-item-3">
            <a:extLst xmlns:a="http://schemas.openxmlformats.org/drawingml/2006/main">
              <a:ext uri="{FF2B5EF4-FFF2-40B4-BE49-F238E27FC236}">
                <a16:creationId xmlns:a16="http://schemas.microsoft.com/office/drawing/2014/main" id="{C8BC5E74-F210-42F1-BBD5-A5F43325F2BA}"/>
              </a:ext>
            </a:extLst>
          </p:cNvPr>
          <p:cNvSpPr>
            <a:spLocks xmlns:a="http://schemas.openxmlformats.org/drawingml/2006/main" noGrp="1"/>
          </p:cNvSpPr>
          <p:nvPr/>
        </p:nvSpPr>
        <p:spPr>
          <a:xfrm xmlns:a="http://schemas.openxmlformats.org/drawingml/2006/main">
            <a:off x="8248650" y="3524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PKI</a:t>
            </a:r>
          </a:p>
        </p:txBody>
      </p:sp>
      <p:sp>
        <p:nvSpPr>
          <p:cNvPr id="15" name="ecosystem-mark-4">
            <a:extLst xmlns:a="http://schemas.openxmlformats.org/drawingml/2006/main">
              <a:ext uri="{FF2B5EF4-FFF2-40B4-BE49-F238E27FC236}">
                <a16:creationId xmlns:a16="http://schemas.microsoft.com/office/drawing/2014/main" id="{2E56F487-239B-4125-A4D6-1A51BC825E3B}"/>
              </a:ext>
            </a:extLst>
          </p:cNvPr>
          <p:cNvSpPr>
            <a:spLocks xmlns:a="http://schemas.openxmlformats.org/drawingml/2006/main" noGrp="1"/>
          </p:cNvSpPr>
          <p:nvPr/>
        </p:nvSpPr>
        <p:spPr>
          <a:xfrm xmlns:a="http://schemas.openxmlformats.org/drawingml/2006/main">
            <a:off x="457200" y="420052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6" name="ecosystem-item-4">
            <a:extLst xmlns:a="http://schemas.openxmlformats.org/drawingml/2006/main">
              <a:ext uri="{FF2B5EF4-FFF2-40B4-BE49-F238E27FC236}">
                <a16:creationId xmlns:a16="http://schemas.microsoft.com/office/drawing/2014/main" id="{926D4D9D-61A3-4CFC-AFAF-A682B157DD5D}"/>
              </a:ext>
            </a:extLst>
          </p:cNvPr>
          <p:cNvSpPr>
            <a:spLocks xmlns:a="http://schemas.openxmlformats.org/drawingml/2006/main" noGrp="1"/>
          </p:cNvSpPr>
          <p:nvPr/>
        </p:nvSpPr>
        <p:spPr>
          <a:xfrm xmlns:a="http://schemas.openxmlformats.org/drawingml/2006/main">
            <a:off x="742950" y="40767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Signatures</a:t>
            </a:r>
          </a:p>
        </p:txBody>
      </p:sp>
      <p:sp>
        <p:nvSpPr>
          <p:cNvPr id="17" name="ecosystem-mark-5">
            <a:extLst xmlns:a="http://schemas.openxmlformats.org/drawingml/2006/main">
              <a:ext uri="{FF2B5EF4-FFF2-40B4-BE49-F238E27FC236}">
                <a16:creationId xmlns:a16="http://schemas.microsoft.com/office/drawing/2014/main" id="{5B79D792-900C-4EFC-BAED-995BE1713697}"/>
              </a:ext>
            </a:extLst>
          </p:cNvPr>
          <p:cNvSpPr>
            <a:spLocks xmlns:a="http://schemas.openxmlformats.org/drawingml/2006/main" noGrp="1"/>
          </p:cNvSpPr>
          <p:nvPr/>
        </p:nvSpPr>
        <p:spPr>
          <a:xfrm xmlns:a="http://schemas.openxmlformats.org/drawingml/2006/main">
            <a:off x="4210050" y="420052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8" name="ecosystem-item-5">
            <a:extLst xmlns:a="http://schemas.openxmlformats.org/drawingml/2006/main">
              <a:ext uri="{FF2B5EF4-FFF2-40B4-BE49-F238E27FC236}">
                <a16:creationId xmlns:a16="http://schemas.microsoft.com/office/drawing/2014/main" id="{1C86E5C1-E58B-462D-8047-D279AA73A18C}"/>
              </a:ext>
            </a:extLst>
          </p:cNvPr>
          <p:cNvSpPr>
            <a:spLocks xmlns:a="http://schemas.openxmlformats.org/drawingml/2006/main" noGrp="1"/>
          </p:cNvSpPr>
          <p:nvPr/>
        </p:nvSpPr>
        <p:spPr>
          <a:xfrm xmlns:a="http://schemas.openxmlformats.org/drawingml/2006/main">
            <a:off x="4495800" y="40767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Seals</a:t>
            </a:r>
          </a:p>
        </p:txBody>
      </p:sp>
      <p:sp>
        <p:nvSpPr>
          <p:cNvPr id="19" name="ecosystem-mark-6">
            <a:extLst xmlns:a="http://schemas.openxmlformats.org/drawingml/2006/main">
              <a:ext uri="{FF2B5EF4-FFF2-40B4-BE49-F238E27FC236}">
                <a16:creationId xmlns:a16="http://schemas.microsoft.com/office/drawing/2014/main" id="{4D1C6F3D-3E04-4B69-BD4B-242C89EE2C8D}"/>
              </a:ext>
            </a:extLst>
          </p:cNvPr>
          <p:cNvSpPr>
            <a:spLocks xmlns:a="http://schemas.openxmlformats.org/drawingml/2006/main" noGrp="1"/>
          </p:cNvSpPr>
          <p:nvPr/>
        </p:nvSpPr>
        <p:spPr>
          <a:xfrm xmlns:a="http://schemas.openxmlformats.org/drawingml/2006/main">
            <a:off x="7962900" y="420052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20" name="ecosystem-item-6">
            <a:extLst xmlns:a="http://schemas.openxmlformats.org/drawingml/2006/main">
              <a:ext uri="{FF2B5EF4-FFF2-40B4-BE49-F238E27FC236}">
                <a16:creationId xmlns:a16="http://schemas.microsoft.com/office/drawing/2014/main" id="{7758BC6F-CE6A-40BE-A76F-2339CC77353C}"/>
              </a:ext>
            </a:extLst>
          </p:cNvPr>
          <p:cNvSpPr>
            <a:spLocks xmlns:a="http://schemas.openxmlformats.org/drawingml/2006/main" noGrp="1"/>
          </p:cNvSpPr>
          <p:nvPr/>
        </p:nvSpPr>
        <p:spPr>
          <a:xfrm xmlns:a="http://schemas.openxmlformats.org/drawingml/2006/main">
            <a:off x="8248650" y="40767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Timestamps</a:t>
            </a:r>
          </a:p>
        </p:txBody>
      </p:sp>
      <p:sp>
        <p:nvSpPr>
          <p:cNvPr id="21" name="ecosystem-mark-7">
            <a:extLst xmlns:a="http://schemas.openxmlformats.org/drawingml/2006/main">
              <a:ext uri="{FF2B5EF4-FFF2-40B4-BE49-F238E27FC236}">
                <a16:creationId xmlns:a16="http://schemas.microsoft.com/office/drawing/2014/main" id="{6AB1C4FE-32A4-40C7-BA32-9534D94BB78B}"/>
              </a:ext>
            </a:extLst>
          </p:cNvPr>
          <p:cNvSpPr>
            <a:spLocks xmlns:a="http://schemas.openxmlformats.org/drawingml/2006/main" noGrp="1"/>
          </p:cNvSpPr>
          <p:nvPr/>
        </p:nvSpPr>
        <p:spPr>
          <a:xfrm xmlns:a="http://schemas.openxmlformats.org/drawingml/2006/main">
            <a:off x="457200" y="475297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22" name="ecosystem-item-7">
            <a:extLst xmlns:a="http://schemas.openxmlformats.org/drawingml/2006/main">
              <a:ext uri="{FF2B5EF4-FFF2-40B4-BE49-F238E27FC236}">
                <a16:creationId xmlns:a16="http://schemas.microsoft.com/office/drawing/2014/main" id="{731BE249-E6A1-4A32-B814-FD28D499A7E1}"/>
              </a:ext>
            </a:extLst>
          </p:cNvPr>
          <p:cNvSpPr>
            <a:spLocks xmlns:a="http://schemas.openxmlformats.org/drawingml/2006/main" noGrp="1"/>
          </p:cNvSpPr>
          <p:nvPr/>
        </p:nvSpPr>
        <p:spPr>
          <a:xfrm xmlns:a="http://schemas.openxmlformats.org/drawingml/2006/main">
            <a:off x="742950" y="46291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Qualified Trust Services</a:t>
            </a:r>
          </a:p>
        </p:txBody>
      </p:sp>
      <p:sp>
        <p:nvSpPr>
          <p:cNvPr id="23" name="ecosystem-mark-8">
            <a:extLst xmlns:a="http://schemas.openxmlformats.org/drawingml/2006/main">
              <a:ext uri="{FF2B5EF4-FFF2-40B4-BE49-F238E27FC236}">
                <a16:creationId xmlns:a16="http://schemas.microsoft.com/office/drawing/2014/main" id="{645FA075-9EF9-4AB3-9C91-7172897C24AE}"/>
              </a:ext>
            </a:extLst>
          </p:cNvPr>
          <p:cNvSpPr>
            <a:spLocks xmlns:a="http://schemas.openxmlformats.org/drawingml/2006/main" noGrp="1"/>
          </p:cNvSpPr>
          <p:nvPr/>
        </p:nvSpPr>
        <p:spPr>
          <a:xfrm xmlns:a="http://schemas.openxmlformats.org/drawingml/2006/main">
            <a:off x="4210050" y="475297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24" name="ecosystem-item-8">
            <a:extLst xmlns:a="http://schemas.openxmlformats.org/drawingml/2006/main">
              <a:ext uri="{FF2B5EF4-FFF2-40B4-BE49-F238E27FC236}">
                <a16:creationId xmlns:a16="http://schemas.microsoft.com/office/drawing/2014/main" id="{9D87A596-2607-441B-B65B-810E26FCFDBF}"/>
              </a:ext>
            </a:extLst>
          </p:cNvPr>
          <p:cNvSpPr>
            <a:spLocks xmlns:a="http://schemas.openxmlformats.org/drawingml/2006/main" noGrp="1"/>
          </p:cNvSpPr>
          <p:nvPr/>
        </p:nvSpPr>
        <p:spPr>
          <a:xfrm xmlns:a="http://schemas.openxmlformats.org/drawingml/2006/main">
            <a:off x="4495800" y="46291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Sovereign Cloud</a:t>
            </a:r>
          </a:p>
        </p:txBody>
      </p:sp>
      <p:sp>
        <p:nvSpPr>
          <p:cNvPr id="25" name="ecosystem-mark-9">
            <a:extLst xmlns:a="http://schemas.openxmlformats.org/drawingml/2006/main">
              <a:ext uri="{FF2B5EF4-FFF2-40B4-BE49-F238E27FC236}">
                <a16:creationId xmlns:a16="http://schemas.microsoft.com/office/drawing/2014/main" id="{9FF2E3BA-6E86-4E82-9440-4728567F3AF6}"/>
              </a:ext>
            </a:extLst>
          </p:cNvPr>
          <p:cNvSpPr>
            <a:spLocks xmlns:a="http://schemas.openxmlformats.org/drawingml/2006/main" noGrp="1"/>
          </p:cNvSpPr>
          <p:nvPr/>
        </p:nvSpPr>
        <p:spPr>
          <a:xfrm xmlns:a="http://schemas.openxmlformats.org/drawingml/2006/main">
            <a:off x="7962900" y="4752975"/>
            <a:ext cx="1714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26" name="ecosystem-item-9">
            <a:extLst xmlns:a="http://schemas.openxmlformats.org/drawingml/2006/main">
              <a:ext uri="{FF2B5EF4-FFF2-40B4-BE49-F238E27FC236}">
                <a16:creationId xmlns:a16="http://schemas.microsoft.com/office/drawing/2014/main" id="{9B774A87-D52D-46BB-9BF0-43E70C3DA002}"/>
              </a:ext>
            </a:extLst>
          </p:cNvPr>
          <p:cNvSpPr>
            <a:spLocks xmlns:a="http://schemas.openxmlformats.org/drawingml/2006/main" noGrp="1"/>
          </p:cNvSpPr>
          <p:nvPr/>
        </p:nvSpPr>
        <p:spPr>
          <a:xfrm xmlns:a="http://schemas.openxmlformats.org/drawingml/2006/main">
            <a:off x="8248650" y="46291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D0090"/>
                </a:solidFill>
                <a:latin typeface="Mulish"/>
                <a:ea typeface="Mulish"/>
                <a:cs typeface="Mulish"/>
              </a:defRPr>
            </a:pPr>
            <a:r>
              <a:rPr sz="1425" b="1">
                <a:solidFill>
                  <a:srgbClr val="1D0090"/>
                </a:solidFill>
                <a:latin typeface="Mulish"/>
                <a:ea typeface="Mulish"/>
                <a:cs typeface="Mulish"/>
              </a:rPr>
              <a:t>External Trust Providers</a:t>
            </a:r>
          </a:p>
        </p:txBody>
      </p:sp>
      <p:sp>
        <p:nvSpPr>
          <p:cNvPr id="27" name="takeaway-rule">
            <a:extLst xmlns:a="http://schemas.openxmlformats.org/drawingml/2006/main">
              <a:ext uri="{FF2B5EF4-FFF2-40B4-BE49-F238E27FC236}">
                <a16:creationId xmlns:a16="http://schemas.microsoft.com/office/drawing/2014/main" id="{833574D7-2224-4ED0-B4F3-64B30330A6AC}"/>
              </a:ext>
            </a:extLst>
          </p:cNvPr>
          <p:cNvSpPr>
            <a:spLocks xmlns:a="http://schemas.openxmlformats.org/drawingml/2006/main" noGrp="1"/>
          </p:cNvSpPr>
          <p:nvPr/>
        </p:nvSpPr>
        <p:spPr>
          <a:xfrm xmlns:a="http://schemas.openxmlformats.org/drawingml/2006/main">
            <a:off x="457200" y="5638800"/>
            <a:ext cx="18097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28" name="takeaway">
            <a:extLst xmlns:a="http://schemas.openxmlformats.org/drawingml/2006/main">
              <a:ext uri="{FF2B5EF4-FFF2-40B4-BE49-F238E27FC236}">
                <a16:creationId xmlns:a16="http://schemas.microsoft.com/office/drawing/2014/main" id="{FD69D950-FCEB-4E08-A3EF-91155E9E3F60}"/>
              </a:ext>
            </a:extLst>
          </p:cNvPr>
          <p:cNvSpPr>
            <a:spLocks xmlns:a="http://schemas.openxmlformats.org/drawingml/2006/main" noGrp="1"/>
          </p:cNvSpPr>
          <p:nvPr/>
        </p:nvSpPr>
        <p:spPr>
          <a:xfrm xmlns:a="http://schemas.openxmlformats.org/drawingml/2006/main">
            <a:off x="457200" y="57912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38" b="1">
                <a:solidFill>
                  <a:srgbClr val="1D0090"/>
                </a:solidFill>
                <a:latin typeface="Mulish"/>
                <a:ea typeface="Mulish"/>
                <a:cs typeface="Mulish"/>
              </a:defRPr>
            </a:pPr>
            <a:r>
              <a:rPr sz="1538" b="1">
                <a:solidFill>
                  <a:srgbClr val="1D0090"/>
                </a:solidFill>
                <a:latin typeface="Mulish"/>
                <a:ea typeface="Mulish"/>
                <a:cs typeface="Mulish"/>
              </a:rPr>
              <a:t>The underlying trust services can vary. The orchestration and execution model remains consistent.</a:t>
            </a:r>
          </a:p>
        </p:txBody>
      </p:sp>
    </p:spTree>
    <p:extLst>
      <p:ext uri="{BB962C8B-B14F-4D97-AF65-F5344CB8AC3E}">
        <p14:creationId xmlns:p14="http://schemas.microsoft.com/office/powerpoint/2010/main" val="1859491775"/>
      </p:ext>
    </p:extLst>
  </p:cSld>
</p:sld>
</file>

<file path=ppt/slides/slide9.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03de336e7dd4172"/>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10DCB08-ED4D-40CA-A2B9-9766428AE3DB}"/>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09</a:t>
            </a:r>
          </a:p>
        </p:txBody>
      </p:sp>
      <p:sp>
        <p:nvSpPr>
          <p:cNvPr id="3" name="signature-line">
            <a:extLst xmlns:a="http://schemas.openxmlformats.org/drawingml/2006/main">
              <a:ext uri="{FF2B5EF4-FFF2-40B4-BE49-F238E27FC236}">
                <a16:creationId xmlns:a16="http://schemas.microsoft.com/office/drawing/2014/main" id="{5E6A052E-F88C-48F8-BCBD-132E10654DF8}"/>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A543343E-7408-432A-8BCF-DC0E37704A67}"/>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3386F9AC-E0F4-4CB8-BD98-B61DE3916BBB}"/>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FE7689EA-D846-4A85-9338-77116AA6376D}"/>
              </a:ext>
            </a:extLst>
          </p:cNvPr>
          <p:cNvSpPr>
            <a:spLocks xmlns:a="http://schemas.openxmlformats.org/drawingml/2006/main" noGrp="1"/>
          </p:cNvSpPr>
          <p:nvPr/>
        </p:nvSpPr>
        <p:spPr>
          <a:xfrm xmlns:a="http://schemas.openxmlformats.org/drawingml/2006/main">
            <a:off x="457200" y="914400"/>
            <a:ext cx="11239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As Transactions Become More Complex, Trust Must Be Orchestrated</a:t>
            </a:r>
          </a:p>
        </p:txBody>
      </p:sp>
      <p:sp>
        <p:nvSpPr>
          <p:cNvPr id="7" name="complexity-step-1">
            <a:extLst xmlns:a="http://schemas.openxmlformats.org/drawingml/2006/main">
              <a:ext uri="{FF2B5EF4-FFF2-40B4-BE49-F238E27FC236}">
                <a16:creationId xmlns:a16="http://schemas.microsoft.com/office/drawing/2014/main" id="{8FE7F69A-3024-4CBE-8710-E5C91A853ABA}"/>
              </a:ext>
            </a:extLst>
          </p:cNvPr>
          <p:cNvSpPr>
            <a:spLocks xmlns:a="http://schemas.openxmlformats.org/drawingml/2006/main" noGrp="1"/>
          </p:cNvSpPr>
          <p:nvPr/>
        </p:nvSpPr>
        <p:spPr>
          <a:xfrm xmlns:a="http://schemas.openxmlformats.org/drawingml/2006/main">
            <a:off x="457200" y="4210050"/>
            <a:ext cx="1524000" cy="742950"/>
          </a:xfrm>
          <a:prstGeom xmlns:a="http://schemas.openxmlformats.org/drawingml/2006/main" prst="roundRect">
            <a:avLst>
              <a:gd name="adj" fmla="val 10256"/>
            </a:avLst>
          </a:prstGeom>
          <a:solidFill xmlns:a="http://schemas.openxmlformats.org/drawingml/2006/main">
            <a:srgbClr val="3516AA"/>
          </a:solidFill>
          <a:ln xmlns:a="http://schemas.openxmlformats.org/drawingml/2006/main" w="9525">
            <a:solidFill>
              <a:srgbClr val="6E51DA"/>
            </a:solidFill>
            <a:prstDash val="solid"/>
          </a:ln>
        </p:spPr>
      </p:sp>
      <p:sp>
        <p:nvSpPr>
          <p:cNvPr id="8" name="complexity-label-1">
            <a:extLst xmlns:a="http://schemas.openxmlformats.org/drawingml/2006/main">
              <a:ext uri="{FF2B5EF4-FFF2-40B4-BE49-F238E27FC236}">
                <a16:creationId xmlns:a16="http://schemas.microsoft.com/office/drawing/2014/main" id="{EE6077E6-6A3D-4BA4-BF90-ED00CEA3955B}"/>
              </a:ext>
            </a:extLst>
          </p:cNvPr>
          <p:cNvSpPr>
            <a:spLocks xmlns:a="http://schemas.openxmlformats.org/drawingml/2006/main" noGrp="1"/>
          </p:cNvSpPr>
          <p:nvPr/>
        </p:nvSpPr>
        <p:spPr>
          <a:xfrm xmlns:a="http://schemas.openxmlformats.org/drawingml/2006/main">
            <a:off x="552450" y="44005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13" b="1">
                <a:solidFill>
                  <a:srgbClr val="FFFFFF"/>
                </a:solidFill>
                <a:latin typeface="Mulish"/>
                <a:ea typeface="Mulish"/>
                <a:cs typeface="Mulish"/>
              </a:defRPr>
            </a:pPr>
            <a:r>
              <a:rPr sz="1313" b="1">
                <a:solidFill>
                  <a:srgbClr val="FFFFFF"/>
                </a:solidFill>
                <a:latin typeface="Mulish"/>
                <a:ea typeface="Mulish"/>
                <a:cs typeface="Mulish"/>
              </a:rPr>
              <a:t>Actors</a:t>
            </a:r>
          </a:p>
        </p:txBody>
      </p:sp>
      <p:sp>
        <p:nvSpPr>
          <p:cNvPr id="9" name="complexity-step-2">
            <a:extLst xmlns:a="http://schemas.openxmlformats.org/drawingml/2006/main">
              <a:ext uri="{FF2B5EF4-FFF2-40B4-BE49-F238E27FC236}">
                <a16:creationId xmlns:a16="http://schemas.microsoft.com/office/drawing/2014/main" id="{A09779F4-4AA4-4300-B730-2721674A905A}"/>
              </a:ext>
            </a:extLst>
          </p:cNvPr>
          <p:cNvSpPr>
            <a:spLocks xmlns:a="http://schemas.openxmlformats.org/drawingml/2006/main" noGrp="1"/>
          </p:cNvSpPr>
          <p:nvPr/>
        </p:nvSpPr>
        <p:spPr>
          <a:xfrm xmlns:a="http://schemas.openxmlformats.org/drawingml/2006/main">
            <a:off x="2247900" y="3867150"/>
            <a:ext cx="1524000" cy="1085850"/>
          </a:xfrm>
          <a:prstGeom xmlns:a="http://schemas.openxmlformats.org/drawingml/2006/main" prst="roundRect">
            <a:avLst>
              <a:gd name="adj" fmla="val 7018"/>
            </a:avLst>
          </a:prstGeom>
          <a:solidFill xmlns:a="http://schemas.openxmlformats.org/drawingml/2006/main">
            <a:srgbClr val="3516AA"/>
          </a:solidFill>
          <a:ln xmlns:a="http://schemas.openxmlformats.org/drawingml/2006/main" w="9525">
            <a:solidFill>
              <a:srgbClr val="6E51DA"/>
            </a:solidFill>
            <a:prstDash val="solid"/>
          </a:ln>
        </p:spPr>
      </p:sp>
      <p:sp>
        <p:nvSpPr>
          <p:cNvPr id="10" name="complexity-label-2">
            <a:extLst xmlns:a="http://schemas.openxmlformats.org/drawingml/2006/main">
              <a:ext uri="{FF2B5EF4-FFF2-40B4-BE49-F238E27FC236}">
                <a16:creationId xmlns:a16="http://schemas.microsoft.com/office/drawing/2014/main" id="{A8351CB8-D467-45B4-912E-7EDF3AAAC0FE}"/>
              </a:ext>
            </a:extLst>
          </p:cNvPr>
          <p:cNvSpPr>
            <a:spLocks xmlns:a="http://schemas.openxmlformats.org/drawingml/2006/main" noGrp="1"/>
          </p:cNvSpPr>
          <p:nvPr/>
        </p:nvSpPr>
        <p:spPr>
          <a:xfrm xmlns:a="http://schemas.openxmlformats.org/drawingml/2006/main">
            <a:off x="2343150" y="40576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13" b="1">
                <a:solidFill>
                  <a:srgbClr val="FFFFFF"/>
                </a:solidFill>
                <a:latin typeface="Mulish"/>
                <a:ea typeface="Mulish"/>
                <a:cs typeface="Mulish"/>
              </a:defRPr>
            </a:pPr>
            <a:r>
              <a:rPr sz="1313" b="1">
                <a:solidFill>
                  <a:srgbClr val="FFFFFF"/>
                </a:solidFill>
                <a:latin typeface="Mulish"/>
                <a:ea typeface="Mulish"/>
                <a:cs typeface="Mulish"/>
              </a:rPr>
              <a:t>Systems</a:t>
            </a:r>
          </a:p>
        </p:txBody>
      </p:sp>
      <p:sp>
        <p:nvSpPr>
          <p:cNvPr id="11" name="complexity-step-3">
            <a:extLst xmlns:a="http://schemas.openxmlformats.org/drawingml/2006/main">
              <a:ext uri="{FF2B5EF4-FFF2-40B4-BE49-F238E27FC236}">
                <a16:creationId xmlns:a16="http://schemas.microsoft.com/office/drawing/2014/main" id="{5357A28B-2243-40EA-85A7-670453DA0690}"/>
              </a:ext>
            </a:extLst>
          </p:cNvPr>
          <p:cNvSpPr>
            <a:spLocks xmlns:a="http://schemas.openxmlformats.org/drawingml/2006/main" noGrp="1"/>
          </p:cNvSpPr>
          <p:nvPr/>
        </p:nvSpPr>
        <p:spPr>
          <a:xfrm xmlns:a="http://schemas.openxmlformats.org/drawingml/2006/main">
            <a:off x="4038600" y="3524250"/>
            <a:ext cx="1524000" cy="1428750"/>
          </a:xfrm>
          <a:prstGeom xmlns:a="http://schemas.openxmlformats.org/drawingml/2006/main" prst="roundRect">
            <a:avLst>
              <a:gd name="adj" fmla="val 5333"/>
            </a:avLst>
          </a:prstGeom>
          <a:solidFill xmlns:a="http://schemas.openxmlformats.org/drawingml/2006/main">
            <a:srgbClr val="3516AA"/>
          </a:solidFill>
          <a:ln xmlns:a="http://schemas.openxmlformats.org/drawingml/2006/main" w="9525">
            <a:solidFill>
              <a:srgbClr val="6E51DA"/>
            </a:solidFill>
            <a:prstDash val="solid"/>
          </a:ln>
        </p:spPr>
      </p:sp>
      <p:sp>
        <p:nvSpPr>
          <p:cNvPr id="12" name="complexity-label-3">
            <a:extLst xmlns:a="http://schemas.openxmlformats.org/drawingml/2006/main">
              <a:ext uri="{FF2B5EF4-FFF2-40B4-BE49-F238E27FC236}">
                <a16:creationId xmlns:a16="http://schemas.microsoft.com/office/drawing/2014/main" id="{DEA15874-428C-4230-B13D-4AE366027472}"/>
              </a:ext>
            </a:extLst>
          </p:cNvPr>
          <p:cNvSpPr>
            <a:spLocks xmlns:a="http://schemas.openxmlformats.org/drawingml/2006/main" noGrp="1"/>
          </p:cNvSpPr>
          <p:nvPr/>
        </p:nvSpPr>
        <p:spPr>
          <a:xfrm xmlns:a="http://schemas.openxmlformats.org/drawingml/2006/main">
            <a:off x="4133850" y="3714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13" b="1">
                <a:solidFill>
                  <a:srgbClr val="FFFFFF"/>
                </a:solidFill>
                <a:latin typeface="Mulish"/>
                <a:ea typeface="Mulish"/>
                <a:cs typeface="Mulish"/>
              </a:defRPr>
            </a:pPr>
            <a:r>
              <a:rPr sz="1313" b="1">
                <a:solidFill>
                  <a:srgbClr val="FFFFFF"/>
                </a:solidFill>
                <a:latin typeface="Mulish"/>
                <a:ea typeface="Mulish"/>
                <a:cs typeface="Mulish"/>
              </a:rPr>
              <a:t>Organizations</a:t>
            </a:r>
          </a:p>
        </p:txBody>
      </p:sp>
      <p:sp>
        <p:nvSpPr>
          <p:cNvPr id="13" name="complexity-step-4">
            <a:extLst xmlns:a="http://schemas.openxmlformats.org/drawingml/2006/main">
              <a:ext uri="{FF2B5EF4-FFF2-40B4-BE49-F238E27FC236}">
                <a16:creationId xmlns:a16="http://schemas.microsoft.com/office/drawing/2014/main" id="{BC00ECD1-8B3B-41EE-BC39-C6516C2C2D6B}"/>
              </a:ext>
            </a:extLst>
          </p:cNvPr>
          <p:cNvSpPr>
            <a:spLocks xmlns:a="http://schemas.openxmlformats.org/drawingml/2006/main" noGrp="1"/>
          </p:cNvSpPr>
          <p:nvPr/>
        </p:nvSpPr>
        <p:spPr>
          <a:xfrm xmlns:a="http://schemas.openxmlformats.org/drawingml/2006/main">
            <a:off x="5829300" y="3181350"/>
            <a:ext cx="1524000" cy="1771650"/>
          </a:xfrm>
          <a:prstGeom xmlns:a="http://schemas.openxmlformats.org/drawingml/2006/main" prst="roundRect">
            <a:avLst>
              <a:gd name="adj" fmla="val 5000"/>
            </a:avLst>
          </a:prstGeom>
          <a:solidFill xmlns:a="http://schemas.openxmlformats.org/drawingml/2006/main">
            <a:srgbClr val="3516AA"/>
          </a:solidFill>
          <a:ln xmlns:a="http://schemas.openxmlformats.org/drawingml/2006/main" w="9525">
            <a:solidFill>
              <a:srgbClr val="6E51DA"/>
            </a:solidFill>
            <a:prstDash val="solid"/>
          </a:ln>
        </p:spPr>
      </p:sp>
      <p:sp>
        <p:nvSpPr>
          <p:cNvPr id="14" name="complexity-label-4">
            <a:extLst xmlns:a="http://schemas.openxmlformats.org/drawingml/2006/main">
              <a:ext uri="{FF2B5EF4-FFF2-40B4-BE49-F238E27FC236}">
                <a16:creationId xmlns:a16="http://schemas.microsoft.com/office/drawing/2014/main" id="{EFB0A3B8-9A29-46B9-B210-38B34B1B8CD9}"/>
              </a:ext>
            </a:extLst>
          </p:cNvPr>
          <p:cNvSpPr>
            <a:spLocks xmlns:a="http://schemas.openxmlformats.org/drawingml/2006/main" noGrp="1"/>
          </p:cNvSpPr>
          <p:nvPr/>
        </p:nvSpPr>
        <p:spPr>
          <a:xfrm xmlns:a="http://schemas.openxmlformats.org/drawingml/2006/main">
            <a:off x="5924550" y="33718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13" b="1">
                <a:solidFill>
                  <a:srgbClr val="FFFFFF"/>
                </a:solidFill>
                <a:latin typeface="Mulish"/>
                <a:ea typeface="Mulish"/>
                <a:cs typeface="Mulish"/>
              </a:defRPr>
            </a:pPr>
            <a:r>
              <a:rPr sz="1313" b="1">
                <a:solidFill>
                  <a:srgbClr val="FFFFFF"/>
                </a:solidFill>
                <a:latin typeface="Mulish"/>
                <a:ea typeface="Mulish"/>
                <a:cs typeface="Mulish"/>
              </a:rPr>
              <a:t>Trust Services</a:t>
            </a:r>
          </a:p>
        </p:txBody>
      </p:sp>
      <p:sp>
        <p:nvSpPr>
          <p:cNvPr id="15" name="complexity-step-5">
            <a:extLst xmlns:a="http://schemas.openxmlformats.org/drawingml/2006/main">
              <a:ext uri="{FF2B5EF4-FFF2-40B4-BE49-F238E27FC236}">
                <a16:creationId xmlns:a16="http://schemas.microsoft.com/office/drawing/2014/main" id="{D7E8FF65-86DA-437A-BEAB-3ED65EA05852}"/>
              </a:ext>
            </a:extLst>
          </p:cNvPr>
          <p:cNvSpPr>
            <a:spLocks xmlns:a="http://schemas.openxmlformats.org/drawingml/2006/main" noGrp="1"/>
          </p:cNvSpPr>
          <p:nvPr/>
        </p:nvSpPr>
        <p:spPr>
          <a:xfrm xmlns:a="http://schemas.openxmlformats.org/drawingml/2006/main">
            <a:off x="7620000" y="2838450"/>
            <a:ext cx="1524000" cy="2114550"/>
          </a:xfrm>
          <a:prstGeom xmlns:a="http://schemas.openxmlformats.org/drawingml/2006/main" prst="roundRect">
            <a:avLst>
              <a:gd name="adj" fmla="val 5000"/>
            </a:avLst>
          </a:prstGeom>
          <a:solidFill xmlns:a="http://schemas.openxmlformats.org/drawingml/2006/main">
            <a:srgbClr val="3516AA"/>
          </a:solidFill>
          <a:ln xmlns:a="http://schemas.openxmlformats.org/drawingml/2006/main" w="9525">
            <a:solidFill>
              <a:srgbClr val="6E51DA"/>
            </a:solidFill>
            <a:prstDash val="solid"/>
          </a:ln>
        </p:spPr>
      </p:sp>
      <p:sp>
        <p:nvSpPr>
          <p:cNvPr id="16" name="complexity-label-5">
            <a:extLst xmlns:a="http://schemas.openxmlformats.org/drawingml/2006/main">
              <a:ext uri="{FF2B5EF4-FFF2-40B4-BE49-F238E27FC236}">
                <a16:creationId xmlns:a16="http://schemas.microsoft.com/office/drawing/2014/main" id="{E20CCA13-84C2-4828-9D91-2D2446BA9EF0}"/>
              </a:ext>
            </a:extLst>
          </p:cNvPr>
          <p:cNvSpPr>
            <a:spLocks xmlns:a="http://schemas.openxmlformats.org/drawingml/2006/main" noGrp="1"/>
          </p:cNvSpPr>
          <p:nvPr/>
        </p:nvSpPr>
        <p:spPr>
          <a:xfrm xmlns:a="http://schemas.openxmlformats.org/drawingml/2006/main">
            <a:off x="7715250" y="30289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13" b="1">
                <a:solidFill>
                  <a:srgbClr val="FFFFFF"/>
                </a:solidFill>
                <a:latin typeface="Mulish"/>
                <a:ea typeface="Mulish"/>
                <a:cs typeface="Mulish"/>
              </a:defRPr>
            </a:pPr>
            <a:r>
              <a:rPr sz="1313" b="1">
                <a:solidFill>
                  <a:srgbClr val="FFFFFF"/>
                </a:solidFill>
                <a:latin typeface="Mulish"/>
                <a:ea typeface="Mulish"/>
                <a:cs typeface="Mulish"/>
              </a:rPr>
              <a:t>Autonomy</a:t>
            </a:r>
          </a:p>
        </p:txBody>
      </p:sp>
      <p:sp>
        <p:nvSpPr>
          <p:cNvPr id="17" name="complexity-step-6">
            <a:extLst xmlns:a="http://schemas.openxmlformats.org/drawingml/2006/main">
              <a:ext uri="{FF2B5EF4-FFF2-40B4-BE49-F238E27FC236}">
                <a16:creationId xmlns:a16="http://schemas.microsoft.com/office/drawing/2014/main" id="{A6092C1F-9313-456E-9657-AE4F8FB07D26}"/>
              </a:ext>
            </a:extLst>
          </p:cNvPr>
          <p:cNvSpPr>
            <a:spLocks xmlns:a="http://schemas.openxmlformats.org/drawingml/2006/main" noGrp="1"/>
          </p:cNvSpPr>
          <p:nvPr/>
        </p:nvSpPr>
        <p:spPr>
          <a:xfrm xmlns:a="http://schemas.openxmlformats.org/drawingml/2006/main">
            <a:off x="9410700" y="2495550"/>
            <a:ext cx="1524000" cy="2457450"/>
          </a:xfrm>
          <a:prstGeom xmlns:a="http://schemas.openxmlformats.org/drawingml/2006/main" prst="roundRect">
            <a:avLst>
              <a:gd name="adj" fmla="val 5000"/>
            </a:avLst>
          </a:prstGeom>
          <a:solidFill xmlns:a="http://schemas.openxmlformats.org/drawingml/2006/main">
            <a:srgbClr val="7000FF"/>
          </a:solidFill>
          <a:ln xmlns:a="http://schemas.openxmlformats.org/drawingml/2006/main" w="9525">
            <a:solidFill>
              <a:srgbClr val="6E51DA"/>
            </a:solidFill>
            <a:prstDash val="solid"/>
          </a:ln>
        </p:spPr>
      </p:sp>
      <p:sp>
        <p:nvSpPr>
          <p:cNvPr id="18" name="complexity-label-6">
            <a:extLst xmlns:a="http://schemas.openxmlformats.org/drawingml/2006/main">
              <a:ext uri="{FF2B5EF4-FFF2-40B4-BE49-F238E27FC236}">
                <a16:creationId xmlns:a16="http://schemas.microsoft.com/office/drawing/2014/main" id="{B9BAE689-F1B9-4B1D-B1B5-D47456CC80A5}"/>
              </a:ext>
            </a:extLst>
          </p:cNvPr>
          <p:cNvSpPr>
            <a:spLocks xmlns:a="http://schemas.openxmlformats.org/drawingml/2006/main" noGrp="1"/>
          </p:cNvSpPr>
          <p:nvPr/>
        </p:nvSpPr>
        <p:spPr>
          <a:xfrm xmlns:a="http://schemas.openxmlformats.org/drawingml/2006/main">
            <a:off x="9505950" y="2686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13" b="1">
                <a:solidFill>
                  <a:srgbClr val="FFFFFF"/>
                </a:solidFill>
                <a:latin typeface="Mulish"/>
                <a:ea typeface="Mulish"/>
                <a:cs typeface="Mulish"/>
              </a:defRPr>
            </a:pPr>
            <a:r>
              <a:rPr sz="1313" b="1">
                <a:solidFill>
                  <a:srgbClr val="FFFFFF"/>
                </a:solidFill>
                <a:latin typeface="Mulish"/>
                <a:ea typeface="Mulish"/>
                <a:cs typeface="Mulish"/>
              </a:rPr>
              <a:t>Jurisdictions</a:t>
            </a:r>
          </a:p>
        </p:txBody>
      </p:sp>
      <p:sp>
        <p:nvSpPr>
          <p:cNvPr id="19" name="complexity-core">
            <a:extLst xmlns:a="http://schemas.openxmlformats.org/drawingml/2006/main">
              <a:ext uri="{FF2B5EF4-FFF2-40B4-BE49-F238E27FC236}">
                <a16:creationId xmlns:a16="http://schemas.microsoft.com/office/drawing/2014/main" id="{CEFA1019-4A0D-4BED-B6A9-25C4C3210B3D}"/>
              </a:ext>
            </a:extLst>
          </p:cNvPr>
          <p:cNvSpPr>
            <a:spLocks xmlns:a="http://schemas.openxmlformats.org/drawingml/2006/main" noGrp="1"/>
          </p:cNvSpPr>
          <p:nvPr/>
        </p:nvSpPr>
        <p:spPr>
          <a:xfrm xmlns:a="http://schemas.openxmlformats.org/drawingml/2006/main">
            <a:off x="457200" y="5181600"/>
            <a:ext cx="1078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latin typeface="Mulish"/>
                <a:ea typeface="Mulish"/>
                <a:cs typeface="Mulish"/>
              </a:defRPr>
            </a:pPr>
            <a:r>
              <a:rPr sz="1500" b="1">
                <a:solidFill>
                  <a:srgbClr val="FFFFFF"/>
                </a:solidFill>
                <a:latin typeface="Mulish"/>
                <a:ea typeface="Mulish"/>
                <a:cs typeface="Mulish"/>
              </a:rPr>
              <a:t>At low complexity, isolated tools may be sufficient. As transactions span more participants and systems, fragmented trust becomes increasingly difficult to govern and prove.</a:t>
            </a:r>
          </a:p>
        </p:txBody>
      </p:sp>
    </p:spTree>
    <p:extLst>
      <p:ext uri="{BB962C8B-B14F-4D97-AF65-F5344CB8AC3E}">
        <p14:creationId xmlns:p14="http://schemas.microsoft.com/office/powerpoint/2010/main" val="5434855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58895cd7da8416c"/>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F4BE5522-36BC-4276-846A-F7419B6C1CC2}"/>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10</a:t>
            </a:r>
          </a:p>
        </p:txBody>
      </p:sp>
      <p:sp>
        <p:nvSpPr>
          <p:cNvPr id="3" name="signature-line">
            <a:extLst xmlns:a="http://schemas.openxmlformats.org/drawingml/2006/main">
              <a:ext uri="{FF2B5EF4-FFF2-40B4-BE49-F238E27FC236}">
                <a16:creationId xmlns:a16="http://schemas.microsoft.com/office/drawing/2014/main" id="{0F9FECB0-976C-43F6-AB4C-5780C963B1E6}"/>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8FBFC419-4AAB-4147-8B11-2968069ABAAF}"/>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26F3F093-112E-4376-831A-B0BF1BC1945B}"/>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F8C630B3-9509-4D61-B6E5-9EA7F26374D6}"/>
              </a:ext>
            </a:extLst>
          </p:cNvPr>
          <p:cNvSpPr>
            <a:spLocks xmlns:a="http://schemas.openxmlformats.org/drawingml/2006/main" noGrp="1"/>
          </p:cNvSpPr>
          <p:nvPr/>
        </p:nvSpPr>
        <p:spPr>
          <a:xfrm xmlns:a="http://schemas.openxmlformats.org/drawingml/2006/main">
            <a:off x="457200" y="914400"/>
            <a:ext cx="11239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From Document Transactions to Agentic Cross-Border Execution</a:t>
            </a:r>
          </a:p>
        </p:txBody>
      </p:sp>
      <p:sp>
        <p:nvSpPr>
          <p:cNvPr id="7" name="level-1-shape">
            <a:extLst xmlns:a="http://schemas.openxmlformats.org/drawingml/2006/main">
              <a:ext uri="{FF2B5EF4-FFF2-40B4-BE49-F238E27FC236}">
                <a16:creationId xmlns:a16="http://schemas.microsoft.com/office/drawing/2014/main" id="{8B7F9809-F042-4714-B873-999F80F55F74}"/>
              </a:ext>
            </a:extLst>
          </p:cNvPr>
          <p:cNvSpPr>
            <a:spLocks xmlns:a="http://schemas.openxmlformats.org/drawingml/2006/main" noGrp="1"/>
          </p:cNvSpPr>
          <p:nvPr/>
        </p:nvSpPr>
        <p:spPr>
          <a:xfrm xmlns:a="http://schemas.openxmlformats.org/drawingml/2006/main">
            <a:off x="457200" y="2038350"/>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8" name="level-1-text">
            <a:extLst xmlns:a="http://schemas.openxmlformats.org/drawingml/2006/main">
              <a:ext uri="{FF2B5EF4-FFF2-40B4-BE49-F238E27FC236}">
                <a16:creationId xmlns:a16="http://schemas.microsoft.com/office/drawing/2014/main" id="{5EE57BB7-91A6-41CF-ADA0-48040689E191}"/>
              </a:ext>
            </a:extLst>
          </p:cNvPr>
          <p:cNvSpPr>
            <a:spLocks xmlns:a="http://schemas.openxmlformats.org/drawingml/2006/main" noGrp="1"/>
          </p:cNvSpPr>
          <p:nvPr/>
        </p:nvSpPr>
        <p:spPr>
          <a:xfrm xmlns:a="http://schemas.openxmlformats.org/drawingml/2006/main">
            <a:off x="457200" y="21431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01</a:t>
            </a:r>
          </a:p>
        </p:txBody>
      </p:sp>
      <p:sp>
        <p:nvSpPr>
          <p:cNvPr id="9" name="level-title-1">
            <a:extLst xmlns:a="http://schemas.openxmlformats.org/drawingml/2006/main">
              <a:ext uri="{FF2B5EF4-FFF2-40B4-BE49-F238E27FC236}">
                <a16:creationId xmlns:a16="http://schemas.microsoft.com/office/drawing/2014/main" id="{F1E810C3-C42F-44A5-B582-4C649D094207}"/>
              </a:ext>
            </a:extLst>
          </p:cNvPr>
          <p:cNvSpPr>
            <a:spLocks xmlns:a="http://schemas.openxmlformats.org/drawingml/2006/main" noGrp="1"/>
          </p:cNvSpPr>
          <p:nvPr/>
        </p:nvSpPr>
        <p:spPr>
          <a:xfrm xmlns:a="http://schemas.openxmlformats.org/drawingml/2006/main">
            <a:off x="1085850" y="2057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D0090"/>
                </a:solidFill>
                <a:latin typeface="Mulish"/>
                <a:ea typeface="Mulish"/>
                <a:cs typeface="Mulish"/>
              </a:defRPr>
            </a:pPr>
            <a:r>
              <a:rPr sz="1500" b="1">
                <a:solidFill>
                  <a:srgbClr val="1D0090"/>
                </a:solidFill>
                <a:latin typeface="Mulish"/>
                <a:ea typeface="Mulish"/>
                <a:cs typeface="Mulish"/>
              </a:rPr>
              <a:t>Human / Document</a:t>
            </a:r>
          </a:p>
        </p:txBody>
      </p:sp>
      <p:sp>
        <p:nvSpPr>
          <p:cNvPr id="10" name="level-body-1">
            <a:extLst xmlns:a="http://schemas.openxmlformats.org/drawingml/2006/main">
              <a:ext uri="{FF2B5EF4-FFF2-40B4-BE49-F238E27FC236}">
                <a16:creationId xmlns:a16="http://schemas.microsoft.com/office/drawing/2014/main" id="{0304C28B-C1F6-4D98-9862-EF60522EB4E7}"/>
              </a:ext>
            </a:extLst>
          </p:cNvPr>
          <p:cNvSpPr>
            <a:spLocks xmlns:a="http://schemas.openxmlformats.org/drawingml/2006/main" noGrp="1"/>
          </p:cNvSpPr>
          <p:nvPr/>
        </p:nvSpPr>
        <p:spPr>
          <a:xfrm xmlns:a="http://schemas.openxmlformats.org/drawingml/2006/main">
            <a:off x="4095750" y="2019300"/>
            <a:ext cx="714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Who signed or approved, and can it be proven?</a:t>
            </a:r>
          </a:p>
        </p:txBody>
      </p:sp>
      <p:sp>
        <p:nvSpPr>
          <p:cNvPr id="11" name="level-rule-1">
            <a:extLst xmlns:a="http://schemas.openxmlformats.org/drawingml/2006/main">
              <a:ext uri="{FF2B5EF4-FFF2-40B4-BE49-F238E27FC236}">
                <a16:creationId xmlns:a16="http://schemas.microsoft.com/office/drawing/2014/main" id="{0D163239-8365-4483-848A-C3A8A89419C1}"/>
              </a:ext>
            </a:extLst>
          </p:cNvPr>
          <p:cNvSpPr>
            <a:spLocks xmlns:a="http://schemas.openxmlformats.org/drawingml/2006/main" noGrp="1"/>
          </p:cNvSpPr>
          <p:nvPr/>
        </p:nvSpPr>
        <p:spPr>
          <a:xfrm xmlns:a="http://schemas.openxmlformats.org/drawingml/2006/main">
            <a:off x="1085850" y="2590800"/>
            <a:ext cx="101536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2" name="level-2-shape">
            <a:extLst xmlns:a="http://schemas.openxmlformats.org/drawingml/2006/main">
              <a:ext uri="{FF2B5EF4-FFF2-40B4-BE49-F238E27FC236}">
                <a16:creationId xmlns:a16="http://schemas.microsoft.com/office/drawing/2014/main" id="{2F69AD17-1B74-4830-8237-E8BE7280C83F}"/>
              </a:ext>
            </a:extLst>
          </p:cNvPr>
          <p:cNvSpPr>
            <a:spLocks xmlns:a="http://schemas.openxmlformats.org/drawingml/2006/main" noGrp="1"/>
          </p:cNvSpPr>
          <p:nvPr/>
        </p:nvSpPr>
        <p:spPr>
          <a:xfrm xmlns:a="http://schemas.openxmlformats.org/drawingml/2006/main">
            <a:off x="685800" y="2781300"/>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13" name="level-2-text">
            <a:extLst xmlns:a="http://schemas.openxmlformats.org/drawingml/2006/main">
              <a:ext uri="{FF2B5EF4-FFF2-40B4-BE49-F238E27FC236}">
                <a16:creationId xmlns:a16="http://schemas.microsoft.com/office/drawing/2014/main" id="{41DC2BAD-F452-403E-BEF1-B15F8A3125E9}"/>
              </a:ext>
            </a:extLst>
          </p:cNvPr>
          <p:cNvSpPr>
            <a:spLocks xmlns:a="http://schemas.openxmlformats.org/drawingml/2006/main" noGrp="1"/>
          </p:cNvSpPr>
          <p:nvPr/>
        </p:nvSpPr>
        <p:spPr>
          <a:xfrm xmlns:a="http://schemas.openxmlformats.org/drawingml/2006/main">
            <a:off x="685800" y="28860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14" name="level-title-2">
            <a:extLst xmlns:a="http://schemas.openxmlformats.org/drawingml/2006/main">
              <a:ext uri="{FF2B5EF4-FFF2-40B4-BE49-F238E27FC236}">
                <a16:creationId xmlns:a16="http://schemas.microsoft.com/office/drawing/2014/main" id="{0B0F84D8-0645-448D-B7CE-8165766886FE}"/>
              </a:ext>
            </a:extLst>
          </p:cNvPr>
          <p:cNvSpPr>
            <a:spLocks xmlns:a="http://schemas.openxmlformats.org/drawingml/2006/main" noGrp="1"/>
          </p:cNvSpPr>
          <p:nvPr/>
        </p:nvSpPr>
        <p:spPr>
          <a:xfrm xmlns:a="http://schemas.openxmlformats.org/drawingml/2006/main">
            <a:off x="1314450" y="2800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D0090"/>
                </a:solidFill>
                <a:latin typeface="Mulish"/>
                <a:ea typeface="Mulish"/>
                <a:cs typeface="Mulish"/>
              </a:defRPr>
            </a:pPr>
            <a:r>
              <a:rPr sz="1500" b="1">
                <a:solidFill>
                  <a:srgbClr val="1D0090"/>
                </a:solidFill>
                <a:latin typeface="Mulish"/>
                <a:ea typeface="Mulish"/>
                <a:cs typeface="Mulish"/>
              </a:rPr>
              <a:t>Multi-System Enterprise</a:t>
            </a:r>
          </a:p>
        </p:txBody>
      </p:sp>
      <p:sp>
        <p:nvSpPr>
          <p:cNvPr id="15" name="level-body-2">
            <a:extLst xmlns:a="http://schemas.openxmlformats.org/drawingml/2006/main">
              <a:ext uri="{FF2B5EF4-FFF2-40B4-BE49-F238E27FC236}">
                <a16:creationId xmlns:a16="http://schemas.microsoft.com/office/drawing/2014/main" id="{62C9E423-6BC8-44D7-8B73-98893462E457}"/>
              </a:ext>
            </a:extLst>
          </p:cNvPr>
          <p:cNvSpPr>
            <a:spLocks xmlns:a="http://schemas.openxmlformats.org/drawingml/2006/main" noGrp="1"/>
          </p:cNvSpPr>
          <p:nvPr/>
        </p:nvSpPr>
        <p:spPr>
          <a:xfrm xmlns:a="http://schemas.openxmlformats.org/drawingml/2006/main">
            <a:off x="4324350" y="2762250"/>
            <a:ext cx="6915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Who maintains the authoritative execution context across the transaction?</a:t>
            </a:r>
          </a:p>
        </p:txBody>
      </p:sp>
      <p:sp>
        <p:nvSpPr>
          <p:cNvPr id="16" name="level-rule-2">
            <a:extLst xmlns:a="http://schemas.openxmlformats.org/drawingml/2006/main">
              <a:ext uri="{FF2B5EF4-FFF2-40B4-BE49-F238E27FC236}">
                <a16:creationId xmlns:a16="http://schemas.microsoft.com/office/drawing/2014/main" id="{060141D4-36BE-4805-8487-7A55200F3C3A}"/>
              </a:ext>
            </a:extLst>
          </p:cNvPr>
          <p:cNvSpPr>
            <a:spLocks xmlns:a="http://schemas.openxmlformats.org/drawingml/2006/main" noGrp="1"/>
          </p:cNvSpPr>
          <p:nvPr/>
        </p:nvSpPr>
        <p:spPr>
          <a:xfrm xmlns:a="http://schemas.openxmlformats.org/drawingml/2006/main">
            <a:off x="1314450" y="3333750"/>
            <a:ext cx="99250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7" name="level-3-shape">
            <a:extLst xmlns:a="http://schemas.openxmlformats.org/drawingml/2006/main">
              <a:ext uri="{FF2B5EF4-FFF2-40B4-BE49-F238E27FC236}">
                <a16:creationId xmlns:a16="http://schemas.microsoft.com/office/drawing/2014/main" id="{8DBEFB84-A56E-47FA-8453-A4DE25B1199E}"/>
              </a:ext>
            </a:extLst>
          </p:cNvPr>
          <p:cNvSpPr>
            <a:spLocks xmlns:a="http://schemas.openxmlformats.org/drawingml/2006/main" noGrp="1"/>
          </p:cNvSpPr>
          <p:nvPr/>
        </p:nvSpPr>
        <p:spPr>
          <a:xfrm xmlns:a="http://schemas.openxmlformats.org/drawingml/2006/main">
            <a:off x="914400" y="3524250"/>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18" name="level-3-text">
            <a:extLst xmlns:a="http://schemas.openxmlformats.org/drawingml/2006/main">
              <a:ext uri="{FF2B5EF4-FFF2-40B4-BE49-F238E27FC236}">
                <a16:creationId xmlns:a16="http://schemas.microsoft.com/office/drawing/2014/main" id="{F7A10DFF-3B70-4079-A600-D37A786267FD}"/>
              </a:ext>
            </a:extLst>
          </p:cNvPr>
          <p:cNvSpPr>
            <a:spLocks xmlns:a="http://schemas.openxmlformats.org/drawingml/2006/main" noGrp="1"/>
          </p:cNvSpPr>
          <p:nvPr/>
        </p:nvSpPr>
        <p:spPr>
          <a:xfrm xmlns:a="http://schemas.openxmlformats.org/drawingml/2006/main">
            <a:off x="914400" y="36290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19" name="level-title-3">
            <a:extLst xmlns:a="http://schemas.openxmlformats.org/drawingml/2006/main">
              <a:ext uri="{FF2B5EF4-FFF2-40B4-BE49-F238E27FC236}">
                <a16:creationId xmlns:a16="http://schemas.microsoft.com/office/drawing/2014/main" id="{62981E83-EBEE-4E29-803D-37D3F2ADAC86}"/>
              </a:ext>
            </a:extLst>
          </p:cNvPr>
          <p:cNvSpPr>
            <a:spLocks xmlns:a="http://schemas.openxmlformats.org/drawingml/2006/main" noGrp="1"/>
          </p:cNvSpPr>
          <p:nvPr/>
        </p:nvSpPr>
        <p:spPr>
          <a:xfrm xmlns:a="http://schemas.openxmlformats.org/drawingml/2006/main">
            <a:off x="1543050" y="35433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D0090"/>
                </a:solidFill>
                <a:latin typeface="Mulish"/>
                <a:ea typeface="Mulish"/>
                <a:cs typeface="Mulish"/>
              </a:defRPr>
            </a:pPr>
            <a:r>
              <a:rPr sz="1500" b="1">
                <a:solidFill>
                  <a:srgbClr val="1D0090"/>
                </a:solidFill>
                <a:latin typeface="Mulish"/>
                <a:ea typeface="Mulish"/>
                <a:cs typeface="Mulish"/>
              </a:rPr>
              <a:t>Cross-Enterprise + Agentic</a:t>
            </a:r>
          </a:p>
        </p:txBody>
      </p:sp>
      <p:sp>
        <p:nvSpPr>
          <p:cNvPr id="20" name="level-body-3">
            <a:extLst xmlns:a="http://schemas.openxmlformats.org/drawingml/2006/main">
              <a:ext uri="{FF2B5EF4-FFF2-40B4-BE49-F238E27FC236}">
                <a16:creationId xmlns:a16="http://schemas.microsoft.com/office/drawing/2014/main" id="{9ADB2026-5DE1-4A6E-A60C-A1A9C55A98BC}"/>
              </a:ext>
            </a:extLst>
          </p:cNvPr>
          <p:cNvSpPr>
            <a:spLocks xmlns:a="http://schemas.openxmlformats.org/drawingml/2006/main" noGrp="1"/>
          </p:cNvSpPr>
          <p:nvPr/>
        </p:nvSpPr>
        <p:spPr>
          <a:xfrm xmlns:a="http://schemas.openxmlformats.org/drawingml/2006/main">
            <a:off x="4552950" y="3505200"/>
            <a:ext cx="6686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Who or what has authority? What was permitted? What happened?</a:t>
            </a:r>
          </a:p>
        </p:txBody>
      </p:sp>
      <p:sp>
        <p:nvSpPr>
          <p:cNvPr id="21" name="level-rule-3">
            <a:extLst xmlns:a="http://schemas.openxmlformats.org/drawingml/2006/main">
              <a:ext uri="{FF2B5EF4-FFF2-40B4-BE49-F238E27FC236}">
                <a16:creationId xmlns:a16="http://schemas.microsoft.com/office/drawing/2014/main" id="{C4CCF3BB-C345-4104-90F4-1EACD05A8ABF}"/>
              </a:ext>
            </a:extLst>
          </p:cNvPr>
          <p:cNvSpPr>
            <a:spLocks xmlns:a="http://schemas.openxmlformats.org/drawingml/2006/main" noGrp="1"/>
          </p:cNvSpPr>
          <p:nvPr/>
        </p:nvSpPr>
        <p:spPr>
          <a:xfrm xmlns:a="http://schemas.openxmlformats.org/drawingml/2006/main">
            <a:off x="1543050" y="4076700"/>
            <a:ext cx="96964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22" name="level-4-shape">
            <a:extLst xmlns:a="http://schemas.openxmlformats.org/drawingml/2006/main">
              <a:ext uri="{FF2B5EF4-FFF2-40B4-BE49-F238E27FC236}">
                <a16:creationId xmlns:a16="http://schemas.microsoft.com/office/drawing/2014/main" id="{E0F95E3C-1072-48FB-B671-870C229B538D}"/>
              </a:ext>
            </a:extLst>
          </p:cNvPr>
          <p:cNvSpPr>
            <a:spLocks xmlns:a="http://schemas.openxmlformats.org/drawingml/2006/main" noGrp="1"/>
          </p:cNvSpPr>
          <p:nvPr/>
        </p:nvSpPr>
        <p:spPr>
          <a:xfrm xmlns:a="http://schemas.openxmlformats.org/drawingml/2006/main">
            <a:off x="1143000" y="4267200"/>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23" name="level-4-text">
            <a:extLst xmlns:a="http://schemas.openxmlformats.org/drawingml/2006/main">
              <a:ext uri="{FF2B5EF4-FFF2-40B4-BE49-F238E27FC236}">
                <a16:creationId xmlns:a16="http://schemas.microsoft.com/office/drawing/2014/main" id="{52977D63-FF71-4437-A8D7-7BE832509793}"/>
              </a:ext>
            </a:extLst>
          </p:cNvPr>
          <p:cNvSpPr>
            <a:spLocks xmlns:a="http://schemas.openxmlformats.org/drawingml/2006/main" noGrp="1"/>
          </p:cNvSpPr>
          <p:nvPr/>
        </p:nvSpPr>
        <p:spPr>
          <a:xfrm xmlns:a="http://schemas.openxmlformats.org/drawingml/2006/main">
            <a:off x="1143000" y="43719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24" name="level-title-4">
            <a:extLst xmlns:a="http://schemas.openxmlformats.org/drawingml/2006/main">
              <a:ext uri="{FF2B5EF4-FFF2-40B4-BE49-F238E27FC236}">
                <a16:creationId xmlns:a16="http://schemas.microsoft.com/office/drawing/2014/main" id="{FC456F4E-D76E-47A6-8CC7-B3BEDB61C68F}"/>
              </a:ext>
            </a:extLst>
          </p:cNvPr>
          <p:cNvSpPr>
            <a:spLocks xmlns:a="http://schemas.openxmlformats.org/drawingml/2006/main" noGrp="1"/>
          </p:cNvSpPr>
          <p:nvPr/>
        </p:nvSpPr>
        <p:spPr>
          <a:xfrm xmlns:a="http://schemas.openxmlformats.org/drawingml/2006/main">
            <a:off x="1771650" y="4286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D0090"/>
                </a:solidFill>
                <a:latin typeface="Mulish"/>
                <a:ea typeface="Mulish"/>
                <a:cs typeface="Mulish"/>
              </a:defRPr>
            </a:pPr>
            <a:r>
              <a:rPr sz="1500" b="1">
                <a:solidFill>
                  <a:srgbClr val="1D0090"/>
                </a:solidFill>
                <a:latin typeface="Mulish"/>
                <a:ea typeface="Mulish"/>
                <a:cs typeface="Mulish"/>
              </a:rPr>
              <a:t>Cross-Border / Multi-Jurisdiction</a:t>
            </a:r>
          </a:p>
        </p:txBody>
      </p:sp>
      <p:sp>
        <p:nvSpPr>
          <p:cNvPr id="25" name="level-body-4">
            <a:extLst xmlns:a="http://schemas.openxmlformats.org/drawingml/2006/main">
              <a:ext uri="{FF2B5EF4-FFF2-40B4-BE49-F238E27FC236}">
                <a16:creationId xmlns:a16="http://schemas.microsoft.com/office/drawing/2014/main" id="{359C14E1-C9CD-4D62-BA44-C370B40AD8FA}"/>
              </a:ext>
            </a:extLst>
          </p:cNvPr>
          <p:cNvSpPr>
            <a:spLocks xmlns:a="http://schemas.openxmlformats.org/drawingml/2006/main" noGrp="1"/>
          </p:cNvSpPr>
          <p:nvPr/>
        </p:nvSpPr>
        <p:spPr>
          <a:xfrm xmlns:a="http://schemas.openxmlformats.org/drawingml/2006/main">
            <a:off x="4781550" y="4248150"/>
            <a:ext cx="6457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Which identity, assurance and trust requirements apply?</a:t>
            </a:r>
          </a:p>
        </p:txBody>
      </p:sp>
      <p:sp>
        <p:nvSpPr>
          <p:cNvPr id="26" name="level-rule-4">
            <a:extLst xmlns:a="http://schemas.openxmlformats.org/drawingml/2006/main">
              <a:ext uri="{FF2B5EF4-FFF2-40B4-BE49-F238E27FC236}">
                <a16:creationId xmlns:a16="http://schemas.microsoft.com/office/drawing/2014/main" id="{EE39D9C6-E3B5-4CDC-9E35-675EB6573D32}"/>
              </a:ext>
            </a:extLst>
          </p:cNvPr>
          <p:cNvSpPr>
            <a:spLocks xmlns:a="http://schemas.openxmlformats.org/drawingml/2006/main" noGrp="1"/>
          </p:cNvSpPr>
          <p:nvPr/>
        </p:nvSpPr>
        <p:spPr>
          <a:xfrm xmlns:a="http://schemas.openxmlformats.org/drawingml/2006/main">
            <a:off x="1771650" y="4819650"/>
            <a:ext cx="94678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27" name="level-5-shape">
            <a:extLst xmlns:a="http://schemas.openxmlformats.org/drawingml/2006/main">
              <a:ext uri="{FF2B5EF4-FFF2-40B4-BE49-F238E27FC236}">
                <a16:creationId xmlns:a16="http://schemas.microsoft.com/office/drawing/2014/main" id="{C32E2B88-4506-4E7C-830A-482AFD958066}"/>
              </a:ext>
            </a:extLst>
          </p:cNvPr>
          <p:cNvSpPr>
            <a:spLocks xmlns:a="http://schemas.openxmlformats.org/drawingml/2006/main" noGrp="1"/>
          </p:cNvSpPr>
          <p:nvPr/>
        </p:nvSpPr>
        <p:spPr>
          <a:xfrm xmlns:a="http://schemas.openxmlformats.org/drawingml/2006/main">
            <a:off x="1371600" y="5010150"/>
            <a:ext cx="419100" cy="419100"/>
          </a:xfrm>
          <a:prstGeom xmlns:a="http://schemas.openxmlformats.org/drawingml/2006/main" prst="roundRect">
            <a:avLst>
              <a:gd name="adj" fmla="val 27273"/>
            </a:avLst>
          </a:prstGeom>
          <a:solidFill xmlns:a="http://schemas.openxmlformats.org/drawingml/2006/main">
            <a:srgbClr val="7000FF"/>
          </a:solidFill>
          <a:ln xmlns:a="http://schemas.openxmlformats.org/drawingml/2006/main" w="19050">
            <a:solidFill>
              <a:srgbClr val="7000FF"/>
            </a:solidFill>
            <a:prstDash val="solid"/>
          </a:ln>
        </p:spPr>
      </p:sp>
      <p:sp>
        <p:nvSpPr>
          <p:cNvPr id="28" name="level-5-text">
            <a:extLst xmlns:a="http://schemas.openxmlformats.org/drawingml/2006/main">
              <a:ext uri="{FF2B5EF4-FFF2-40B4-BE49-F238E27FC236}">
                <a16:creationId xmlns:a16="http://schemas.microsoft.com/office/drawing/2014/main" id="{B2A41F1B-41A8-4120-A1DF-9FDAD4D24BEE}"/>
              </a:ext>
            </a:extLst>
          </p:cNvPr>
          <p:cNvSpPr>
            <a:spLocks xmlns:a="http://schemas.openxmlformats.org/drawingml/2006/main" noGrp="1"/>
          </p:cNvSpPr>
          <p:nvPr/>
        </p:nvSpPr>
        <p:spPr>
          <a:xfrm xmlns:a="http://schemas.openxmlformats.org/drawingml/2006/main">
            <a:off x="1371600" y="51149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05</a:t>
            </a:r>
          </a:p>
        </p:txBody>
      </p:sp>
      <p:sp>
        <p:nvSpPr>
          <p:cNvPr id="29" name="level-title-5">
            <a:extLst xmlns:a="http://schemas.openxmlformats.org/drawingml/2006/main">
              <a:ext uri="{FF2B5EF4-FFF2-40B4-BE49-F238E27FC236}">
                <a16:creationId xmlns:a16="http://schemas.microsoft.com/office/drawing/2014/main" id="{7569F98C-EE14-414C-9F95-A70A4F74AD83}"/>
              </a:ext>
            </a:extLst>
          </p:cNvPr>
          <p:cNvSpPr>
            <a:spLocks xmlns:a="http://schemas.openxmlformats.org/drawingml/2006/main" noGrp="1"/>
          </p:cNvSpPr>
          <p:nvPr/>
        </p:nvSpPr>
        <p:spPr>
          <a:xfrm xmlns:a="http://schemas.openxmlformats.org/drawingml/2006/main">
            <a:off x="2000250" y="50292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D0090"/>
                </a:solidFill>
                <a:latin typeface="Mulish"/>
                <a:ea typeface="Mulish"/>
                <a:cs typeface="Mulish"/>
              </a:defRPr>
            </a:pPr>
            <a:r>
              <a:rPr sz="1500" b="1">
                <a:solidFill>
                  <a:srgbClr val="1D0090"/>
                </a:solidFill>
                <a:latin typeface="Mulish"/>
                <a:ea typeface="Mulish"/>
                <a:cs typeface="Mulish"/>
              </a:rPr>
              <a:t>Agentic + Cross-Border</a:t>
            </a:r>
          </a:p>
        </p:txBody>
      </p:sp>
      <p:sp>
        <p:nvSpPr>
          <p:cNvPr id="30" name="level-body-5">
            <a:extLst xmlns:a="http://schemas.openxmlformats.org/drawingml/2006/main">
              <a:ext uri="{FF2B5EF4-FFF2-40B4-BE49-F238E27FC236}">
                <a16:creationId xmlns:a16="http://schemas.microsoft.com/office/drawing/2014/main" id="{FC1FF5A8-65C8-4685-96DF-118B2CC175AD}"/>
              </a:ext>
            </a:extLst>
          </p:cNvPr>
          <p:cNvSpPr>
            <a:spLocks xmlns:a="http://schemas.openxmlformats.org/drawingml/2006/main" noGrp="1"/>
          </p:cNvSpPr>
          <p:nvPr/>
        </p:nvSpPr>
        <p:spPr>
          <a:xfrm xmlns:a="http://schemas.openxmlformats.org/drawingml/2006/main">
            <a:off x="5010150" y="4991100"/>
            <a:ext cx="6229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0">
                <a:solidFill>
                  <a:srgbClr val="3D3D3D"/>
                </a:solidFill>
                <a:latin typeface="Mulish"/>
                <a:ea typeface="Mulish"/>
                <a:cs typeface="Mulish"/>
              </a:defRPr>
            </a:pPr>
            <a:r>
              <a:rPr sz="1388" b="0">
                <a:solidFill>
                  <a:srgbClr val="3D3D3D"/>
                </a:solidFill>
                <a:latin typeface="Mulish"/>
                <a:ea typeface="Mulish"/>
                <a:cs typeface="Mulish"/>
              </a:rPr>
              <a:t>Can an autonomous actor execute under delegated institutional authority across systems and jurisdictions?</a:t>
            </a:r>
          </a:p>
        </p:txBody>
      </p:sp>
    </p:spTree>
    <p:extLst>
      <p:ext uri="{BB962C8B-B14F-4D97-AF65-F5344CB8AC3E}">
        <p14:creationId xmlns:p14="http://schemas.microsoft.com/office/powerpoint/2010/main" val="4142493"/>
      </p:ext>
    </p:extLst>
  </p:cSld>
</p:sld>
</file>

<file path=ppt/slides/slide1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b29c258172243ca"/>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D6EDF772-C5B8-4BF1-9299-7282557F6527}"/>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11</a:t>
            </a:r>
          </a:p>
        </p:txBody>
      </p:sp>
      <p:sp>
        <p:nvSpPr>
          <p:cNvPr id="3" name="signature-line">
            <a:extLst xmlns:a="http://schemas.openxmlformats.org/drawingml/2006/main">
              <a:ext uri="{FF2B5EF4-FFF2-40B4-BE49-F238E27FC236}">
                <a16:creationId xmlns:a16="http://schemas.microsoft.com/office/drawing/2014/main" id="{C8AC99D2-2B7D-4FB4-91AF-942839968E68}"/>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5754B812-B1B0-4572-A724-71B65C5A4900}"/>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DE51CB18-807E-4BA8-B6D0-E3986B6C0627}"/>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C2EE43E3-9378-4377-B576-D6D4BDC15A34}"/>
              </a:ext>
            </a:extLst>
          </p:cNvPr>
          <p:cNvSpPr>
            <a:spLocks xmlns:a="http://schemas.openxmlformats.org/drawingml/2006/main" noGrp="1"/>
          </p:cNvSpPr>
          <p:nvPr/>
        </p:nvSpPr>
        <p:spPr>
          <a:xfrm xmlns:a="http://schemas.openxmlformats.org/drawingml/2006/main">
            <a:off x="457200" y="914400"/>
            <a:ext cx="11239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Intelligence Does Not Create Institutional Authority</a:t>
            </a:r>
          </a:p>
        </p:txBody>
      </p:sp>
      <p:sp>
        <p:nvSpPr>
          <p:cNvPr id="7" name="ai-core">
            <a:extLst xmlns:a="http://schemas.openxmlformats.org/drawingml/2006/main">
              <a:ext uri="{FF2B5EF4-FFF2-40B4-BE49-F238E27FC236}">
                <a16:creationId xmlns:a16="http://schemas.microsoft.com/office/drawing/2014/main" id="{188FAC3D-1251-4286-83C6-C1A8B4BD0452}"/>
              </a:ext>
            </a:extLst>
          </p:cNvPr>
          <p:cNvSpPr>
            <a:spLocks xmlns:a="http://schemas.openxmlformats.org/drawingml/2006/main" noGrp="1"/>
          </p:cNvSpPr>
          <p:nvPr/>
        </p:nvSpPr>
        <p:spPr>
          <a:xfrm xmlns:a="http://schemas.openxmlformats.org/drawingml/2006/main">
            <a:off x="457200" y="2114550"/>
            <a:ext cx="4953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latin typeface="Spartan"/>
                <a:ea typeface="Spartan"/>
                <a:cs typeface="Spartan"/>
              </a:defRPr>
            </a:pPr>
            <a:r>
              <a:rPr sz="2025" b="1">
                <a:solidFill>
                  <a:srgbClr val="FFFFFF"/>
                </a:solidFill>
                <a:latin typeface="Spartan"/>
                <a:ea typeface="Spartan"/>
                <a:cs typeface="Spartan"/>
              </a:rPr>
              <a:t>AI agents can reason, recommend and increasingly act. But technical capability to call an API does not establish organizational authority.</a:t>
            </a:r>
          </a:p>
        </p:txBody>
      </p:sp>
      <p:sp>
        <p:nvSpPr>
          <p:cNvPr id="8" name="authority-step-1">
            <a:extLst xmlns:a="http://schemas.openxmlformats.org/drawingml/2006/main">
              <a:ext uri="{FF2B5EF4-FFF2-40B4-BE49-F238E27FC236}">
                <a16:creationId xmlns:a16="http://schemas.microsoft.com/office/drawing/2014/main" id="{D3A3A0A1-8BC8-4055-A844-4197C1F3C276}"/>
              </a:ext>
            </a:extLst>
          </p:cNvPr>
          <p:cNvSpPr>
            <a:spLocks xmlns:a="http://schemas.openxmlformats.org/drawingml/2006/main" noGrp="1"/>
          </p:cNvSpPr>
          <p:nvPr/>
        </p:nvSpPr>
        <p:spPr>
          <a:xfrm xmlns:a="http://schemas.openxmlformats.org/drawingml/2006/main">
            <a:off x="6000750" y="2152650"/>
            <a:ext cx="1200150" cy="628650"/>
          </a:xfrm>
          <a:prstGeom xmlns:a="http://schemas.openxmlformats.org/drawingml/2006/main" prst="roundRect">
            <a:avLst>
              <a:gd name="adj" fmla="val 12121"/>
            </a:avLst>
          </a:prstGeom>
          <a:solidFill xmlns:a="http://schemas.openxmlformats.org/drawingml/2006/main">
            <a:srgbClr val="3516AA"/>
          </a:solidFill>
          <a:ln xmlns:a="http://schemas.openxmlformats.org/drawingml/2006/main" w="9525">
            <a:solidFill>
              <a:srgbClr val="6E51DA"/>
            </a:solidFill>
            <a:prstDash val="solid"/>
          </a:ln>
        </p:spPr>
      </p:sp>
      <p:sp>
        <p:nvSpPr>
          <p:cNvPr id="9" name="authority-step-label-1">
            <a:extLst xmlns:a="http://schemas.openxmlformats.org/drawingml/2006/main">
              <a:ext uri="{FF2B5EF4-FFF2-40B4-BE49-F238E27FC236}">
                <a16:creationId xmlns:a16="http://schemas.microsoft.com/office/drawing/2014/main" id="{9F030B55-EEBA-45B1-BA44-D23BA60076D2}"/>
              </a:ext>
            </a:extLst>
          </p:cNvPr>
          <p:cNvSpPr>
            <a:spLocks xmlns:a="http://schemas.openxmlformats.org/drawingml/2006/main" noGrp="1"/>
          </p:cNvSpPr>
          <p:nvPr/>
        </p:nvSpPr>
        <p:spPr>
          <a:xfrm xmlns:a="http://schemas.openxmlformats.org/drawingml/2006/main">
            <a:off x="6076950" y="2333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Identity</a:t>
            </a:r>
          </a:p>
        </p:txBody>
      </p:sp>
      <p:sp>
        <p:nvSpPr>
          <p:cNvPr id="10" name="authority-step-2">
            <a:extLst xmlns:a="http://schemas.openxmlformats.org/drawingml/2006/main">
              <a:ext uri="{FF2B5EF4-FFF2-40B4-BE49-F238E27FC236}">
                <a16:creationId xmlns:a16="http://schemas.microsoft.com/office/drawing/2014/main" id="{B9B4D978-4009-4A7D-8FA1-62EC0BDD976F}"/>
              </a:ext>
            </a:extLst>
          </p:cNvPr>
          <p:cNvSpPr>
            <a:spLocks xmlns:a="http://schemas.openxmlformats.org/drawingml/2006/main" noGrp="1"/>
          </p:cNvSpPr>
          <p:nvPr/>
        </p:nvSpPr>
        <p:spPr>
          <a:xfrm xmlns:a="http://schemas.openxmlformats.org/drawingml/2006/main">
            <a:off x="7353300" y="2152650"/>
            <a:ext cx="1200150" cy="628650"/>
          </a:xfrm>
          <a:prstGeom xmlns:a="http://schemas.openxmlformats.org/drawingml/2006/main" prst="roundRect">
            <a:avLst>
              <a:gd name="adj" fmla="val 12121"/>
            </a:avLst>
          </a:prstGeom>
          <a:solidFill xmlns:a="http://schemas.openxmlformats.org/drawingml/2006/main">
            <a:srgbClr val="3516AA"/>
          </a:solidFill>
          <a:ln xmlns:a="http://schemas.openxmlformats.org/drawingml/2006/main" w="9525">
            <a:solidFill>
              <a:srgbClr val="6E51DA"/>
            </a:solidFill>
            <a:prstDash val="solid"/>
          </a:ln>
        </p:spPr>
      </p:sp>
      <p:sp>
        <p:nvSpPr>
          <p:cNvPr id="11" name="authority-step-label-2">
            <a:extLst xmlns:a="http://schemas.openxmlformats.org/drawingml/2006/main">
              <a:ext uri="{FF2B5EF4-FFF2-40B4-BE49-F238E27FC236}">
                <a16:creationId xmlns:a16="http://schemas.microsoft.com/office/drawing/2014/main" id="{732D98AB-94B5-4B21-810A-E977F149E583}"/>
              </a:ext>
            </a:extLst>
          </p:cNvPr>
          <p:cNvSpPr>
            <a:spLocks xmlns:a="http://schemas.openxmlformats.org/drawingml/2006/main" noGrp="1"/>
          </p:cNvSpPr>
          <p:nvPr/>
        </p:nvSpPr>
        <p:spPr>
          <a:xfrm xmlns:a="http://schemas.openxmlformats.org/drawingml/2006/main">
            <a:off x="7429500" y="2333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Delegated Authority</a:t>
            </a:r>
          </a:p>
        </p:txBody>
      </p:sp>
      <p:sp>
        <p:nvSpPr>
          <p:cNvPr id="12" name="authority-step-3">
            <a:extLst xmlns:a="http://schemas.openxmlformats.org/drawingml/2006/main">
              <a:ext uri="{FF2B5EF4-FFF2-40B4-BE49-F238E27FC236}">
                <a16:creationId xmlns:a16="http://schemas.microsoft.com/office/drawing/2014/main" id="{1A0EA4EA-22C9-45B6-B10B-3A940FAEB176}"/>
              </a:ext>
            </a:extLst>
          </p:cNvPr>
          <p:cNvSpPr>
            <a:spLocks xmlns:a="http://schemas.openxmlformats.org/drawingml/2006/main" noGrp="1"/>
          </p:cNvSpPr>
          <p:nvPr/>
        </p:nvSpPr>
        <p:spPr>
          <a:xfrm xmlns:a="http://schemas.openxmlformats.org/drawingml/2006/main">
            <a:off x="8705850" y="2152650"/>
            <a:ext cx="1200150" cy="628650"/>
          </a:xfrm>
          <a:prstGeom xmlns:a="http://schemas.openxmlformats.org/drawingml/2006/main" prst="roundRect">
            <a:avLst>
              <a:gd name="adj" fmla="val 12121"/>
            </a:avLst>
          </a:prstGeom>
          <a:solidFill xmlns:a="http://schemas.openxmlformats.org/drawingml/2006/main">
            <a:srgbClr val="3516AA"/>
          </a:solidFill>
          <a:ln xmlns:a="http://schemas.openxmlformats.org/drawingml/2006/main" w="9525">
            <a:solidFill>
              <a:srgbClr val="6E51DA"/>
            </a:solidFill>
            <a:prstDash val="solid"/>
          </a:ln>
        </p:spPr>
      </p:sp>
      <p:sp>
        <p:nvSpPr>
          <p:cNvPr id="13" name="authority-step-label-3">
            <a:extLst xmlns:a="http://schemas.openxmlformats.org/drawingml/2006/main">
              <a:ext uri="{FF2B5EF4-FFF2-40B4-BE49-F238E27FC236}">
                <a16:creationId xmlns:a16="http://schemas.microsoft.com/office/drawing/2014/main" id="{FC9651A6-34EA-43DA-82B5-C46E8D4793AA}"/>
              </a:ext>
            </a:extLst>
          </p:cNvPr>
          <p:cNvSpPr>
            <a:spLocks xmlns:a="http://schemas.openxmlformats.org/drawingml/2006/main" noGrp="1"/>
          </p:cNvSpPr>
          <p:nvPr/>
        </p:nvSpPr>
        <p:spPr>
          <a:xfrm xmlns:a="http://schemas.openxmlformats.org/drawingml/2006/main">
            <a:off x="8782050" y="2333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Policy</a:t>
            </a:r>
          </a:p>
        </p:txBody>
      </p:sp>
      <p:sp>
        <p:nvSpPr>
          <p:cNvPr id="14" name="authority-step-4">
            <a:extLst xmlns:a="http://schemas.openxmlformats.org/drawingml/2006/main">
              <a:ext uri="{FF2B5EF4-FFF2-40B4-BE49-F238E27FC236}">
                <a16:creationId xmlns:a16="http://schemas.microsoft.com/office/drawing/2014/main" id="{77163FC4-26EC-4BEB-8FFF-998FC48C4AD9}"/>
              </a:ext>
            </a:extLst>
          </p:cNvPr>
          <p:cNvSpPr>
            <a:spLocks xmlns:a="http://schemas.openxmlformats.org/drawingml/2006/main" noGrp="1"/>
          </p:cNvSpPr>
          <p:nvPr/>
        </p:nvSpPr>
        <p:spPr>
          <a:xfrm xmlns:a="http://schemas.openxmlformats.org/drawingml/2006/main">
            <a:off x="10058400" y="2152650"/>
            <a:ext cx="1200150" cy="628650"/>
          </a:xfrm>
          <a:prstGeom xmlns:a="http://schemas.openxmlformats.org/drawingml/2006/main" prst="roundRect">
            <a:avLst>
              <a:gd name="adj" fmla="val 12121"/>
            </a:avLst>
          </a:prstGeom>
          <a:solidFill xmlns:a="http://schemas.openxmlformats.org/drawingml/2006/main">
            <a:srgbClr val="3516AA"/>
          </a:solidFill>
          <a:ln xmlns:a="http://schemas.openxmlformats.org/drawingml/2006/main" w="9525">
            <a:solidFill>
              <a:srgbClr val="6E51DA"/>
            </a:solidFill>
            <a:prstDash val="solid"/>
          </a:ln>
        </p:spPr>
      </p:sp>
      <p:sp>
        <p:nvSpPr>
          <p:cNvPr id="15" name="authority-step-label-4">
            <a:extLst xmlns:a="http://schemas.openxmlformats.org/drawingml/2006/main">
              <a:ext uri="{FF2B5EF4-FFF2-40B4-BE49-F238E27FC236}">
                <a16:creationId xmlns:a16="http://schemas.microsoft.com/office/drawing/2014/main" id="{719A9BDB-770A-4F66-8C56-B06D9A61A52D}"/>
              </a:ext>
            </a:extLst>
          </p:cNvPr>
          <p:cNvSpPr>
            <a:spLocks xmlns:a="http://schemas.openxmlformats.org/drawingml/2006/main" noGrp="1"/>
          </p:cNvSpPr>
          <p:nvPr/>
        </p:nvSpPr>
        <p:spPr>
          <a:xfrm xmlns:a="http://schemas.openxmlformats.org/drawingml/2006/main">
            <a:off x="10134600" y="2333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Approval</a:t>
            </a:r>
          </a:p>
        </p:txBody>
      </p:sp>
      <p:sp>
        <p:nvSpPr>
          <p:cNvPr id="16" name="authority-step-5">
            <a:extLst xmlns:a="http://schemas.openxmlformats.org/drawingml/2006/main">
              <a:ext uri="{FF2B5EF4-FFF2-40B4-BE49-F238E27FC236}">
                <a16:creationId xmlns:a16="http://schemas.microsoft.com/office/drawing/2014/main" id="{05A16C82-6357-45B1-93A2-95551864A3A6}"/>
              </a:ext>
            </a:extLst>
          </p:cNvPr>
          <p:cNvSpPr>
            <a:spLocks xmlns:a="http://schemas.openxmlformats.org/drawingml/2006/main" noGrp="1"/>
          </p:cNvSpPr>
          <p:nvPr/>
        </p:nvSpPr>
        <p:spPr>
          <a:xfrm xmlns:a="http://schemas.openxmlformats.org/drawingml/2006/main">
            <a:off x="6000750" y="3105150"/>
            <a:ext cx="1200150" cy="628650"/>
          </a:xfrm>
          <a:prstGeom xmlns:a="http://schemas.openxmlformats.org/drawingml/2006/main" prst="roundRect">
            <a:avLst>
              <a:gd name="adj" fmla="val 12121"/>
            </a:avLst>
          </a:prstGeom>
          <a:solidFill xmlns:a="http://schemas.openxmlformats.org/drawingml/2006/main">
            <a:srgbClr val="3516AA"/>
          </a:solidFill>
          <a:ln xmlns:a="http://schemas.openxmlformats.org/drawingml/2006/main" w="9525">
            <a:solidFill>
              <a:srgbClr val="6E51DA"/>
            </a:solidFill>
            <a:prstDash val="solid"/>
          </a:ln>
        </p:spPr>
      </p:sp>
      <p:sp>
        <p:nvSpPr>
          <p:cNvPr id="17" name="authority-step-label-5">
            <a:extLst xmlns:a="http://schemas.openxmlformats.org/drawingml/2006/main">
              <a:ext uri="{FF2B5EF4-FFF2-40B4-BE49-F238E27FC236}">
                <a16:creationId xmlns:a16="http://schemas.microsoft.com/office/drawing/2014/main" id="{9476BEC1-1C15-44D0-BD6A-59933098AEA3}"/>
              </a:ext>
            </a:extLst>
          </p:cNvPr>
          <p:cNvSpPr>
            <a:spLocks xmlns:a="http://schemas.openxmlformats.org/drawingml/2006/main" noGrp="1"/>
          </p:cNvSpPr>
          <p:nvPr/>
        </p:nvSpPr>
        <p:spPr>
          <a:xfrm xmlns:a="http://schemas.openxmlformats.org/drawingml/2006/main">
            <a:off x="6076950" y="32861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Trust Services</a:t>
            </a:r>
          </a:p>
        </p:txBody>
      </p:sp>
      <p:sp>
        <p:nvSpPr>
          <p:cNvPr id="18" name="authority-step-6">
            <a:extLst xmlns:a="http://schemas.openxmlformats.org/drawingml/2006/main">
              <a:ext uri="{FF2B5EF4-FFF2-40B4-BE49-F238E27FC236}">
                <a16:creationId xmlns:a16="http://schemas.microsoft.com/office/drawing/2014/main" id="{678F6B8D-2C27-4340-8690-30041D8E41B0}"/>
              </a:ext>
            </a:extLst>
          </p:cNvPr>
          <p:cNvSpPr>
            <a:spLocks xmlns:a="http://schemas.openxmlformats.org/drawingml/2006/main" noGrp="1"/>
          </p:cNvSpPr>
          <p:nvPr/>
        </p:nvSpPr>
        <p:spPr>
          <a:xfrm xmlns:a="http://schemas.openxmlformats.org/drawingml/2006/main">
            <a:off x="7353300" y="3105150"/>
            <a:ext cx="1200150" cy="628650"/>
          </a:xfrm>
          <a:prstGeom xmlns:a="http://schemas.openxmlformats.org/drawingml/2006/main" prst="roundRect">
            <a:avLst>
              <a:gd name="adj" fmla="val 12121"/>
            </a:avLst>
          </a:prstGeom>
          <a:solidFill xmlns:a="http://schemas.openxmlformats.org/drawingml/2006/main">
            <a:srgbClr val="7000FF"/>
          </a:solidFill>
          <a:ln xmlns:a="http://schemas.openxmlformats.org/drawingml/2006/main" w="9525">
            <a:solidFill>
              <a:srgbClr val="6E51DA"/>
            </a:solidFill>
            <a:prstDash val="solid"/>
          </a:ln>
        </p:spPr>
      </p:sp>
      <p:sp>
        <p:nvSpPr>
          <p:cNvPr id="19" name="authority-step-label-6">
            <a:extLst xmlns:a="http://schemas.openxmlformats.org/drawingml/2006/main">
              <a:ext uri="{FF2B5EF4-FFF2-40B4-BE49-F238E27FC236}">
                <a16:creationId xmlns:a16="http://schemas.microsoft.com/office/drawing/2014/main" id="{0C94FD08-6C80-4F74-98DF-68B50A848A7A}"/>
              </a:ext>
            </a:extLst>
          </p:cNvPr>
          <p:cNvSpPr>
            <a:spLocks xmlns:a="http://schemas.openxmlformats.org/drawingml/2006/main" noGrp="1"/>
          </p:cNvSpPr>
          <p:nvPr/>
        </p:nvSpPr>
        <p:spPr>
          <a:xfrm xmlns:a="http://schemas.openxmlformats.org/drawingml/2006/main">
            <a:off x="7429500" y="32861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Execution</a:t>
            </a:r>
          </a:p>
        </p:txBody>
      </p:sp>
      <p:sp>
        <p:nvSpPr>
          <p:cNvPr id="20" name="authority-step-7">
            <a:extLst xmlns:a="http://schemas.openxmlformats.org/drawingml/2006/main">
              <a:ext uri="{FF2B5EF4-FFF2-40B4-BE49-F238E27FC236}">
                <a16:creationId xmlns:a16="http://schemas.microsoft.com/office/drawing/2014/main" id="{9BFF6998-1728-44B1-A4AC-1D3A47DB00DB}"/>
              </a:ext>
            </a:extLst>
          </p:cNvPr>
          <p:cNvSpPr>
            <a:spLocks xmlns:a="http://schemas.openxmlformats.org/drawingml/2006/main" noGrp="1"/>
          </p:cNvSpPr>
          <p:nvPr/>
        </p:nvSpPr>
        <p:spPr>
          <a:xfrm xmlns:a="http://schemas.openxmlformats.org/drawingml/2006/main">
            <a:off x="8705850" y="3105150"/>
            <a:ext cx="1200150" cy="628650"/>
          </a:xfrm>
          <a:prstGeom xmlns:a="http://schemas.openxmlformats.org/drawingml/2006/main" prst="roundRect">
            <a:avLst>
              <a:gd name="adj" fmla="val 12121"/>
            </a:avLst>
          </a:prstGeom>
          <a:solidFill xmlns:a="http://schemas.openxmlformats.org/drawingml/2006/main">
            <a:srgbClr val="3516AA"/>
          </a:solidFill>
          <a:ln xmlns:a="http://schemas.openxmlformats.org/drawingml/2006/main" w="9525">
            <a:solidFill>
              <a:srgbClr val="6E51DA"/>
            </a:solidFill>
            <a:prstDash val="solid"/>
          </a:ln>
        </p:spPr>
      </p:sp>
      <p:sp>
        <p:nvSpPr>
          <p:cNvPr id="21" name="authority-step-label-7">
            <a:extLst xmlns:a="http://schemas.openxmlformats.org/drawingml/2006/main">
              <a:ext uri="{FF2B5EF4-FFF2-40B4-BE49-F238E27FC236}">
                <a16:creationId xmlns:a16="http://schemas.microsoft.com/office/drawing/2014/main" id="{C99161DB-8F7C-4044-A63E-7D84AECD0F16}"/>
              </a:ext>
            </a:extLst>
          </p:cNvPr>
          <p:cNvSpPr>
            <a:spLocks xmlns:a="http://schemas.openxmlformats.org/drawingml/2006/main" noGrp="1"/>
          </p:cNvSpPr>
          <p:nvPr/>
        </p:nvSpPr>
        <p:spPr>
          <a:xfrm xmlns:a="http://schemas.openxmlformats.org/drawingml/2006/main">
            <a:off x="8782050" y="32861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Evidence</a:t>
            </a:r>
          </a:p>
        </p:txBody>
      </p:sp>
      <p:sp>
        <p:nvSpPr>
          <p:cNvPr id="22" name="authority-step-8">
            <a:extLst xmlns:a="http://schemas.openxmlformats.org/drawingml/2006/main">
              <a:ext uri="{FF2B5EF4-FFF2-40B4-BE49-F238E27FC236}">
                <a16:creationId xmlns:a16="http://schemas.microsoft.com/office/drawing/2014/main" id="{7A6F9355-4A16-4BF7-BBE9-5C054D41C782}"/>
              </a:ext>
            </a:extLst>
          </p:cNvPr>
          <p:cNvSpPr>
            <a:spLocks xmlns:a="http://schemas.openxmlformats.org/drawingml/2006/main" noGrp="1"/>
          </p:cNvSpPr>
          <p:nvPr/>
        </p:nvSpPr>
        <p:spPr>
          <a:xfrm xmlns:a="http://schemas.openxmlformats.org/drawingml/2006/main">
            <a:off x="10058400" y="3105150"/>
            <a:ext cx="1200150" cy="628650"/>
          </a:xfrm>
          <a:prstGeom xmlns:a="http://schemas.openxmlformats.org/drawingml/2006/main" prst="roundRect">
            <a:avLst>
              <a:gd name="adj" fmla="val 12121"/>
            </a:avLst>
          </a:prstGeom>
          <a:solidFill xmlns:a="http://schemas.openxmlformats.org/drawingml/2006/main">
            <a:srgbClr val="3516AA"/>
          </a:solidFill>
          <a:ln xmlns:a="http://schemas.openxmlformats.org/drawingml/2006/main" w="9525">
            <a:solidFill>
              <a:srgbClr val="6E51DA"/>
            </a:solidFill>
            <a:prstDash val="solid"/>
          </a:ln>
        </p:spPr>
      </p:sp>
      <p:sp>
        <p:nvSpPr>
          <p:cNvPr id="23" name="authority-step-label-8">
            <a:extLst xmlns:a="http://schemas.openxmlformats.org/drawingml/2006/main">
              <a:ext uri="{FF2B5EF4-FFF2-40B4-BE49-F238E27FC236}">
                <a16:creationId xmlns:a16="http://schemas.microsoft.com/office/drawing/2014/main" id="{8617B76E-EC93-466A-8889-070CD9FE8019}"/>
              </a:ext>
            </a:extLst>
          </p:cNvPr>
          <p:cNvSpPr>
            <a:spLocks xmlns:a="http://schemas.openxmlformats.org/drawingml/2006/main" noGrp="1"/>
          </p:cNvSpPr>
          <p:nvPr/>
        </p:nvSpPr>
        <p:spPr>
          <a:xfrm xmlns:a="http://schemas.openxmlformats.org/drawingml/2006/main">
            <a:off x="10134600" y="32861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Audit</a:t>
            </a:r>
          </a:p>
        </p:txBody>
      </p:sp>
      <p:sp>
        <p:nvSpPr>
          <p:cNvPr id="24" name="model-label">
            <a:extLst xmlns:a="http://schemas.openxmlformats.org/drawingml/2006/main">
              <a:ext uri="{FF2B5EF4-FFF2-40B4-BE49-F238E27FC236}">
                <a16:creationId xmlns:a16="http://schemas.microsoft.com/office/drawing/2014/main" id="{8D9E9A2F-1E32-47DE-BEB3-244575182982}"/>
              </a:ext>
            </a:extLst>
          </p:cNvPr>
          <p:cNvSpPr>
            <a:spLocks xmlns:a="http://schemas.openxmlformats.org/drawingml/2006/main" noGrp="1"/>
          </p:cNvSpPr>
          <p:nvPr/>
        </p:nvSpPr>
        <p:spPr>
          <a:xfrm xmlns:a="http://schemas.openxmlformats.org/drawingml/2006/main">
            <a:off x="6000750" y="4171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GOVERNED EXECUTION MODEL</a:t>
            </a:r>
          </a:p>
        </p:txBody>
      </p:sp>
      <p:sp>
        <p:nvSpPr>
          <p:cNvPr id="25" name="takeaway-rule">
            <a:extLst xmlns:a="http://schemas.openxmlformats.org/drawingml/2006/main">
              <a:ext uri="{FF2B5EF4-FFF2-40B4-BE49-F238E27FC236}">
                <a16:creationId xmlns:a16="http://schemas.microsoft.com/office/drawing/2014/main" id="{9EFE6BB2-0325-425B-B43A-7626DF911AAC}"/>
              </a:ext>
            </a:extLst>
          </p:cNvPr>
          <p:cNvSpPr>
            <a:spLocks xmlns:a="http://schemas.openxmlformats.org/drawingml/2006/main" noGrp="1"/>
          </p:cNvSpPr>
          <p:nvPr/>
        </p:nvSpPr>
        <p:spPr>
          <a:xfrm xmlns:a="http://schemas.openxmlformats.org/drawingml/2006/main">
            <a:off x="457200" y="4800600"/>
            <a:ext cx="1809750" cy="28575"/>
          </a:xfrm>
          <a:prstGeom xmlns:a="http://schemas.openxmlformats.org/drawingml/2006/main" prst="rect">
            <a:avLst/>
          </a:prstGeom>
          <a:solidFill xmlns:a="http://schemas.openxmlformats.org/drawingml/2006/main">
            <a:srgbClr val="C9AEFF"/>
          </a:solidFill>
          <a:ln xmlns:a="http://schemas.openxmlformats.org/drawingml/2006/main" w="0">
            <a:noFill/>
            <a:prstDash val="solid"/>
          </a:ln>
        </p:spPr>
      </p:sp>
      <p:sp>
        <p:nvSpPr>
          <p:cNvPr id="26" name="takeaway">
            <a:extLst xmlns:a="http://schemas.openxmlformats.org/drawingml/2006/main">
              <a:ext uri="{FF2B5EF4-FFF2-40B4-BE49-F238E27FC236}">
                <a16:creationId xmlns:a16="http://schemas.microsoft.com/office/drawing/2014/main" id="{36B46FC5-CCC0-41B7-9695-907B03A53A2E}"/>
              </a:ext>
            </a:extLst>
          </p:cNvPr>
          <p:cNvSpPr>
            <a:spLocks xmlns:a="http://schemas.openxmlformats.org/drawingml/2006/main" noGrp="1"/>
          </p:cNvSpPr>
          <p:nvPr/>
        </p:nvSpPr>
        <p:spPr>
          <a:xfrm xmlns:a="http://schemas.openxmlformats.org/drawingml/2006/main">
            <a:off x="457200" y="49530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latin typeface="Mulish"/>
                <a:ea typeface="Mulish"/>
                <a:cs typeface="Mulish"/>
              </a:defRPr>
            </a:pPr>
            <a:r>
              <a:rPr sz="2025" b="1">
                <a:solidFill>
                  <a:srgbClr val="FFFFFF"/>
                </a:solidFill>
                <a:latin typeface="Mulish"/>
                <a:ea typeface="Mulish"/>
                <a:cs typeface="Mulish"/>
              </a:rPr>
              <a:t>Greater autonomy must be matched by stronger institutional control.</a:t>
            </a:r>
          </a:p>
        </p:txBody>
      </p:sp>
    </p:spTree>
    <p:extLst>
      <p:ext uri="{BB962C8B-B14F-4D97-AF65-F5344CB8AC3E}">
        <p14:creationId xmlns:p14="http://schemas.microsoft.com/office/powerpoint/2010/main" val="3740168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037dc312de74b72"/>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F3EBE00B-FC53-42B6-AA6E-77C0E0CCF43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12</a:t>
            </a:r>
          </a:p>
        </p:txBody>
      </p:sp>
      <p:sp>
        <p:nvSpPr>
          <p:cNvPr id="3" name="signature-line">
            <a:extLst xmlns:a="http://schemas.openxmlformats.org/drawingml/2006/main">
              <a:ext uri="{FF2B5EF4-FFF2-40B4-BE49-F238E27FC236}">
                <a16:creationId xmlns:a16="http://schemas.microsoft.com/office/drawing/2014/main" id="{B2D630BD-9665-4D26-9A5B-F40E4C062C60}"/>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96F2C4A3-DC1E-459E-ACE7-7F737B95BAFC}"/>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A67A9A0B-CBEE-4251-9A48-07705B589D83}"/>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1062F1B9-33B0-4806-AF93-7B83746903BE}"/>
              </a:ext>
            </a:extLst>
          </p:cNvPr>
          <p:cNvSpPr>
            <a:spLocks xmlns:a="http://schemas.openxmlformats.org/drawingml/2006/main" noGrp="1"/>
          </p:cNvSpPr>
          <p:nvPr/>
        </p:nvSpPr>
        <p:spPr>
          <a:xfrm xmlns:a="http://schemas.openxmlformats.org/drawingml/2006/main">
            <a:off x="457200" y="914400"/>
            <a:ext cx="11144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Circularo Governs What Is Allowed to Execute</a:t>
            </a:r>
          </a:p>
        </p:txBody>
      </p:sp>
      <p:sp>
        <p:nvSpPr>
          <p:cNvPr id="7" name="boundary-core">
            <a:extLst xmlns:a="http://schemas.openxmlformats.org/drawingml/2006/main">
              <a:ext uri="{FF2B5EF4-FFF2-40B4-BE49-F238E27FC236}">
                <a16:creationId xmlns:a16="http://schemas.microsoft.com/office/drawing/2014/main" id="{242C0934-57E3-4AF7-9489-F4D75C9F5C71}"/>
              </a:ext>
            </a:extLst>
          </p:cNvPr>
          <p:cNvSpPr>
            <a:spLocks xmlns:a="http://schemas.openxmlformats.org/drawingml/2006/main" noGrp="1"/>
          </p:cNvSpPr>
          <p:nvPr/>
        </p:nvSpPr>
        <p:spPr>
          <a:xfrm xmlns:a="http://schemas.openxmlformats.org/drawingml/2006/main">
            <a:off x="457200" y="20383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0090"/>
                </a:solidFill>
                <a:latin typeface="Spartan"/>
                <a:ea typeface="Spartan"/>
                <a:cs typeface="Spartan"/>
              </a:defRPr>
            </a:pPr>
            <a:r>
              <a:rPr sz="2025" b="1">
                <a:solidFill>
                  <a:srgbClr val="1D0090"/>
                </a:solidFill>
                <a:latin typeface="Spartan"/>
                <a:ea typeface="Spartan"/>
                <a:cs typeface="Spartan"/>
              </a:rPr>
              <a:t>Circularo does not need to govern how an AI model internally reasons.</a:t>
            </a:r>
          </a:p>
        </p:txBody>
      </p:sp>
      <p:sp>
        <p:nvSpPr>
          <p:cNvPr id="8" name="boundary-label">
            <a:extLst xmlns:a="http://schemas.openxmlformats.org/drawingml/2006/main">
              <a:ext uri="{FF2B5EF4-FFF2-40B4-BE49-F238E27FC236}">
                <a16:creationId xmlns:a16="http://schemas.microsoft.com/office/drawing/2014/main" id="{9A523D7A-B380-4A45-9D98-DA0E6046490F}"/>
              </a:ext>
            </a:extLst>
          </p:cNvPr>
          <p:cNvSpPr>
            <a:spLocks xmlns:a="http://schemas.openxmlformats.org/drawingml/2006/main" noGrp="1"/>
          </p:cNvSpPr>
          <p:nvPr/>
        </p:nvSpPr>
        <p:spPr>
          <a:xfrm xmlns:a="http://schemas.openxmlformats.org/drawingml/2006/main">
            <a:off x="457200" y="31051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000FF"/>
                </a:solidFill>
                <a:latin typeface="Mulish"/>
                <a:ea typeface="Mulish"/>
                <a:cs typeface="Mulish"/>
              </a:defRPr>
            </a:pPr>
            <a:r>
              <a:rPr sz="975" b="1">
                <a:solidFill>
                  <a:srgbClr val="7000FF"/>
                </a:solidFill>
                <a:latin typeface="Mulish"/>
                <a:ea typeface="Mulish"/>
                <a:cs typeface="Mulish"/>
              </a:rPr>
              <a:t>THE RELEVANT INSTITUTIONAL BOUNDARY</a:t>
            </a:r>
          </a:p>
        </p:txBody>
      </p:sp>
      <p:sp>
        <p:nvSpPr>
          <p:cNvPr id="9" name="bullet-1">
            <a:extLst xmlns:a="http://schemas.openxmlformats.org/drawingml/2006/main">
              <a:ext uri="{FF2B5EF4-FFF2-40B4-BE49-F238E27FC236}">
                <a16:creationId xmlns:a16="http://schemas.microsoft.com/office/drawing/2014/main" id="{5838F650-36A6-4937-8052-1C6E1EC5FFC7}"/>
              </a:ext>
            </a:extLst>
          </p:cNvPr>
          <p:cNvSpPr>
            <a:spLocks xmlns:a="http://schemas.openxmlformats.org/drawingml/2006/main" noGrp="1"/>
          </p:cNvSpPr>
          <p:nvPr/>
        </p:nvSpPr>
        <p:spPr>
          <a:xfrm xmlns:a="http://schemas.openxmlformats.org/drawingml/2006/main">
            <a:off x="457200" y="35242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0" name="bullet-text-1">
            <a:extLst xmlns:a="http://schemas.openxmlformats.org/drawingml/2006/main">
              <a:ext uri="{FF2B5EF4-FFF2-40B4-BE49-F238E27FC236}">
                <a16:creationId xmlns:a16="http://schemas.microsoft.com/office/drawing/2014/main" id="{A2759820-3BE7-4FCF-B16D-8A95CF124F19}"/>
              </a:ext>
            </a:extLst>
          </p:cNvPr>
          <p:cNvSpPr>
            <a:spLocks xmlns:a="http://schemas.openxmlformats.org/drawingml/2006/main" noGrp="1"/>
          </p:cNvSpPr>
          <p:nvPr/>
        </p:nvSpPr>
        <p:spPr>
          <a:xfrm xmlns:a="http://schemas.openxmlformats.org/drawingml/2006/main">
            <a:off x="685800" y="342900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who or what is acting;</a:t>
            </a:r>
          </a:p>
        </p:txBody>
      </p:sp>
      <p:sp>
        <p:nvSpPr>
          <p:cNvPr id="11" name="bullet-rule-1">
            <a:extLst xmlns:a="http://schemas.openxmlformats.org/drawingml/2006/main">
              <a:ext uri="{FF2B5EF4-FFF2-40B4-BE49-F238E27FC236}">
                <a16:creationId xmlns:a16="http://schemas.microsoft.com/office/drawing/2014/main" id="{0DEE4948-2204-4D70-AFE3-3C50D2F27135}"/>
              </a:ext>
            </a:extLst>
          </p:cNvPr>
          <p:cNvSpPr>
            <a:spLocks xmlns:a="http://schemas.openxmlformats.org/drawingml/2006/main" noGrp="1"/>
          </p:cNvSpPr>
          <p:nvPr/>
        </p:nvSpPr>
        <p:spPr>
          <a:xfrm xmlns:a="http://schemas.openxmlformats.org/drawingml/2006/main">
            <a:off x="685800" y="3676650"/>
            <a:ext cx="46291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2" name="bullet-2">
            <a:extLst xmlns:a="http://schemas.openxmlformats.org/drawingml/2006/main">
              <a:ext uri="{FF2B5EF4-FFF2-40B4-BE49-F238E27FC236}">
                <a16:creationId xmlns:a16="http://schemas.microsoft.com/office/drawing/2014/main" id="{3DC88DC9-BA13-410F-85FA-913C05762470}"/>
              </a:ext>
            </a:extLst>
          </p:cNvPr>
          <p:cNvSpPr>
            <a:spLocks xmlns:a="http://schemas.openxmlformats.org/drawingml/2006/main" noGrp="1"/>
          </p:cNvSpPr>
          <p:nvPr/>
        </p:nvSpPr>
        <p:spPr>
          <a:xfrm xmlns:a="http://schemas.openxmlformats.org/drawingml/2006/main">
            <a:off x="457200" y="38671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9703AD91-6F87-450D-9EE2-2E23A63AD514}"/>
              </a:ext>
            </a:extLst>
          </p:cNvPr>
          <p:cNvSpPr>
            <a:spLocks xmlns:a="http://schemas.openxmlformats.org/drawingml/2006/main" noGrp="1"/>
          </p:cNvSpPr>
          <p:nvPr/>
        </p:nvSpPr>
        <p:spPr>
          <a:xfrm xmlns:a="http://schemas.openxmlformats.org/drawingml/2006/main">
            <a:off x="685800" y="377190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on whose behalf;</a:t>
            </a:r>
          </a:p>
        </p:txBody>
      </p:sp>
      <p:sp>
        <p:nvSpPr>
          <p:cNvPr id="14" name="bullet-rule-2">
            <a:extLst xmlns:a="http://schemas.openxmlformats.org/drawingml/2006/main">
              <a:ext uri="{FF2B5EF4-FFF2-40B4-BE49-F238E27FC236}">
                <a16:creationId xmlns:a16="http://schemas.microsoft.com/office/drawing/2014/main" id="{4E41BC53-A729-4778-96FE-2F12882CFEE8}"/>
              </a:ext>
            </a:extLst>
          </p:cNvPr>
          <p:cNvSpPr>
            <a:spLocks xmlns:a="http://schemas.openxmlformats.org/drawingml/2006/main" noGrp="1"/>
          </p:cNvSpPr>
          <p:nvPr/>
        </p:nvSpPr>
        <p:spPr>
          <a:xfrm xmlns:a="http://schemas.openxmlformats.org/drawingml/2006/main">
            <a:off x="685800" y="4019550"/>
            <a:ext cx="46291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5" name="bullet-3">
            <a:extLst xmlns:a="http://schemas.openxmlformats.org/drawingml/2006/main">
              <a:ext uri="{FF2B5EF4-FFF2-40B4-BE49-F238E27FC236}">
                <a16:creationId xmlns:a16="http://schemas.microsoft.com/office/drawing/2014/main" id="{AF6DA35E-D197-469D-B705-3DC77D46FC7C}"/>
              </a:ext>
            </a:extLst>
          </p:cNvPr>
          <p:cNvSpPr>
            <a:spLocks xmlns:a="http://schemas.openxmlformats.org/drawingml/2006/main" noGrp="1"/>
          </p:cNvSpPr>
          <p:nvPr/>
        </p:nvSpPr>
        <p:spPr>
          <a:xfrm xmlns:a="http://schemas.openxmlformats.org/drawingml/2006/main">
            <a:off x="457200" y="42100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6" name="bullet-text-3">
            <a:extLst xmlns:a="http://schemas.openxmlformats.org/drawingml/2006/main">
              <a:ext uri="{FF2B5EF4-FFF2-40B4-BE49-F238E27FC236}">
                <a16:creationId xmlns:a16="http://schemas.microsoft.com/office/drawing/2014/main" id="{3AA8E475-F42F-4C99-9A47-EF82165ADC9E}"/>
              </a:ext>
            </a:extLst>
          </p:cNvPr>
          <p:cNvSpPr>
            <a:spLocks xmlns:a="http://schemas.openxmlformats.org/drawingml/2006/main" noGrp="1"/>
          </p:cNvSpPr>
          <p:nvPr/>
        </p:nvSpPr>
        <p:spPr>
          <a:xfrm xmlns:a="http://schemas.openxmlformats.org/drawingml/2006/main">
            <a:off x="685800" y="411480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what authority has been delegated;</a:t>
            </a:r>
          </a:p>
        </p:txBody>
      </p:sp>
      <p:sp>
        <p:nvSpPr>
          <p:cNvPr id="17" name="bullet-rule-3">
            <a:extLst xmlns:a="http://schemas.openxmlformats.org/drawingml/2006/main">
              <a:ext uri="{FF2B5EF4-FFF2-40B4-BE49-F238E27FC236}">
                <a16:creationId xmlns:a16="http://schemas.microsoft.com/office/drawing/2014/main" id="{53BD5CB5-444E-4476-B52B-349E720AFCC3}"/>
              </a:ext>
            </a:extLst>
          </p:cNvPr>
          <p:cNvSpPr>
            <a:spLocks xmlns:a="http://schemas.openxmlformats.org/drawingml/2006/main" noGrp="1"/>
          </p:cNvSpPr>
          <p:nvPr/>
        </p:nvSpPr>
        <p:spPr>
          <a:xfrm xmlns:a="http://schemas.openxmlformats.org/drawingml/2006/main">
            <a:off x="685800" y="4362450"/>
            <a:ext cx="46291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8" name="bullet-4">
            <a:extLst xmlns:a="http://schemas.openxmlformats.org/drawingml/2006/main">
              <a:ext uri="{FF2B5EF4-FFF2-40B4-BE49-F238E27FC236}">
                <a16:creationId xmlns:a16="http://schemas.microsoft.com/office/drawing/2014/main" id="{0DEDA284-96F0-4CF0-A9C7-256B9A31CD03}"/>
              </a:ext>
            </a:extLst>
          </p:cNvPr>
          <p:cNvSpPr>
            <a:spLocks xmlns:a="http://schemas.openxmlformats.org/drawingml/2006/main" noGrp="1"/>
          </p:cNvSpPr>
          <p:nvPr/>
        </p:nvSpPr>
        <p:spPr>
          <a:xfrm xmlns:a="http://schemas.openxmlformats.org/drawingml/2006/main">
            <a:off x="457200" y="45529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9" name="bullet-text-4">
            <a:extLst xmlns:a="http://schemas.openxmlformats.org/drawingml/2006/main">
              <a:ext uri="{FF2B5EF4-FFF2-40B4-BE49-F238E27FC236}">
                <a16:creationId xmlns:a16="http://schemas.microsoft.com/office/drawing/2014/main" id="{27996B83-8B34-46CC-90BD-C7BEE07C9164}"/>
              </a:ext>
            </a:extLst>
          </p:cNvPr>
          <p:cNvSpPr>
            <a:spLocks xmlns:a="http://schemas.openxmlformats.org/drawingml/2006/main" noGrp="1"/>
          </p:cNvSpPr>
          <p:nvPr/>
        </p:nvSpPr>
        <p:spPr>
          <a:xfrm xmlns:a="http://schemas.openxmlformats.org/drawingml/2006/main">
            <a:off x="685800" y="445770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which policies apply;</a:t>
            </a:r>
          </a:p>
        </p:txBody>
      </p:sp>
      <p:sp>
        <p:nvSpPr>
          <p:cNvPr id="20" name="bullet-rule-4">
            <a:extLst xmlns:a="http://schemas.openxmlformats.org/drawingml/2006/main">
              <a:ext uri="{FF2B5EF4-FFF2-40B4-BE49-F238E27FC236}">
                <a16:creationId xmlns:a16="http://schemas.microsoft.com/office/drawing/2014/main" id="{D31257DD-5E0B-4D90-AA0C-BC24370D64B7}"/>
              </a:ext>
            </a:extLst>
          </p:cNvPr>
          <p:cNvSpPr>
            <a:spLocks xmlns:a="http://schemas.openxmlformats.org/drawingml/2006/main" noGrp="1"/>
          </p:cNvSpPr>
          <p:nvPr/>
        </p:nvSpPr>
        <p:spPr>
          <a:xfrm xmlns:a="http://schemas.openxmlformats.org/drawingml/2006/main">
            <a:off x="685800" y="4705350"/>
            <a:ext cx="46291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21" name="bullet-5">
            <a:extLst xmlns:a="http://schemas.openxmlformats.org/drawingml/2006/main">
              <a:ext uri="{FF2B5EF4-FFF2-40B4-BE49-F238E27FC236}">
                <a16:creationId xmlns:a16="http://schemas.microsoft.com/office/drawing/2014/main" id="{217467ED-7FA4-4464-9DE2-53D11925D72F}"/>
              </a:ext>
            </a:extLst>
          </p:cNvPr>
          <p:cNvSpPr>
            <a:spLocks xmlns:a="http://schemas.openxmlformats.org/drawingml/2006/main" noGrp="1"/>
          </p:cNvSpPr>
          <p:nvPr/>
        </p:nvSpPr>
        <p:spPr>
          <a:xfrm xmlns:a="http://schemas.openxmlformats.org/drawingml/2006/main">
            <a:off x="457200" y="48958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22" name="bullet-text-5">
            <a:extLst xmlns:a="http://schemas.openxmlformats.org/drawingml/2006/main">
              <a:ext uri="{FF2B5EF4-FFF2-40B4-BE49-F238E27FC236}">
                <a16:creationId xmlns:a16="http://schemas.microsoft.com/office/drawing/2014/main" id="{3B61E6E8-FCD6-416D-B240-16E769976D4C}"/>
              </a:ext>
            </a:extLst>
          </p:cNvPr>
          <p:cNvSpPr>
            <a:spLocks xmlns:a="http://schemas.openxmlformats.org/drawingml/2006/main" noGrp="1"/>
          </p:cNvSpPr>
          <p:nvPr/>
        </p:nvSpPr>
        <p:spPr>
          <a:xfrm xmlns:a="http://schemas.openxmlformats.org/drawingml/2006/main">
            <a:off x="685800" y="480060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whether approval or trust services are required;</a:t>
            </a:r>
          </a:p>
        </p:txBody>
      </p:sp>
      <p:sp>
        <p:nvSpPr>
          <p:cNvPr id="23" name="bullet-rule-5">
            <a:extLst xmlns:a="http://schemas.openxmlformats.org/drawingml/2006/main">
              <a:ext uri="{FF2B5EF4-FFF2-40B4-BE49-F238E27FC236}">
                <a16:creationId xmlns:a16="http://schemas.microsoft.com/office/drawing/2014/main" id="{D70151AF-53B9-4C23-852C-33E084208B45}"/>
              </a:ext>
            </a:extLst>
          </p:cNvPr>
          <p:cNvSpPr>
            <a:spLocks xmlns:a="http://schemas.openxmlformats.org/drawingml/2006/main" noGrp="1"/>
          </p:cNvSpPr>
          <p:nvPr/>
        </p:nvSpPr>
        <p:spPr>
          <a:xfrm xmlns:a="http://schemas.openxmlformats.org/drawingml/2006/main">
            <a:off x="685800" y="5048250"/>
            <a:ext cx="46291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24" name="bullet-6">
            <a:extLst xmlns:a="http://schemas.openxmlformats.org/drawingml/2006/main">
              <a:ext uri="{FF2B5EF4-FFF2-40B4-BE49-F238E27FC236}">
                <a16:creationId xmlns:a16="http://schemas.microsoft.com/office/drawing/2014/main" id="{42D72E95-FC98-4CD9-A325-7AA4F921ACCA}"/>
              </a:ext>
            </a:extLst>
          </p:cNvPr>
          <p:cNvSpPr>
            <a:spLocks xmlns:a="http://schemas.openxmlformats.org/drawingml/2006/main" noGrp="1"/>
          </p:cNvSpPr>
          <p:nvPr/>
        </p:nvSpPr>
        <p:spPr>
          <a:xfrm xmlns:a="http://schemas.openxmlformats.org/drawingml/2006/main">
            <a:off x="457200" y="52387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25" name="bullet-text-6">
            <a:extLst xmlns:a="http://schemas.openxmlformats.org/drawingml/2006/main">
              <a:ext uri="{FF2B5EF4-FFF2-40B4-BE49-F238E27FC236}">
                <a16:creationId xmlns:a16="http://schemas.microsoft.com/office/drawing/2014/main" id="{14968B0D-739C-4399-BC59-7A8C5F201D10}"/>
              </a:ext>
            </a:extLst>
          </p:cNvPr>
          <p:cNvSpPr>
            <a:spLocks xmlns:a="http://schemas.openxmlformats.org/drawingml/2006/main" noGrp="1"/>
          </p:cNvSpPr>
          <p:nvPr/>
        </p:nvSpPr>
        <p:spPr>
          <a:xfrm xmlns:a="http://schemas.openxmlformats.org/drawingml/2006/main">
            <a:off x="685800" y="514350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what actually executes;</a:t>
            </a:r>
          </a:p>
        </p:txBody>
      </p:sp>
      <p:sp>
        <p:nvSpPr>
          <p:cNvPr id="26" name="bullet-rule-6">
            <a:extLst xmlns:a="http://schemas.openxmlformats.org/drawingml/2006/main">
              <a:ext uri="{FF2B5EF4-FFF2-40B4-BE49-F238E27FC236}">
                <a16:creationId xmlns:a16="http://schemas.microsoft.com/office/drawing/2014/main" id="{0531942E-FEAE-45F2-802A-710BA33626FF}"/>
              </a:ext>
            </a:extLst>
          </p:cNvPr>
          <p:cNvSpPr>
            <a:spLocks xmlns:a="http://schemas.openxmlformats.org/drawingml/2006/main" noGrp="1"/>
          </p:cNvSpPr>
          <p:nvPr/>
        </p:nvSpPr>
        <p:spPr>
          <a:xfrm xmlns:a="http://schemas.openxmlformats.org/drawingml/2006/main">
            <a:off x="685800" y="5391150"/>
            <a:ext cx="462915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27" name="bullet-7">
            <a:extLst xmlns:a="http://schemas.openxmlformats.org/drawingml/2006/main">
              <a:ext uri="{FF2B5EF4-FFF2-40B4-BE49-F238E27FC236}">
                <a16:creationId xmlns:a16="http://schemas.microsoft.com/office/drawing/2014/main" id="{5235255F-EDB0-4AC7-83D7-B1F96677CCEF}"/>
              </a:ext>
            </a:extLst>
          </p:cNvPr>
          <p:cNvSpPr>
            <a:spLocks xmlns:a="http://schemas.openxmlformats.org/drawingml/2006/main" noGrp="1"/>
          </p:cNvSpPr>
          <p:nvPr/>
        </p:nvSpPr>
        <p:spPr>
          <a:xfrm xmlns:a="http://schemas.openxmlformats.org/drawingml/2006/main">
            <a:off x="457200" y="55816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28" name="bullet-text-7">
            <a:extLst xmlns:a="http://schemas.openxmlformats.org/drawingml/2006/main">
              <a:ext uri="{FF2B5EF4-FFF2-40B4-BE49-F238E27FC236}">
                <a16:creationId xmlns:a16="http://schemas.microsoft.com/office/drawing/2014/main" id="{352022D1-9CD6-4BF2-ADF9-AFC271361C1F}"/>
              </a:ext>
            </a:extLst>
          </p:cNvPr>
          <p:cNvSpPr>
            <a:spLocks xmlns:a="http://schemas.openxmlformats.org/drawingml/2006/main" noGrp="1"/>
          </p:cNvSpPr>
          <p:nvPr/>
        </p:nvSpPr>
        <p:spPr>
          <a:xfrm xmlns:a="http://schemas.openxmlformats.org/drawingml/2006/main">
            <a:off x="685800" y="548640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what evidence is retained.</a:t>
            </a:r>
          </a:p>
        </p:txBody>
      </p:sp>
      <p:sp>
        <p:nvSpPr>
          <p:cNvPr id="29" name="agent-box">
            <a:extLst xmlns:a="http://schemas.openxmlformats.org/drawingml/2006/main">
              <a:ext uri="{FF2B5EF4-FFF2-40B4-BE49-F238E27FC236}">
                <a16:creationId xmlns:a16="http://schemas.microsoft.com/office/drawing/2014/main" id="{FAC1008F-D732-4E57-81FF-78B59C939820}"/>
              </a:ext>
            </a:extLst>
          </p:cNvPr>
          <p:cNvSpPr>
            <a:spLocks xmlns:a="http://schemas.openxmlformats.org/drawingml/2006/main" noGrp="1"/>
          </p:cNvSpPr>
          <p:nvPr/>
        </p:nvSpPr>
        <p:spPr>
          <a:xfrm xmlns:a="http://schemas.openxmlformats.org/drawingml/2006/main">
            <a:off x="6286500" y="2133600"/>
            <a:ext cx="4476750" cy="590550"/>
          </a:xfrm>
          <a:prstGeom xmlns:a="http://schemas.openxmlformats.org/drawingml/2006/main" prst="roundRect">
            <a:avLst>
              <a:gd name="adj" fmla="val 19355"/>
            </a:avLst>
          </a:prstGeom>
          <a:solidFill xmlns:a="http://schemas.openxmlformats.org/drawingml/2006/main">
            <a:srgbClr val="1D0090"/>
          </a:solidFill>
          <a:ln xmlns:a="http://schemas.openxmlformats.org/drawingml/2006/main" w="0">
            <a:noFill/>
            <a:prstDash val="solid"/>
          </a:ln>
        </p:spPr>
      </p:sp>
      <p:sp>
        <p:nvSpPr>
          <p:cNvPr id="30" name="agent-label">
            <a:extLst xmlns:a="http://schemas.openxmlformats.org/drawingml/2006/main">
              <a:ext uri="{FF2B5EF4-FFF2-40B4-BE49-F238E27FC236}">
                <a16:creationId xmlns:a16="http://schemas.microsoft.com/office/drawing/2014/main" id="{0F5E7FDD-A6D0-4838-8FD6-698F7FE8AA15}"/>
              </a:ext>
            </a:extLst>
          </p:cNvPr>
          <p:cNvSpPr>
            <a:spLocks xmlns:a="http://schemas.openxmlformats.org/drawingml/2006/main" noGrp="1"/>
          </p:cNvSpPr>
          <p:nvPr/>
        </p:nvSpPr>
        <p:spPr>
          <a:xfrm xmlns:a="http://schemas.openxmlformats.org/drawingml/2006/main">
            <a:off x="6572250" y="23241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latin typeface="Mulish"/>
                <a:ea typeface="Mulish"/>
                <a:cs typeface="Mulish"/>
              </a:defRPr>
            </a:pPr>
            <a:r>
              <a:rPr sz="1125" b="1">
                <a:solidFill>
                  <a:srgbClr val="FFFFFF"/>
                </a:solidFill>
                <a:latin typeface="Mulish"/>
                <a:ea typeface="Mulish"/>
                <a:cs typeface="Mulish"/>
              </a:rPr>
              <a:t>AI AGENT</a:t>
            </a:r>
          </a:p>
        </p:txBody>
      </p:sp>
      <p:sp>
        <p:nvSpPr>
          <p:cNvPr id="31" name="agent-drop">
            <a:extLst xmlns:a="http://schemas.openxmlformats.org/drawingml/2006/main">
              <a:ext uri="{FF2B5EF4-FFF2-40B4-BE49-F238E27FC236}">
                <a16:creationId xmlns:a16="http://schemas.microsoft.com/office/drawing/2014/main" id="{AC4D6517-2C74-4DA0-AE3C-EC21A58F2B5C}"/>
              </a:ext>
            </a:extLst>
          </p:cNvPr>
          <p:cNvSpPr>
            <a:spLocks xmlns:a="http://schemas.openxmlformats.org/drawingml/2006/main" noGrp="1"/>
          </p:cNvSpPr>
          <p:nvPr/>
        </p:nvSpPr>
        <p:spPr>
          <a:xfrm xmlns:a="http://schemas.openxmlformats.org/drawingml/2006/main">
            <a:off x="8515350" y="2724150"/>
            <a:ext cx="28575" cy="40005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32" name="governed-layer">
            <a:extLst xmlns:a="http://schemas.openxmlformats.org/drawingml/2006/main">
              <a:ext uri="{FF2B5EF4-FFF2-40B4-BE49-F238E27FC236}">
                <a16:creationId xmlns:a16="http://schemas.microsoft.com/office/drawing/2014/main" id="{6CE30DAE-00BE-4D05-81FD-7A52BB72FAA8}"/>
              </a:ext>
            </a:extLst>
          </p:cNvPr>
          <p:cNvSpPr>
            <a:spLocks xmlns:a="http://schemas.openxmlformats.org/drawingml/2006/main" noGrp="1"/>
          </p:cNvSpPr>
          <p:nvPr/>
        </p:nvSpPr>
        <p:spPr>
          <a:xfrm xmlns:a="http://schemas.openxmlformats.org/drawingml/2006/main">
            <a:off x="5905500" y="3124200"/>
            <a:ext cx="5238750" cy="1200150"/>
          </a:xfrm>
          <a:prstGeom xmlns:a="http://schemas.openxmlformats.org/drawingml/2006/main" prst="roundRect">
            <a:avLst>
              <a:gd name="adj" fmla="val 9524"/>
            </a:avLst>
          </a:prstGeom>
          <a:solidFill xmlns:a="http://schemas.openxmlformats.org/drawingml/2006/main">
            <a:srgbClr val="7000FF"/>
          </a:solidFill>
          <a:ln xmlns:a="http://schemas.openxmlformats.org/drawingml/2006/main" w="0">
            <a:noFill/>
            <a:prstDash val="solid"/>
          </a:ln>
        </p:spPr>
      </p:sp>
      <p:sp>
        <p:nvSpPr>
          <p:cNvPr id="33" name="governed-label">
            <a:extLst xmlns:a="http://schemas.openxmlformats.org/drawingml/2006/main">
              <a:ext uri="{FF2B5EF4-FFF2-40B4-BE49-F238E27FC236}">
                <a16:creationId xmlns:a16="http://schemas.microsoft.com/office/drawing/2014/main" id="{B9FF82C9-008B-41C7-B982-99B3DA583FD6}"/>
              </a:ext>
            </a:extLst>
          </p:cNvPr>
          <p:cNvSpPr>
            <a:spLocks xmlns:a="http://schemas.openxmlformats.org/drawingml/2006/main" noGrp="1"/>
          </p:cNvSpPr>
          <p:nvPr/>
        </p:nvSpPr>
        <p:spPr>
          <a:xfrm xmlns:a="http://schemas.openxmlformats.org/drawingml/2006/main">
            <a:off x="6191250" y="33718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latin typeface="Mulish"/>
                <a:ea typeface="Mulish"/>
                <a:cs typeface="Mulish"/>
              </a:defRPr>
            </a:pPr>
            <a:r>
              <a:rPr sz="1500" b="1">
                <a:solidFill>
                  <a:srgbClr val="FFFFFF"/>
                </a:solidFill>
                <a:latin typeface="Mulish"/>
                <a:ea typeface="Mulish"/>
                <a:cs typeface="Mulish"/>
              </a:rPr>
              <a:t>CIRCULARO GOVERNED EXECUTION LAYER</a:t>
            </a:r>
          </a:p>
        </p:txBody>
      </p:sp>
      <p:sp>
        <p:nvSpPr>
          <p:cNvPr id="34" name="governed-controls">
            <a:extLst xmlns:a="http://schemas.openxmlformats.org/drawingml/2006/main">
              <a:ext uri="{FF2B5EF4-FFF2-40B4-BE49-F238E27FC236}">
                <a16:creationId xmlns:a16="http://schemas.microsoft.com/office/drawing/2014/main" id="{E99FB89F-E1E1-4ACC-8F23-377008D66A73}"/>
              </a:ext>
            </a:extLst>
          </p:cNvPr>
          <p:cNvSpPr>
            <a:spLocks xmlns:a="http://schemas.openxmlformats.org/drawingml/2006/main" noGrp="1"/>
          </p:cNvSpPr>
          <p:nvPr/>
        </p:nvSpPr>
        <p:spPr>
          <a:xfrm xmlns:a="http://schemas.openxmlformats.org/drawingml/2006/main">
            <a:off x="6191250" y="377190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FFFFFF"/>
                </a:solidFill>
                <a:latin typeface="Mulish"/>
                <a:ea typeface="Mulish"/>
                <a:cs typeface="Mulish"/>
              </a:defRPr>
            </a:pPr>
            <a:r>
              <a:rPr sz="1350" b="0">
                <a:solidFill>
                  <a:srgbClr val="FFFFFF"/>
                </a:solidFill>
                <a:latin typeface="Mulish"/>
                <a:ea typeface="Mulish"/>
                <a:cs typeface="Mulish"/>
              </a:rPr>
              <a:t>Identity · Authority · Policy · Approval</a:t>
            </a:r>
          </a:p>
          <a:p xmlns:a="http://schemas.openxmlformats.org/drawingml/2006/main">
            <a:pPr algn="ctr">
              <a:defRPr sz="1350" b="0">
                <a:solidFill>
                  <a:srgbClr val="FFFFFF"/>
                </a:solidFill>
                <a:latin typeface="Mulish"/>
                <a:ea typeface="Mulish"/>
                <a:cs typeface="Mulish"/>
              </a:defRPr>
            </a:pPr>
            <a:r>
              <a:rPr sz="1350" b="0">
                <a:solidFill>
                  <a:srgbClr val="FFFFFF"/>
                </a:solidFill>
                <a:latin typeface="Mulish"/>
                <a:ea typeface="Mulish"/>
                <a:cs typeface="Mulish"/>
              </a:rPr>
              <a:t>Trust Services · Execution</a:t>
            </a:r>
          </a:p>
        </p:txBody>
      </p:sp>
      <p:sp>
        <p:nvSpPr>
          <p:cNvPr id="35" name="layer-drop">
            <a:extLst xmlns:a="http://schemas.openxmlformats.org/drawingml/2006/main">
              <a:ext uri="{FF2B5EF4-FFF2-40B4-BE49-F238E27FC236}">
                <a16:creationId xmlns:a16="http://schemas.microsoft.com/office/drawing/2014/main" id="{E53E64E0-97EA-4E26-8ECD-F9B9CFBDB23D}"/>
              </a:ext>
            </a:extLst>
          </p:cNvPr>
          <p:cNvSpPr>
            <a:spLocks xmlns:a="http://schemas.openxmlformats.org/drawingml/2006/main" noGrp="1"/>
          </p:cNvSpPr>
          <p:nvPr/>
        </p:nvSpPr>
        <p:spPr>
          <a:xfrm xmlns:a="http://schemas.openxmlformats.org/drawingml/2006/main">
            <a:off x="8515350" y="4324350"/>
            <a:ext cx="28575" cy="40005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36" name="systems-box">
            <a:extLst xmlns:a="http://schemas.openxmlformats.org/drawingml/2006/main">
              <a:ext uri="{FF2B5EF4-FFF2-40B4-BE49-F238E27FC236}">
                <a16:creationId xmlns:a16="http://schemas.microsoft.com/office/drawing/2014/main" id="{0FE2049F-65E6-42A1-B494-A583AC4BE15A}"/>
              </a:ext>
            </a:extLst>
          </p:cNvPr>
          <p:cNvSpPr>
            <a:spLocks xmlns:a="http://schemas.openxmlformats.org/drawingml/2006/main" noGrp="1"/>
          </p:cNvSpPr>
          <p:nvPr/>
        </p:nvSpPr>
        <p:spPr>
          <a:xfrm xmlns:a="http://schemas.openxmlformats.org/drawingml/2006/main">
            <a:off x="5905500" y="4724400"/>
            <a:ext cx="2476500" cy="685800"/>
          </a:xfrm>
          <a:prstGeom xmlns:a="http://schemas.openxmlformats.org/drawingml/2006/main" prst="roundRect">
            <a:avLst>
              <a:gd name="adj" fmla="val 16667"/>
            </a:avLst>
          </a:prstGeom>
          <a:solidFill xmlns:a="http://schemas.openxmlformats.org/drawingml/2006/main">
            <a:srgbClr val="F5EDFF"/>
          </a:solidFill>
          <a:ln xmlns:a="http://schemas.openxmlformats.org/drawingml/2006/main" w="9525">
            <a:solidFill>
              <a:srgbClr val="C9AEFF"/>
            </a:solidFill>
            <a:prstDash val="solid"/>
          </a:ln>
        </p:spPr>
      </p:sp>
      <p:sp>
        <p:nvSpPr>
          <p:cNvPr id="37" name="systems-label">
            <a:extLst xmlns:a="http://schemas.openxmlformats.org/drawingml/2006/main">
              <a:ext uri="{FF2B5EF4-FFF2-40B4-BE49-F238E27FC236}">
                <a16:creationId xmlns:a16="http://schemas.microsoft.com/office/drawing/2014/main" id="{0D184EB9-363B-4340-A0A5-8C295C04406A}"/>
              </a:ext>
            </a:extLst>
          </p:cNvPr>
          <p:cNvSpPr>
            <a:spLocks xmlns:a="http://schemas.openxmlformats.org/drawingml/2006/main" noGrp="1"/>
          </p:cNvSpPr>
          <p:nvPr/>
        </p:nvSpPr>
        <p:spPr>
          <a:xfrm xmlns:a="http://schemas.openxmlformats.org/drawingml/2006/main">
            <a:off x="6115050" y="491490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D0090"/>
                </a:solidFill>
                <a:latin typeface="Mulish"/>
                <a:ea typeface="Mulish"/>
                <a:cs typeface="Mulish"/>
              </a:defRPr>
            </a:pPr>
            <a:r>
              <a:rPr sz="975" b="1">
                <a:solidFill>
                  <a:srgbClr val="1D0090"/>
                </a:solidFill>
                <a:latin typeface="Mulish"/>
                <a:ea typeface="Mulish"/>
                <a:cs typeface="Mulish"/>
              </a:rPr>
              <a:t>ENTERPRISE / TRUST SYSTEMS</a:t>
            </a:r>
          </a:p>
        </p:txBody>
      </p:sp>
      <p:sp>
        <p:nvSpPr>
          <p:cNvPr id="38" name="evidence-box">
            <a:extLst xmlns:a="http://schemas.openxmlformats.org/drawingml/2006/main">
              <a:ext uri="{FF2B5EF4-FFF2-40B4-BE49-F238E27FC236}">
                <a16:creationId xmlns:a16="http://schemas.microsoft.com/office/drawing/2014/main" id="{D143283E-F802-48BA-BE9A-98D892F72F6E}"/>
              </a:ext>
            </a:extLst>
          </p:cNvPr>
          <p:cNvSpPr>
            <a:spLocks xmlns:a="http://schemas.openxmlformats.org/drawingml/2006/main" noGrp="1"/>
          </p:cNvSpPr>
          <p:nvPr/>
        </p:nvSpPr>
        <p:spPr>
          <a:xfrm xmlns:a="http://schemas.openxmlformats.org/drawingml/2006/main">
            <a:off x="8667750" y="4724400"/>
            <a:ext cx="2476500" cy="685800"/>
          </a:xfrm>
          <a:prstGeom xmlns:a="http://schemas.openxmlformats.org/drawingml/2006/main" prst="roundRect">
            <a:avLst>
              <a:gd name="adj" fmla="val 16667"/>
            </a:avLst>
          </a:prstGeom>
          <a:solidFill xmlns:a="http://schemas.openxmlformats.org/drawingml/2006/main">
            <a:srgbClr val="1D0090"/>
          </a:solidFill>
          <a:ln xmlns:a="http://schemas.openxmlformats.org/drawingml/2006/main" w="0">
            <a:noFill/>
            <a:prstDash val="solid"/>
          </a:ln>
        </p:spPr>
      </p:sp>
      <p:sp>
        <p:nvSpPr>
          <p:cNvPr id="39" name="evidence-label">
            <a:extLst xmlns:a="http://schemas.openxmlformats.org/drawingml/2006/main">
              <a:ext uri="{FF2B5EF4-FFF2-40B4-BE49-F238E27FC236}">
                <a16:creationId xmlns:a16="http://schemas.microsoft.com/office/drawing/2014/main" id="{F5CBA52D-859D-41C1-80B3-CDEB826CC741}"/>
              </a:ext>
            </a:extLst>
          </p:cNvPr>
          <p:cNvSpPr>
            <a:spLocks xmlns:a="http://schemas.openxmlformats.org/drawingml/2006/main" noGrp="1"/>
          </p:cNvSpPr>
          <p:nvPr/>
        </p:nvSpPr>
        <p:spPr>
          <a:xfrm xmlns:a="http://schemas.openxmlformats.org/drawingml/2006/main">
            <a:off x="8877300" y="4962525"/>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EVIDENCE</a:t>
            </a:r>
          </a:p>
        </p:txBody>
      </p:sp>
    </p:spTree>
    <p:extLst>
      <p:ext uri="{BB962C8B-B14F-4D97-AF65-F5344CB8AC3E}">
        <p14:creationId xmlns:p14="http://schemas.microsoft.com/office/powerpoint/2010/main" val="2046151902"/>
      </p:ext>
    </p:extLst>
  </p:cSld>
</p:sld>
</file>

<file path=ppt/slides/slide13.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cb6105705174230"/>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0FC28C1-3C8C-48F6-A660-2F8265C9C4C6}"/>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13</a:t>
            </a:r>
          </a:p>
        </p:txBody>
      </p:sp>
      <p:sp>
        <p:nvSpPr>
          <p:cNvPr id="3" name="signature-line">
            <a:extLst xmlns:a="http://schemas.openxmlformats.org/drawingml/2006/main">
              <a:ext uri="{FF2B5EF4-FFF2-40B4-BE49-F238E27FC236}">
                <a16:creationId xmlns:a16="http://schemas.microsoft.com/office/drawing/2014/main" id="{4742D718-61FF-4DD8-A32B-865EC52CD632}"/>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CD890B4E-8321-4993-8D37-D6214ED3E89A}"/>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E4DC069D-47F4-4203-8B43-03AEC9FC0D41}"/>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9FC79B7B-FAEA-4DAF-8ED5-BB2CEB904F49}"/>
              </a:ext>
            </a:extLst>
          </p:cNvPr>
          <p:cNvSpPr>
            <a:spLocks xmlns:a="http://schemas.openxmlformats.org/drawingml/2006/main" noGrp="1"/>
          </p:cNvSpPr>
          <p:nvPr/>
        </p:nvSpPr>
        <p:spPr>
          <a:xfrm xmlns:a="http://schemas.openxmlformats.org/drawingml/2006/main">
            <a:off x="457200" y="914400"/>
            <a:ext cx="11144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Every Governed Action Strengthens the Next One</a:t>
            </a:r>
          </a:p>
        </p:txBody>
      </p:sp>
      <p:sp>
        <p:nvSpPr>
          <p:cNvPr id="7" name="flywheel-1-shape">
            <a:extLst xmlns:a="http://schemas.openxmlformats.org/drawingml/2006/main">
              <a:ext uri="{FF2B5EF4-FFF2-40B4-BE49-F238E27FC236}">
                <a16:creationId xmlns:a16="http://schemas.microsoft.com/office/drawing/2014/main" id="{B9A79E4F-E32A-46D3-BAE5-265ABE68E613}"/>
              </a:ext>
            </a:extLst>
          </p:cNvPr>
          <p:cNvSpPr>
            <a:spLocks xmlns:a="http://schemas.openxmlformats.org/drawingml/2006/main" noGrp="1"/>
          </p:cNvSpPr>
          <p:nvPr/>
        </p:nvSpPr>
        <p:spPr>
          <a:xfrm xmlns:a="http://schemas.openxmlformats.org/drawingml/2006/main">
            <a:off x="4743450" y="20955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8" name="flywheel-1-text">
            <a:extLst xmlns:a="http://schemas.openxmlformats.org/drawingml/2006/main">
              <a:ext uri="{FF2B5EF4-FFF2-40B4-BE49-F238E27FC236}">
                <a16:creationId xmlns:a16="http://schemas.microsoft.com/office/drawing/2014/main" id="{CA34ADAD-955D-4046-9F15-BA58922A87AC}"/>
              </a:ext>
            </a:extLst>
          </p:cNvPr>
          <p:cNvSpPr>
            <a:spLocks xmlns:a="http://schemas.openxmlformats.org/drawingml/2006/main" noGrp="1"/>
          </p:cNvSpPr>
          <p:nvPr/>
        </p:nvSpPr>
        <p:spPr>
          <a:xfrm xmlns:a="http://schemas.openxmlformats.org/drawingml/2006/main">
            <a:off x="4743450" y="22002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9" name="flywheel-label-1">
            <a:extLst xmlns:a="http://schemas.openxmlformats.org/drawingml/2006/main">
              <a:ext uri="{FF2B5EF4-FFF2-40B4-BE49-F238E27FC236}">
                <a16:creationId xmlns:a16="http://schemas.microsoft.com/office/drawing/2014/main" id="{6E6FB275-7A1A-4004-A346-4559E1D11ABE}"/>
              </a:ext>
            </a:extLst>
          </p:cNvPr>
          <p:cNvSpPr>
            <a:spLocks xmlns:a="http://schemas.openxmlformats.org/drawingml/2006/main" noGrp="1"/>
          </p:cNvSpPr>
          <p:nvPr/>
        </p:nvSpPr>
        <p:spPr>
          <a:xfrm xmlns:a="http://schemas.openxmlformats.org/drawingml/2006/main">
            <a:off x="4229100" y="26098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Trusted Collaboration</a:t>
            </a:r>
          </a:p>
        </p:txBody>
      </p:sp>
      <p:sp>
        <p:nvSpPr>
          <p:cNvPr id="10" name="flywheel-2-shape">
            <a:extLst xmlns:a="http://schemas.openxmlformats.org/drawingml/2006/main">
              <a:ext uri="{FF2B5EF4-FFF2-40B4-BE49-F238E27FC236}">
                <a16:creationId xmlns:a16="http://schemas.microsoft.com/office/drawing/2014/main" id="{7A70CEE2-8B14-44A3-9F91-658D05FC6A62}"/>
              </a:ext>
            </a:extLst>
          </p:cNvPr>
          <p:cNvSpPr>
            <a:spLocks xmlns:a="http://schemas.openxmlformats.org/drawingml/2006/main" noGrp="1"/>
          </p:cNvSpPr>
          <p:nvPr/>
        </p:nvSpPr>
        <p:spPr>
          <a:xfrm xmlns:a="http://schemas.openxmlformats.org/drawingml/2006/main">
            <a:off x="7334250" y="24003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1" name="flywheel-2-text">
            <a:extLst xmlns:a="http://schemas.openxmlformats.org/drawingml/2006/main">
              <a:ext uri="{FF2B5EF4-FFF2-40B4-BE49-F238E27FC236}">
                <a16:creationId xmlns:a16="http://schemas.microsoft.com/office/drawing/2014/main" id="{CA876ED7-14A3-48C4-A372-0F6EADC9DD21}"/>
              </a:ext>
            </a:extLst>
          </p:cNvPr>
          <p:cNvSpPr>
            <a:spLocks xmlns:a="http://schemas.openxmlformats.org/drawingml/2006/main" noGrp="1"/>
          </p:cNvSpPr>
          <p:nvPr/>
        </p:nvSpPr>
        <p:spPr>
          <a:xfrm xmlns:a="http://schemas.openxmlformats.org/drawingml/2006/main">
            <a:off x="7334250" y="25050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02</a:t>
            </a:r>
          </a:p>
        </p:txBody>
      </p:sp>
      <p:sp>
        <p:nvSpPr>
          <p:cNvPr id="12" name="flywheel-label-2">
            <a:extLst xmlns:a="http://schemas.openxmlformats.org/drawingml/2006/main">
              <a:ext uri="{FF2B5EF4-FFF2-40B4-BE49-F238E27FC236}">
                <a16:creationId xmlns:a16="http://schemas.microsoft.com/office/drawing/2014/main" id="{A018412A-95A0-40EB-9640-A4C4D6E1D43E}"/>
              </a:ext>
            </a:extLst>
          </p:cNvPr>
          <p:cNvSpPr>
            <a:spLocks xmlns:a="http://schemas.openxmlformats.org/drawingml/2006/main" noGrp="1"/>
          </p:cNvSpPr>
          <p:nvPr/>
        </p:nvSpPr>
        <p:spPr>
          <a:xfrm xmlns:a="http://schemas.openxmlformats.org/drawingml/2006/main">
            <a:off x="6819900" y="29146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Trusted Execution</a:t>
            </a:r>
          </a:p>
        </p:txBody>
      </p:sp>
      <p:sp>
        <p:nvSpPr>
          <p:cNvPr id="13" name="flywheel-3-shape">
            <a:extLst xmlns:a="http://schemas.openxmlformats.org/drawingml/2006/main">
              <a:ext uri="{FF2B5EF4-FFF2-40B4-BE49-F238E27FC236}">
                <a16:creationId xmlns:a16="http://schemas.microsoft.com/office/drawing/2014/main" id="{9D54A955-A91B-4499-AABF-7D6B4353C3F7}"/>
              </a:ext>
            </a:extLst>
          </p:cNvPr>
          <p:cNvSpPr>
            <a:spLocks xmlns:a="http://schemas.openxmlformats.org/drawingml/2006/main" noGrp="1"/>
          </p:cNvSpPr>
          <p:nvPr/>
        </p:nvSpPr>
        <p:spPr>
          <a:xfrm xmlns:a="http://schemas.openxmlformats.org/drawingml/2006/main">
            <a:off x="8382000" y="36576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4" name="flywheel-3-text">
            <a:extLst xmlns:a="http://schemas.openxmlformats.org/drawingml/2006/main">
              <a:ext uri="{FF2B5EF4-FFF2-40B4-BE49-F238E27FC236}">
                <a16:creationId xmlns:a16="http://schemas.microsoft.com/office/drawing/2014/main" id="{355429F8-2730-4F72-B416-FA9B2253028F}"/>
              </a:ext>
            </a:extLst>
          </p:cNvPr>
          <p:cNvSpPr>
            <a:spLocks xmlns:a="http://schemas.openxmlformats.org/drawingml/2006/main" noGrp="1"/>
          </p:cNvSpPr>
          <p:nvPr/>
        </p:nvSpPr>
        <p:spPr>
          <a:xfrm xmlns:a="http://schemas.openxmlformats.org/drawingml/2006/main">
            <a:off x="8382000" y="3762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03</a:t>
            </a:r>
          </a:p>
        </p:txBody>
      </p:sp>
      <p:sp>
        <p:nvSpPr>
          <p:cNvPr id="15" name="flywheel-label-3">
            <a:extLst xmlns:a="http://schemas.openxmlformats.org/drawingml/2006/main">
              <a:ext uri="{FF2B5EF4-FFF2-40B4-BE49-F238E27FC236}">
                <a16:creationId xmlns:a16="http://schemas.microsoft.com/office/drawing/2014/main" id="{1AEBEDC0-BE3B-475E-95C7-4B79B25FFA66}"/>
              </a:ext>
            </a:extLst>
          </p:cNvPr>
          <p:cNvSpPr>
            <a:spLocks xmlns:a="http://schemas.openxmlformats.org/drawingml/2006/main" noGrp="1"/>
          </p:cNvSpPr>
          <p:nvPr/>
        </p:nvSpPr>
        <p:spPr>
          <a:xfrm xmlns:a="http://schemas.openxmlformats.org/drawingml/2006/main">
            <a:off x="7867650" y="41719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Institutional Evidence</a:t>
            </a:r>
          </a:p>
        </p:txBody>
      </p:sp>
      <p:sp>
        <p:nvSpPr>
          <p:cNvPr id="16" name="flywheel-4-shape">
            <a:extLst xmlns:a="http://schemas.openxmlformats.org/drawingml/2006/main">
              <a:ext uri="{FF2B5EF4-FFF2-40B4-BE49-F238E27FC236}">
                <a16:creationId xmlns:a16="http://schemas.microsoft.com/office/drawing/2014/main" id="{187C1F8D-F7C7-4EC9-84C7-143AFEBB76AE}"/>
              </a:ext>
            </a:extLst>
          </p:cNvPr>
          <p:cNvSpPr>
            <a:spLocks xmlns:a="http://schemas.openxmlformats.org/drawingml/2006/main" noGrp="1"/>
          </p:cNvSpPr>
          <p:nvPr/>
        </p:nvSpPr>
        <p:spPr>
          <a:xfrm xmlns:a="http://schemas.openxmlformats.org/drawingml/2006/main">
            <a:off x="6838950" y="44196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17" name="flywheel-4-text">
            <a:extLst xmlns:a="http://schemas.openxmlformats.org/drawingml/2006/main">
              <a:ext uri="{FF2B5EF4-FFF2-40B4-BE49-F238E27FC236}">
                <a16:creationId xmlns:a16="http://schemas.microsoft.com/office/drawing/2014/main" id="{D2BDE52D-821F-44B6-AB56-3F90E559402E}"/>
              </a:ext>
            </a:extLst>
          </p:cNvPr>
          <p:cNvSpPr>
            <a:spLocks xmlns:a="http://schemas.openxmlformats.org/drawingml/2006/main" noGrp="1"/>
          </p:cNvSpPr>
          <p:nvPr/>
        </p:nvSpPr>
        <p:spPr>
          <a:xfrm xmlns:a="http://schemas.openxmlformats.org/drawingml/2006/main">
            <a:off x="6838950" y="4524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04</a:t>
            </a:r>
          </a:p>
        </p:txBody>
      </p:sp>
      <p:sp>
        <p:nvSpPr>
          <p:cNvPr id="18" name="flywheel-label-4">
            <a:extLst xmlns:a="http://schemas.openxmlformats.org/drawingml/2006/main">
              <a:ext uri="{FF2B5EF4-FFF2-40B4-BE49-F238E27FC236}">
                <a16:creationId xmlns:a16="http://schemas.microsoft.com/office/drawing/2014/main" id="{7C4D6F79-928B-40AE-846C-87630A3F2441}"/>
              </a:ext>
            </a:extLst>
          </p:cNvPr>
          <p:cNvSpPr>
            <a:spLocks xmlns:a="http://schemas.openxmlformats.org/drawingml/2006/main" noGrp="1"/>
          </p:cNvSpPr>
          <p:nvPr/>
        </p:nvSpPr>
        <p:spPr>
          <a:xfrm xmlns:a="http://schemas.openxmlformats.org/drawingml/2006/main">
            <a:off x="6324600" y="49339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Trusted Records</a:t>
            </a:r>
          </a:p>
        </p:txBody>
      </p:sp>
      <p:sp>
        <p:nvSpPr>
          <p:cNvPr id="19" name="flywheel-5-shape">
            <a:extLst xmlns:a="http://schemas.openxmlformats.org/drawingml/2006/main">
              <a:ext uri="{FF2B5EF4-FFF2-40B4-BE49-F238E27FC236}">
                <a16:creationId xmlns:a16="http://schemas.microsoft.com/office/drawing/2014/main" id="{EB293D2E-AA3C-4B8D-9EE1-9E63EFB3FA51}"/>
              </a:ext>
            </a:extLst>
          </p:cNvPr>
          <p:cNvSpPr>
            <a:spLocks xmlns:a="http://schemas.openxmlformats.org/drawingml/2006/main" noGrp="1"/>
          </p:cNvSpPr>
          <p:nvPr/>
        </p:nvSpPr>
        <p:spPr>
          <a:xfrm xmlns:a="http://schemas.openxmlformats.org/drawingml/2006/main">
            <a:off x="3867150" y="44196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20" name="flywheel-5-text">
            <a:extLst xmlns:a="http://schemas.openxmlformats.org/drawingml/2006/main">
              <a:ext uri="{FF2B5EF4-FFF2-40B4-BE49-F238E27FC236}">
                <a16:creationId xmlns:a16="http://schemas.microsoft.com/office/drawing/2014/main" id="{F0596FE0-FC54-432A-AE97-99F020CA65B5}"/>
              </a:ext>
            </a:extLst>
          </p:cNvPr>
          <p:cNvSpPr>
            <a:spLocks xmlns:a="http://schemas.openxmlformats.org/drawingml/2006/main" noGrp="1"/>
          </p:cNvSpPr>
          <p:nvPr/>
        </p:nvSpPr>
        <p:spPr>
          <a:xfrm xmlns:a="http://schemas.openxmlformats.org/drawingml/2006/main">
            <a:off x="3867150" y="4524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05</a:t>
            </a:r>
          </a:p>
        </p:txBody>
      </p:sp>
      <p:sp>
        <p:nvSpPr>
          <p:cNvPr id="21" name="flywheel-label-5">
            <a:extLst xmlns:a="http://schemas.openxmlformats.org/drawingml/2006/main">
              <a:ext uri="{FF2B5EF4-FFF2-40B4-BE49-F238E27FC236}">
                <a16:creationId xmlns:a16="http://schemas.microsoft.com/office/drawing/2014/main" id="{37416F57-B26A-46C4-BC54-C16FD220C5E7}"/>
              </a:ext>
            </a:extLst>
          </p:cNvPr>
          <p:cNvSpPr>
            <a:spLocks xmlns:a="http://schemas.openxmlformats.org/drawingml/2006/main" noGrp="1"/>
          </p:cNvSpPr>
          <p:nvPr/>
        </p:nvSpPr>
        <p:spPr>
          <a:xfrm xmlns:a="http://schemas.openxmlformats.org/drawingml/2006/main">
            <a:off x="3352800" y="49339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Trusted AI Context</a:t>
            </a:r>
          </a:p>
        </p:txBody>
      </p:sp>
      <p:sp>
        <p:nvSpPr>
          <p:cNvPr id="22" name="flywheel-6-shape">
            <a:extLst xmlns:a="http://schemas.openxmlformats.org/drawingml/2006/main">
              <a:ext uri="{FF2B5EF4-FFF2-40B4-BE49-F238E27FC236}">
                <a16:creationId xmlns:a16="http://schemas.microsoft.com/office/drawing/2014/main" id="{B7ADC2A8-4C4A-404C-BC22-DE65E3308193}"/>
              </a:ext>
            </a:extLst>
          </p:cNvPr>
          <p:cNvSpPr>
            <a:spLocks xmlns:a="http://schemas.openxmlformats.org/drawingml/2006/main" noGrp="1"/>
          </p:cNvSpPr>
          <p:nvPr/>
        </p:nvSpPr>
        <p:spPr>
          <a:xfrm xmlns:a="http://schemas.openxmlformats.org/drawingml/2006/main">
            <a:off x="2305050" y="3657600"/>
            <a:ext cx="419100" cy="419100"/>
          </a:xfrm>
          <a:prstGeom xmlns:a="http://schemas.openxmlformats.org/drawingml/2006/main" prst="roundRect">
            <a:avLst>
              <a:gd name="adj" fmla="val 27273"/>
            </a:avLst>
          </a:prstGeom>
          <a:solidFill xmlns:a="http://schemas.openxmlformats.org/drawingml/2006/main">
            <a:srgbClr val="3516AA"/>
          </a:solidFill>
          <a:ln xmlns:a="http://schemas.openxmlformats.org/drawingml/2006/main" w="19050">
            <a:solidFill>
              <a:srgbClr val="6E51DA"/>
            </a:solidFill>
            <a:prstDash val="solid"/>
          </a:ln>
        </p:spPr>
      </p:sp>
      <p:sp>
        <p:nvSpPr>
          <p:cNvPr id="23" name="flywheel-6-text">
            <a:extLst xmlns:a="http://schemas.openxmlformats.org/drawingml/2006/main">
              <a:ext uri="{FF2B5EF4-FFF2-40B4-BE49-F238E27FC236}">
                <a16:creationId xmlns:a16="http://schemas.microsoft.com/office/drawing/2014/main" id="{3083D1EF-C539-43F6-A678-7F383FE7002C}"/>
              </a:ext>
            </a:extLst>
          </p:cNvPr>
          <p:cNvSpPr>
            <a:spLocks xmlns:a="http://schemas.openxmlformats.org/drawingml/2006/main" noGrp="1"/>
          </p:cNvSpPr>
          <p:nvPr/>
        </p:nvSpPr>
        <p:spPr>
          <a:xfrm xmlns:a="http://schemas.openxmlformats.org/drawingml/2006/main">
            <a:off x="2305050" y="3762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06</a:t>
            </a:r>
          </a:p>
        </p:txBody>
      </p:sp>
      <p:sp>
        <p:nvSpPr>
          <p:cNvPr id="24" name="flywheel-label-6">
            <a:extLst xmlns:a="http://schemas.openxmlformats.org/drawingml/2006/main">
              <a:ext uri="{FF2B5EF4-FFF2-40B4-BE49-F238E27FC236}">
                <a16:creationId xmlns:a16="http://schemas.microsoft.com/office/drawing/2014/main" id="{427C7FE3-1E4C-411A-B716-7F529CBB0BC5}"/>
              </a:ext>
            </a:extLst>
          </p:cNvPr>
          <p:cNvSpPr>
            <a:spLocks xmlns:a="http://schemas.openxmlformats.org/drawingml/2006/main" noGrp="1"/>
          </p:cNvSpPr>
          <p:nvPr/>
        </p:nvSpPr>
        <p:spPr>
          <a:xfrm xmlns:a="http://schemas.openxmlformats.org/drawingml/2006/main">
            <a:off x="1790700" y="41719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Governed Agentic Action</a:t>
            </a:r>
          </a:p>
        </p:txBody>
      </p:sp>
      <p:sp>
        <p:nvSpPr>
          <p:cNvPr id="25" name="flywheel-7-shape">
            <a:extLst xmlns:a="http://schemas.openxmlformats.org/drawingml/2006/main">
              <a:ext uri="{FF2B5EF4-FFF2-40B4-BE49-F238E27FC236}">
                <a16:creationId xmlns:a16="http://schemas.microsoft.com/office/drawing/2014/main" id="{7C01EF93-DA20-49ED-959E-12D326027D8D}"/>
              </a:ext>
            </a:extLst>
          </p:cNvPr>
          <p:cNvSpPr>
            <a:spLocks xmlns:a="http://schemas.openxmlformats.org/drawingml/2006/main" noGrp="1"/>
          </p:cNvSpPr>
          <p:nvPr/>
        </p:nvSpPr>
        <p:spPr>
          <a:xfrm xmlns:a="http://schemas.openxmlformats.org/drawingml/2006/main">
            <a:off x="3162300" y="2400300"/>
            <a:ext cx="419100" cy="419100"/>
          </a:xfrm>
          <a:prstGeom xmlns:a="http://schemas.openxmlformats.org/drawingml/2006/main" prst="roundRect">
            <a:avLst>
              <a:gd name="adj" fmla="val 27273"/>
            </a:avLst>
          </a:prstGeom>
          <a:solidFill xmlns:a="http://schemas.openxmlformats.org/drawingml/2006/main">
            <a:srgbClr val="7000FF"/>
          </a:solidFill>
          <a:ln xmlns:a="http://schemas.openxmlformats.org/drawingml/2006/main" w="19050">
            <a:solidFill>
              <a:srgbClr val="7000FF"/>
            </a:solidFill>
            <a:prstDash val="solid"/>
          </a:ln>
        </p:spPr>
      </p:sp>
      <p:sp>
        <p:nvSpPr>
          <p:cNvPr id="26" name="flywheel-7-text">
            <a:extLst xmlns:a="http://schemas.openxmlformats.org/drawingml/2006/main">
              <a:ext uri="{FF2B5EF4-FFF2-40B4-BE49-F238E27FC236}">
                <a16:creationId xmlns:a16="http://schemas.microsoft.com/office/drawing/2014/main" id="{60F57E3A-EDA7-44AB-AC8D-6405C668BA70}"/>
              </a:ext>
            </a:extLst>
          </p:cNvPr>
          <p:cNvSpPr>
            <a:spLocks xmlns:a="http://schemas.openxmlformats.org/drawingml/2006/main" noGrp="1"/>
          </p:cNvSpPr>
          <p:nvPr/>
        </p:nvSpPr>
        <p:spPr>
          <a:xfrm xmlns:a="http://schemas.openxmlformats.org/drawingml/2006/main">
            <a:off x="3162300" y="25050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07</a:t>
            </a:r>
          </a:p>
        </p:txBody>
      </p:sp>
      <p:sp>
        <p:nvSpPr>
          <p:cNvPr id="27" name="flywheel-label-7">
            <a:extLst xmlns:a="http://schemas.openxmlformats.org/drawingml/2006/main">
              <a:ext uri="{FF2B5EF4-FFF2-40B4-BE49-F238E27FC236}">
                <a16:creationId xmlns:a16="http://schemas.microsoft.com/office/drawing/2014/main" id="{98A73936-BDF3-46EB-8F04-0A35A4DA43CC}"/>
              </a:ext>
            </a:extLst>
          </p:cNvPr>
          <p:cNvSpPr>
            <a:spLocks xmlns:a="http://schemas.openxmlformats.org/drawingml/2006/main" noGrp="1"/>
          </p:cNvSpPr>
          <p:nvPr/>
        </p:nvSpPr>
        <p:spPr>
          <a:xfrm xmlns:a="http://schemas.openxmlformats.org/drawingml/2006/main">
            <a:off x="2647950" y="29146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a:solidFill>
                  <a:srgbClr val="FFFFFF"/>
                </a:solidFill>
                <a:latin typeface="Mulish"/>
                <a:ea typeface="Mulish"/>
                <a:cs typeface="Mulish"/>
              </a:defRPr>
            </a:pPr>
            <a:r>
              <a:rPr sz="1238" b="1">
                <a:solidFill>
                  <a:srgbClr val="FFFFFF"/>
                </a:solidFill>
                <a:latin typeface="Mulish"/>
                <a:ea typeface="Mulish"/>
                <a:cs typeface="Mulish"/>
              </a:rPr>
              <a:t>New Trusted Execution + Evidence</a:t>
            </a:r>
          </a:p>
        </p:txBody>
      </p:sp>
      <p:sp>
        <p:nvSpPr>
          <p:cNvPr id="28" name="flywheel-core">
            <a:extLst xmlns:a="http://schemas.openxmlformats.org/drawingml/2006/main">
              <a:ext uri="{FF2B5EF4-FFF2-40B4-BE49-F238E27FC236}">
                <a16:creationId xmlns:a16="http://schemas.microsoft.com/office/drawing/2014/main" id="{80E2A8B2-8153-47B1-ADD4-4D75071E79A5}"/>
              </a:ext>
            </a:extLst>
          </p:cNvPr>
          <p:cNvSpPr>
            <a:spLocks xmlns:a="http://schemas.openxmlformats.org/drawingml/2006/main" noGrp="1"/>
          </p:cNvSpPr>
          <p:nvPr/>
        </p:nvSpPr>
        <p:spPr>
          <a:xfrm xmlns:a="http://schemas.openxmlformats.org/drawingml/2006/main">
            <a:off x="4552950" y="3429000"/>
            <a:ext cx="3048000" cy="914400"/>
          </a:xfrm>
          <a:prstGeom xmlns:a="http://schemas.openxmlformats.org/drawingml/2006/main" prst="roundRect">
            <a:avLst>
              <a:gd name="adj" fmla="val 12500"/>
            </a:avLst>
          </a:prstGeom>
          <a:solidFill xmlns:a="http://schemas.openxmlformats.org/drawingml/2006/main">
            <a:srgbClr val="7000FF"/>
          </a:solidFill>
          <a:ln xmlns:a="http://schemas.openxmlformats.org/drawingml/2006/main" w="0">
            <a:noFill/>
            <a:prstDash val="solid"/>
          </a:ln>
        </p:spPr>
      </p:sp>
      <p:sp>
        <p:nvSpPr>
          <p:cNvPr id="29" name="flywheel-core-label">
            <a:extLst xmlns:a="http://schemas.openxmlformats.org/drawingml/2006/main">
              <a:ext uri="{FF2B5EF4-FFF2-40B4-BE49-F238E27FC236}">
                <a16:creationId xmlns:a16="http://schemas.microsoft.com/office/drawing/2014/main" id="{DF53B6CD-32C1-49E5-A26D-70D5B577790C}"/>
              </a:ext>
            </a:extLst>
          </p:cNvPr>
          <p:cNvSpPr>
            <a:spLocks xmlns:a="http://schemas.openxmlformats.org/drawingml/2006/main" noGrp="1"/>
          </p:cNvSpPr>
          <p:nvPr/>
        </p:nvSpPr>
        <p:spPr>
          <a:xfrm xmlns:a="http://schemas.openxmlformats.org/drawingml/2006/main">
            <a:off x="4953000" y="3629025"/>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FFFF"/>
                </a:solidFill>
                <a:latin typeface="Spartan"/>
                <a:ea typeface="Spartan"/>
                <a:cs typeface="Spartan"/>
              </a:defRPr>
            </a:pPr>
            <a:r>
              <a:rPr sz="1950" b="1">
                <a:solidFill>
                  <a:srgbClr val="FFFFFF"/>
                </a:solidFill>
                <a:latin typeface="Spartan"/>
                <a:ea typeface="Spartan"/>
                <a:cs typeface="Spartan"/>
              </a:rPr>
              <a:t>TRUST</a:t>
            </a:r>
          </a:p>
          <a:p xmlns:a="http://schemas.openxmlformats.org/drawingml/2006/main">
            <a:pPr algn="ctr">
              <a:defRPr sz="1950" b="1">
                <a:solidFill>
                  <a:srgbClr val="FFFFFF"/>
                </a:solidFill>
                <a:latin typeface="Spartan"/>
                <a:ea typeface="Spartan"/>
                <a:cs typeface="Spartan"/>
              </a:defRPr>
            </a:pPr>
            <a:r>
              <a:rPr sz="1950" b="1">
                <a:solidFill>
                  <a:srgbClr val="FFFFFF"/>
                </a:solidFill>
                <a:latin typeface="Spartan"/>
                <a:ea typeface="Spartan"/>
                <a:cs typeface="Spartan"/>
              </a:rPr>
              <a:t>FLYWHEEL</a:t>
            </a:r>
          </a:p>
        </p:txBody>
      </p:sp>
      <p:sp>
        <p:nvSpPr>
          <p:cNvPr id="30" name="flywheel-message">
            <a:extLst xmlns:a="http://schemas.openxmlformats.org/drawingml/2006/main">
              <a:ext uri="{FF2B5EF4-FFF2-40B4-BE49-F238E27FC236}">
                <a16:creationId xmlns:a16="http://schemas.microsoft.com/office/drawing/2014/main" id="{9FF9F78D-DCE0-4C36-A541-586AA33EBDBF}"/>
              </a:ext>
            </a:extLst>
          </p:cNvPr>
          <p:cNvSpPr>
            <a:spLocks xmlns:a="http://schemas.openxmlformats.org/drawingml/2006/main" noGrp="1"/>
          </p:cNvSpPr>
          <p:nvPr/>
        </p:nvSpPr>
        <p:spPr>
          <a:xfrm xmlns:a="http://schemas.openxmlformats.org/drawingml/2006/main">
            <a:off x="457200" y="5638800"/>
            <a:ext cx="1078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latin typeface="Mulish"/>
                <a:ea typeface="Mulish"/>
                <a:cs typeface="Mulish"/>
              </a:defRPr>
            </a:pPr>
            <a:r>
              <a:rPr sz="1425" b="1">
                <a:solidFill>
                  <a:srgbClr val="FFFFFF"/>
                </a:solidFill>
                <a:latin typeface="Mulish"/>
                <a:ea typeface="Mulish"/>
                <a:cs typeface="Mulish"/>
              </a:rPr>
              <a:t>Trusted execution does not only produce an outcome. It creates institutional evidence and records that improve the context for future human and agentic actions.</a:t>
            </a:r>
          </a:p>
        </p:txBody>
      </p:sp>
    </p:spTree>
    <p:extLst>
      <p:ext uri="{BB962C8B-B14F-4D97-AF65-F5344CB8AC3E}">
        <p14:creationId xmlns:p14="http://schemas.microsoft.com/office/powerpoint/2010/main" val="6615645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af2ee0ab3474f11"/>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AC9A9A61-8EEA-4126-883D-3D4112D70A4A}"/>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14</a:t>
            </a:r>
          </a:p>
        </p:txBody>
      </p:sp>
      <p:sp>
        <p:nvSpPr>
          <p:cNvPr id="3" name="signature-line">
            <a:extLst xmlns:a="http://schemas.openxmlformats.org/drawingml/2006/main">
              <a:ext uri="{FF2B5EF4-FFF2-40B4-BE49-F238E27FC236}">
                <a16:creationId xmlns:a16="http://schemas.microsoft.com/office/drawing/2014/main" id="{9357F6BB-C59C-4864-9188-39BDD1D4C2B4}"/>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F961E262-84C2-4FF0-B681-1F97365DCE63}"/>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48EEC63F-1CBF-41B7-8BBF-753288200B3D}"/>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F8391209-A7C8-4B67-9CE8-7A8CE8F7ADEA}"/>
              </a:ext>
            </a:extLst>
          </p:cNvPr>
          <p:cNvSpPr>
            <a:spLocks xmlns:a="http://schemas.openxmlformats.org/drawingml/2006/main" noGrp="1"/>
          </p:cNvSpPr>
          <p:nvPr/>
        </p:nvSpPr>
        <p:spPr>
          <a:xfrm xmlns:a="http://schemas.openxmlformats.org/drawingml/2006/main">
            <a:off x="457200" y="914400"/>
            <a:ext cx="1085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The Trust Model Remains Consistent</a:t>
            </a:r>
          </a:p>
        </p:txBody>
      </p:sp>
      <p:sp>
        <p:nvSpPr>
          <p:cNvPr id="7" name="model-1-shape">
            <a:extLst xmlns:a="http://schemas.openxmlformats.org/drawingml/2006/main">
              <a:ext uri="{FF2B5EF4-FFF2-40B4-BE49-F238E27FC236}">
                <a16:creationId xmlns:a16="http://schemas.microsoft.com/office/drawing/2014/main" id="{2E8EFF78-4246-49CB-BD72-1ADDC96DF962}"/>
              </a:ext>
            </a:extLst>
          </p:cNvPr>
          <p:cNvSpPr>
            <a:spLocks xmlns:a="http://schemas.openxmlformats.org/drawingml/2006/main" noGrp="1"/>
          </p:cNvSpPr>
          <p:nvPr/>
        </p:nvSpPr>
        <p:spPr>
          <a:xfrm xmlns:a="http://schemas.openxmlformats.org/drawingml/2006/main">
            <a:off x="457200" y="2286000"/>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8" name="model-1-text">
            <a:extLst xmlns:a="http://schemas.openxmlformats.org/drawingml/2006/main">
              <a:ext uri="{FF2B5EF4-FFF2-40B4-BE49-F238E27FC236}">
                <a16:creationId xmlns:a16="http://schemas.microsoft.com/office/drawing/2014/main" id="{747D1385-74B5-448B-BC01-14D73AC83E1B}"/>
              </a:ext>
            </a:extLst>
          </p:cNvPr>
          <p:cNvSpPr>
            <a:spLocks xmlns:a="http://schemas.openxmlformats.org/drawingml/2006/main" noGrp="1"/>
          </p:cNvSpPr>
          <p:nvPr/>
        </p:nvSpPr>
        <p:spPr>
          <a:xfrm xmlns:a="http://schemas.openxmlformats.org/drawingml/2006/main">
            <a:off x="457200" y="23907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01</a:t>
            </a:r>
          </a:p>
        </p:txBody>
      </p:sp>
      <p:sp>
        <p:nvSpPr>
          <p:cNvPr id="9" name="model-title-1">
            <a:extLst xmlns:a="http://schemas.openxmlformats.org/drawingml/2006/main">
              <a:ext uri="{FF2B5EF4-FFF2-40B4-BE49-F238E27FC236}">
                <a16:creationId xmlns:a16="http://schemas.microsoft.com/office/drawing/2014/main" id="{9C479044-838D-4461-8F91-501B8B0A52FE}"/>
              </a:ext>
            </a:extLst>
          </p:cNvPr>
          <p:cNvSpPr>
            <a:spLocks xmlns:a="http://schemas.openxmlformats.org/drawingml/2006/main" noGrp="1"/>
          </p:cNvSpPr>
          <p:nvPr/>
        </p:nvSpPr>
        <p:spPr>
          <a:xfrm xmlns:a="http://schemas.openxmlformats.org/drawingml/2006/main">
            <a:off x="457200" y="2952750"/>
            <a:ext cx="3314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0090"/>
                </a:solidFill>
                <a:latin typeface="Spartan"/>
                <a:ea typeface="Spartan"/>
                <a:cs typeface="Spartan"/>
              </a:defRPr>
            </a:pPr>
            <a:r>
              <a:rPr sz="2025" b="1">
                <a:solidFill>
                  <a:srgbClr val="1D0090"/>
                </a:solidFill>
                <a:latin typeface="Spartan"/>
                <a:ea typeface="Spartan"/>
                <a:cs typeface="Spartan"/>
              </a:rPr>
              <a:t>Circularo SaaS</a:t>
            </a:r>
          </a:p>
        </p:txBody>
      </p:sp>
      <p:sp>
        <p:nvSpPr>
          <p:cNvPr id="10" name="model-body-1">
            <a:extLst xmlns:a="http://schemas.openxmlformats.org/drawingml/2006/main">
              <a:ext uri="{FF2B5EF4-FFF2-40B4-BE49-F238E27FC236}">
                <a16:creationId xmlns:a16="http://schemas.microsoft.com/office/drawing/2014/main" id="{2E90D7C3-C3B7-4DB8-8DD3-B2C0F13F2F69}"/>
              </a:ext>
            </a:extLst>
          </p:cNvPr>
          <p:cNvSpPr>
            <a:spLocks xmlns:a="http://schemas.openxmlformats.org/drawingml/2006/main" noGrp="1"/>
          </p:cNvSpPr>
          <p:nvPr/>
        </p:nvSpPr>
        <p:spPr>
          <a:xfrm xmlns:a="http://schemas.openxmlformats.org/drawingml/2006/main">
            <a:off x="457200" y="3905250"/>
            <a:ext cx="3314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D3D3D"/>
                </a:solidFill>
                <a:latin typeface="Mulish"/>
                <a:ea typeface="Mulish"/>
                <a:cs typeface="Mulish"/>
              </a:defRPr>
            </a:pPr>
            <a:r>
              <a:rPr sz="1500" b="0">
                <a:solidFill>
                  <a:srgbClr val="3D3D3D"/>
                </a:solidFill>
                <a:latin typeface="Mulish"/>
                <a:ea typeface="Mulish"/>
                <a:cs typeface="Mulish"/>
              </a:rPr>
              <a:t>Managed Trust Orchestration and Trusted Execution.</a:t>
            </a:r>
          </a:p>
        </p:txBody>
      </p:sp>
      <p:sp>
        <p:nvSpPr>
          <p:cNvPr id="11" name="model-2-shape">
            <a:extLst xmlns:a="http://schemas.openxmlformats.org/drawingml/2006/main">
              <a:ext uri="{FF2B5EF4-FFF2-40B4-BE49-F238E27FC236}">
                <a16:creationId xmlns:a16="http://schemas.microsoft.com/office/drawing/2014/main" id="{DC7A406E-9691-47C7-A660-9D391DB10E75}"/>
              </a:ext>
            </a:extLst>
          </p:cNvPr>
          <p:cNvSpPr>
            <a:spLocks xmlns:a="http://schemas.openxmlformats.org/drawingml/2006/main" noGrp="1"/>
          </p:cNvSpPr>
          <p:nvPr/>
        </p:nvSpPr>
        <p:spPr>
          <a:xfrm xmlns:a="http://schemas.openxmlformats.org/drawingml/2006/main">
            <a:off x="4267200" y="2286000"/>
            <a:ext cx="419100" cy="419100"/>
          </a:xfrm>
          <a:prstGeom xmlns:a="http://schemas.openxmlformats.org/drawingml/2006/main" prst="roundRect">
            <a:avLst>
              <a:gd name="adj" fmla="val 27273"/>
            </a:avLst>
          </a:prstGeom>
          <a:solidFill xmlns:a="http://schemas.openxmlformats.org/drawingml/2006/main">
            <a:srgbClr val="7000FF"/>
          </a:solidFill>
          <a:ln xmlns:a="http://schemas.openxmlformats.org/drawingml/2006/main" w="19050">
            <a:solidFill>
              <a:srgbClr val="7000FF"/>
            </a:solidFill>
            <a:prstDash val="solid"/>
          </a:ln>
        </p:spPr>
      </p:sp>
      <p:sp>
        <p:nvSpPr>
          <p:cNvPr id="12" name="model-2-text">
            <a:extLst xmlns:a="http://schemas.openxmlformats.org/drawingml/2006/main">
              <a:ext uri="{FF2B5EF4-FFF2-40B4-BE49-F238E27FC236}">
                <a16:creationId xmlns:a16="http://schemas.microsoft.com/office/drawing/2014/main" id="{B5D23954-3ED9-4BFD-B07D-BDBA23CB17AE}"/>
              </a:ext>
            </a:extLst>
          </p:cNvPr>
          <p:cNvSpPr>
            <a:spLocks xmlns:a="http://schemas.openxmlformats.org/drawingml/2006/main" noGrp="1"/>
          </p:cNvSpPr>
          <p:nvPr/>
        </p:nvSpPr>
        <p:spPr>
          <a:xfrm xmlns:a="http://schemas.openxmlformats.org/drawingml/2006/main">
            <a:off x="4267200" y="23907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Mulish"/>
                <a:ea typeface="Mulish"/>
                <a:cs typeface="Mulish"/>
              </a:defRPr>
            </a:pPr>
            <a:r>
              <a:rPr sz="1050" b="1">
                <a:solidFill>
                  <a:srgbClr val="FFFFFF"/>
                </a:solidFill>
                <a:latin typeface="Mulish"/>
                <a:ea typeface="Mulish"/>
                <a:cs typeface="Mulish"/>
              </a:rPr>
              <a:t>02</a:t>
            </a:r>
          </a:p>
        </p:txBody>
      </p:sp>
      <p:sp>
        <p:nvSpPr>
          <p:cNvPr id="13" name="model-title-2">
            <a:extLst xmlns:a="http://schemas.openxmlformats.org/drawingml/2006/main">
              <a:ext uri="{FF2B5EF4-FFF2-40B4-BE49-F238E27FC236}">
                <a16:creationId xmlns:a16="http://schemas.microsoft.com/office/drawing/2014/main" id="{2E6B08AF-0F88-476D-B71E-1543D02094F5}"/>
              </a:ext>
            </a:extLst>
          </p:cNvPr>
          <p:cNvSpPr>
            <a:spLocks xmlns:a="http://schemas.openxmlformats.org/drawingml/2006/main" noGrp="1"/>
          </p:cNvSpPr>
          <p:nvPr/>
        </p:nvSpPr>
        <p:spPr>
          <a:xfrm xmlns:a="http://schemas.openxmlformats.org/drawingml/2006/main">
            <a:off x="4267200" y="2952750"/>
            <a:ext cx="3314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0090"/>
                </a:solidFill>
                <a:latin typeface="Spartan"/>
                <a:ea typeface="Spartan"/>
                <a:cs typeface="Spartan"/>
              </a:defRPr>
            </a:pPr>
            <a:r>
              <a:rPr sz="2025" b="1">
                <a:solidFill>
                  <a:srgbClr val="1D0090"/>
                </a:solidFill>
                <a:latin typeface="Spartan"/>
                <a:ea typeface="Spartan"/>
                <a:cs typeface="Spartan"/>
              </a:rPr>
              <a:t>Circularo Sovereign</a:t>
            </a:r>
          </a:p>
        </p:txBody>
      </p:sp>
      <p:sp>
        <p:nvSpPr>
          <p:cNvPr id="14" name="model-body-2">
            <a:extLst xmlns:a="http://schemas.openxmlformats.org/drawingml/2006/main">
              <a:ext uri="{FF2B5EF4-FFF2-40B4-BE49-F238E27FC236}">
                <a16:creationId xmlns:a16="http://schemas.microsoft.com/office/drawing/2014/main" id="{F471A726-E111-4BCE-A5DD-F733843AF45A}"/>
              </a:ext>
            </a:extLst>
          </p:cNvPr>
          <p:cNvSpPr>
            <a:spLocks xmlns:a="http://schemas.openxmlformats.org/drawingml/2006/main" noGrp="1"/>
          </p:cNvSpPr>
          <p:nvPr/>
        </p:nvSpPr>
        <p:spPr>
          <a:xfrm xmlns:a="http://schemas.openxmlformats.org/drawingml/2006/main">
            <a:off x="4267200" y="3905250"/>
            <a:ext cx="3314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D3D3D"/>
                </a:solidFill>
                <a:latin typeface="Mulish"/>
                <a:ea typeface="Mulish"/>
                <a:cs typeface="Mulish"/>
              </a:defRPr>
            </a:pPr>
            <a:r>
              <a:rPr sz="1500" b="0">
                <a:solidFill>
                  <a:srgbClr val="3D3D3D"/>
                </a:solidFill>
                <a:latin typeface="Mulish"/>
                <a:ea typeface="Mulish"/>
                <a:cs typeface="Mulish"/>
              </a:rPr>
              <a:t>Customer-controlled infrastructure for sovereignty, isolation, residency and deployment control.</a:t>
            </a:r>
          </a:p>
        </p:txBody>
      </p:sp>
      <p:sp>
        <p:nvSpPr>
          <p:cNvPr id="15" name="model-3-shape">
            <a:extLst xmlns:a="http://schemas.openxmlformats.org/drawingml/2006/main">
              <a:ext uri="{FF2B5EF4-FFF2-40B4-BE49-F238E27FC236}">
                <a16:creationId xmlns:a16="http://schemas.microsoft.com/office/drawing/2014/main" id="{E1AFDD65-340A-4430-B3CA-2B4D23D82E95}"/>
              </a:ext>
            </a:extLst>
          </p:cNvPr>
          <p:cNvSpPr>
            <a:spLocks xmlns:a="http://schemas.openxmlformats.org/drawingml/2006/main" noGrp="1"/>
          </p:cNvSpPr>
          <p:nvPr/>
        </p:nvSpPr>
        <p:spPr>
          <a:xfrm xmlns:a="http://schemas.openxmlformats.org/drawingml/2006/main">
            <a:off x="8077200" y="2286000"/>
            <a:ext cx="419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7000FF"/>
            </a:solidFill>
            <a:prstDash val="solid"/>
          </a:ln>
        </p:spPr>
      </p:sp>
      <p:sp>
        <p:nvSpPr>
          <p:cNvPr id="16" name="model-3-text">
            <a:extLst xmlns:a="http://schemas.openxmlformats.org/drawingml/2006/main">
              <a:ext uri="{FF2B5EF4-FFF2-40B4-BE49-F238E27FC236}">
                <a16:creationId xmlns:a16="http://schemas.microsoft.com/office/drawing/2014/main" id="{F552FAE8-6464-4CAC-AEB9-93BA81C0788A}"/>
              </a:ext>
            </a:extLst>
          </p:cNvPr>
          <p:cNvSpPr>
            <a:spLocks xmlns:a="http://schemas.openxmlformats.org/drawingml/2006/main" noGrp="1"/>
          </p:cNvSpPr>
          <p:nvPr/>
        </p:nvSpPr>
        <p:spPr>
          <a:xfrm xmlns:a="http://schemas.openxmlformats.org/drawingml/2006/main">
            <a:off x="8077200" y="23907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17" name="model-title-3">
            <a:extLst xmlns:a="http://schemas.openxmlformats.org/drawingml/2006/main">
              <a:ext uri="{FF2B5EF4-FFF2-40B4-BE49-F238E27FC236}">
                <a16:creationId xmlns:a16="http://schemas.microsoft.com/office/drawing/2014/main" id="{5F505F80-7DE0-4DC1-8412-12F6942CDB0F}"/>
              </a:ext>
            </a:extLst>
          </p:cNvPr>
          <p:cNvSpPr>
            <a:spLocks xmlns:a="http://schemas.openxmlformats.org/drawingml/2006/main" noGrp="1"/>
          </p:cNvSpPr>
          <p:nvPr/>
        </p:nvSpPr>
        <p:spPr>
          <a:xfrm xmlns:a="http://schemas.openxmlformats.org/drawingml/2006/main">
            <a:off x="8077200" y="2952750"/>
            <a:ext cx="3314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0090"/>
                </a:solidFill>
                <a:latin typeface="Spartan"/>
                <a:ea typeface="Spartan"/>
                <a:cs typeface="Spartan"/>
              </a:defRPr>
            </a:pPr>
            <a:r>
              <a:rPr sz="2025" b="1">
                <a:solidFill>
                  <a:srgbClr val="1D0090"/>
                </a:solidFill>
                <a:latin typeface="Spartan"/>
                <a:ea typeface="Spartan"/>
                <a:cs typeface="Spartan"/>
              </a:rPr>
              <a:t>Sovereign Trust Shared Services</a:t>
            </a:r>
          </a:p>
        </p:txBody>
      </p:sp>
      <p:sp>
        <p:nvSpPr>
          <p:cNvPr id="18" name="model-body-3">
            <a:extLst xmlns:a="http://schemas.openxmlformats.org/drawingml/2006/main">
              <a:ext uri="{FF2B5EF4-FFF2-40B4-BE49-F238E27FC236}">
                <a16:creationId xmlns:a16="http://schemas.microsoft.com/office/drawing/2014/main" id="{A6B9B49F-0723-4ECD-8278-3EBE74C6960D}"/>
              </a:ext>
            </a:extLst>
          </p:cNvPr>
          <p:cNvSpPr>
            <a:spLocks xmlns:a="http://schemas.openxmlformats.org/drawingml/2006/main" noGrp="1"/>
          </p:cNvSpPr>
          <p:nvPr/>
        </p:nvSpPr>
        <p:spPr>
          <a:xfrm xmlns:a="http://schemas.openxmlformats.org/drawingml/2006/main">
            <a:off x="8077200" y="3905250"/>
            <a:ext cx="3314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D3D3D"/>
                </a:solidFill>
                <a:latin typeface="Mulish"/>
                <a:ea typeface="Mulish"/>
                <a:cs typeface="Mulish"/>
              </a:defRPr>
            </a:pPr>
            <a:r>
              <a:rPr sz="1500" b="0">
                <a:solidFill>
                  <a:srgbClr val="3D3D3D"/>
                </a:solidFill>
                <a:latin typeface="Mulish"/>
                <a:ea typeface="Mulish"/>
                <a:cs typeface="Mulish"/>
              </a:rPr>
              <a:t>Reusable trust orchestration infrastructure across ministries, agencies, public services or wider ecosystems.</a:t>
            </a:r>
          </a:p>
        </p:txBody>
      </p:sp>
      <p:sp>
        <p:nvSpPr>
          <p:cNvPr id="19" name="takeaway-rule">
            <a:extLst xmlns:a="http://schemas.openxmlformats.org/drawingml/2006/main">
              <a:ext uri="{FF2B5EF4-FFF2-40B4-BE49-F238E27FC236}">
                <a16:creationId xmlns:a16="http://schemas.microsoft.com/office/drawing/2014/main" id="{2F389F1F-6BDA-41B1-9105-8484994D730D}"/>
              </a:ext>
            </a:extLst>
          </p:cNvPr>
          <p:cNvSpPr>
            <a:spLocks xmlns:a="http://schemas.openxmlformats.org/drawingml/2006/main" noGrp="1"/>
          </p:cNvSpPr>
          <p:nvPr/>
        </p:nvSpPr>
        <p:spPr>
          <a:xfrm xmlns:a="http://schemas.openxmlformats.org/drawingml/2006/main">
            <a:off x="457200" y="5524500"/>
            <a:ext cx="1809750" cy="2857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20" name="takeaway">
            <a:extLst xmlns:a="http://schemas.openxmlformats.org/drawingml/2006/main">
              <a:ext uri="{FF2B5EF4-FFF2-40B4-BE49-F238E27FC236}">
                <a16:creationId xmlns:a16="http://schemas.microsoft.com/office/drawing/2014/main" id="{03690A2D-C01C-4725-BB08-77000F04071C}"/>
              </a:ext>
            </a:extLst>
          </p:cNvPr>
          <p:cNvSpPr>
            <a:spLocks xmlns:a="http://schemas.openxmlformats.org/drawingml/2006/main" noGrp="1"/>
          </p:cNvSpPr>
          <p:nvPr/>
        </p:nvSpPr>
        <p:spPr>
          <a:xfrm xmlns:a="http://schemas.openxmlformats.org/drawingml/2006/main">
            <a:off x="457200" y="56769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38" b="1">
                <a:solidFill>
                  <a:srgbClr val="1D0090"/>
                </a:solidFill>
                <a:latin typeface="Mulish"/>
                <a:ea typeface="Mulish"/>
                <a:cs typeface="Mulish"/>
              </a:defRPr>
            </a:pPr>
            <a:r>
              <a:rPr sz="1538" b="1">
                <a:solidFill>
                  <a:srgbClr val="1D0090"/>
                </a:solidFill>
                <a:latin typeface="Mulish"/>
                <a:ea typeface="Mulish"/>
                <a:cs typeface="Mulish"/>
              </a:rPr>
              <a:t>Deployment changes. The underlying trust and orchestration model does not.</a:t>
            </a:r>
          </a:p>
        </p:txBody>
      </p:sp>
    </p:spTree>
    <p:extLst>
      <p:ext uri="{BB962C8B-B14F-4D97-AF65-F5344CB8AC3E}">
        <p14:creationId xmlns:p14="http://schemas.microsoft.com/office/powerpoint/2010/main" val="807067100"/>
      </p:ext>
    </p:extLst>
  </p:cSld>
</p:sld>
</file>

<file path=ppt/slides/slide15.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d9d6a2605d54b25"/>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F8D7A27-DC17-483B-9041-ED05D65ADFE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15</a:t>
            </a:r>
          </a:p>
        </p:txBody>
      </p:sp>
      <p:sp>
        <p:nvSpPr>
          <p:cNvPr id="3" name="signature-line">
            <a:extLst xmlns:a="http://schemas.openxmlformats.org/drawingml/2006/main">
              <a:ext uri="{FF2B5EF4-FFF2-40B4-BE49-F238E27FC236}">
                <a16:creationId xmlns:a16="http://schemas.microsoft.com/office/drawing/2014/main" id="{31D7109D-301B-4546-B93E-97FC2C429F25}"/>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6F05CEB3-37EC-4745-87DD-E16BD6A996A5}"/>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35220922-6394-4296-A28B-232FE9313094}"/>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7152C22F-5D0E-42D8-9AA9-6E51B4812C72}"/>
              </a:ext>
            </a:extLst>
          </p:cNvPr>
          <p:cNvSpPr>
            <a:spLocks xmlns:a="http://schemas.openxmlformats.org/drawingml/2006/main" noGrp="1"/>
          </p:cNvSpPr>
          <p:nvPr/>
        </p:nvSpPr>
        <p:spPr>
          <a:xfrm xmlns:a="http://schemas.openxmlformats.org/drawingml/2006/main">
            <a:off x="457200" y="914400"/>
            <a:ext cx="1066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One Strategic Thesis</a:t>
            </a:r>
          </a:p>
        </p:txBody>
      </p:sp>
      <p:sp>
        <p:nvSpPr>
          <p:cNvPr id="7" name="thesis-label-1">
            <a:extLst xmlns:a="http://schemas.openxmlformats.org/drawingml/2006/main">
              <a:ext uri="{FF2B5EF4-FFF2-40B4-BE49-F238E27FC236}">
                <a16:creationId xmlns:a16="http://schemas.microsoft.com/office/drawing/2014/main" id="{80FEE99C-7B76-4957-9632-531A7A7946D5}"/>
              </a:ext>
            </a:extLst>
          </p:cNvPr>
          <p:cNvSpPr>
            <a:spLocks xmlns:a="http://schemas.openxmlformats.org/drawingml/2006/main" noGrp="1"/>
          </p:cNvSpPr>
          <p:nvPr/>
        </p:nvSpPr>
        <p:spPr>
          <a:xfrm xmlns:a="http://schemas.openxmlformats.org/drawingml/2006/main">
            <a:off x="457200" y="2038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EVOLUTION</a:t>
            </a:r>
          </a:p>
        </p:txBody>
      </p:sp>
      <p:sp>
        <p:nvSpPr>
          <p:cNvPr id="8" name="thesis-body-1">
            <a:extLst xmlns:a="http://schemas.openxmlformats.org/drawingml/2006/main">
              <a:ext uri="{FF2B5EF4-FFF2-40B4-BE49-F238E27FC236}">
                <a16:creationId xmlns:a16="http://schemas.microsoft.com/office/drawing/2014/main" id="{3133B035-F826-48AD-8822-F90C29739AA4}"/>
              </a:ext>
            </a:extLst>
          </p:cNvPr>
          <p:cNvSpPr>
            <a:spLocks xmlns:a="http://schemas.openxmlformats.org/drawingml/2006/main" noGrp="1"/>
          </p:cNvSpPr>
          <p:nvPr/>
        </p:nvSpPr>
        <p:spPr>
          <a:xfrm xmlns:a="http://schemas.openxmlformats.org/drawingml/2006/main">
            <a:off x="2266950" y="2000250"/>
            <a:ext cx="897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63" b="1">
                <a:solidFill>
                  <a:srgbClr val="FFFFFF"/>
                </a:solidFill>
                <a:latin typeface="Mulish"/>
                <a:ea typeface="Mulish"/>
                <a:cs typeface="Mulish"/>
              </a:defRPr>
            </a:pPr>
            <a:r>
              <a:rPr sz="1463" b="1">
                <a:solidFill>
                  <a:srgbClr val="FFFFFF"/>
                </a:solidFill>
                <a:latin typeface="Mulish"/>
                <a:ea typeface="Mulish"/>
                <a:cs typeface="Mulish"/>
              </a:rPr>
              <a:t>Digital Signatures · Digital Trust · Trusted Execution · Agentic Trusted Execution</a:t>
            </a:r>
          </a:p>
        </p:txBody>
      </p:sp>
      <p:sp>
        <p:nvSpPr>
          <p:cNvPr id="9" name="thesis-rule-1">
            <a:extLst xmlns:a="http://schemas.openxmlformats.org/drawingml/2006/main">
              <a:ext uri="{FF2B5EF4-FFF2-40B4-BE49-F238E27FC236}">
                <a16:creationId xmlns:a16="http://schemas.microsoft.com/office/drawing/2014/main" id="{EEB0ED98-7BFF-4FD1-A985-A99D484E3BCF}"/>
              </a:ext>
            </a:extLst>
          </p:cNvPr>
          <p:cNvSpPr>
            <a:spLocks xmlns:a="http://schemas.openxmlformats.org/drawingml/2006/main" noGrp="1"/>
          </p:cNvSpPr>
          <p:nvPr/>
        </p:nvSpPr>
        <p:spPr>
          <a:xfrm xmlns:a="http://schemas.openxmlformats.org/drawingml/2006/main">
            <a:off x="457200" y="2762250"/>
            <a:ext cx="107823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0" name="thesis-label-2">
            <a:extLst xmlns:a="http://schemas.openxmlformats.org/drawingml/2006/main">
              <a:ext uri="{FF2B5EF4-FFF2-40B4-BE49-F238E27FC236}">
                <a16:creationId xmlns:a16="http://schemas.microsoft.com/office/drawing/2014/main" id="{025A28B9-BA2C-4AE2-96E4-2D112BF6BDCE}"/>
              </a:ext>
            </a:extLst>
          </p:cNvPr>
          <p:cNvSpPr>
            <a:spLocks xmlns:a="http://schemas.openxmlformats.org/drawingml/2006/main" noGrp="1"/>
          </p:cNvSpPr>
          <p:nvPr/>
        </p:nvSpPr>
        <p:spPr>
          <a:xfrm xmlns:a="http://schemas.openxmlformats.org/drawingml/2006/main">
            <a:off x="457200" y="29908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PLATFORM</a:t>
            </a:r>
          </a:p>
        </p:txBody>
      </p:sp>
      <p:sp>
        <p:nvSpPr>
          <p:cNvPr id="11" name="thesis-body-2">
            <a:extLst xmlns:a="http://schemas.openxmlformats.org/drawingml/2006/main">
              <a:ext uri="{FF2B5EF4-FFF2-40B4-BE49-F238E27FC236}">
                <a16:creationId xmlns:a16="http://schemas.microsoft.com/office/drawing/2014/main" id="{0B169DAC-9470-444C-B729-8F4BCF731AD8}"/>
              </a:ext>
            </a:extLst>
          </p:cNvPr>
          <p:cNvSpPr>
            <a:spLocks xmlns:a="http://schemas.openxmlformats.org/drawingml/2006/main" noGrp="1"/>
          </p:cNvSpPr>
          <p:nvPr/>
        </p:nvSpPr>
        <p:spPr>
          <a:xfrm xmlns:a="http://schemas.openxmlformats.org/drawingml/2006/main">
            <a:off x="2266950" y="2952750"/>
            <a:ext cx="897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63" b="1">
                <a:solidFill>
                  <a:srgbClr val="FFFFFF"/>
                </a:solidFill>
                <a:latin typeface="Mulish"/>
                <a:ea typeface="Mulish"/>
                <a:cs typeface="Mulish"/>
              </a:defRPr>
            </a:pPr>
            <a:r>
              <a:rPr sz="1463" b="1">
                <a:solidFill>
                  <a:srgbClr val="FFFFFF"/>
                </a:solidFill>
                <a:latin typeface="Mulish"/>
                <a:ea typeface="Mulish"/>
                <a:cs typeface="Mulish"/>
              </a:rPr>
              <a:t>Circularo orchestrates business processes, identity, authority, approvals, trust services and evidence.</a:t>
            </a:r>
          </a:p>
        </p:txBody>
      </p:sp>
      <p:sp>
        <p:nvSpPr>
          <p:cNvPr id="12" name="thesis-rule-2">
            <a:extLst xmlns:a="http://schemas.openxmlformats.org/drawingml/2006/main">
              <a:ext uri="{FF2B5EF4-FFF2-40B4-BE49-F238E27FC236}">
                <a16:creationId xmlns:a16="http://schemas.microsoft.com/office/drawing/2014/main" id="{1EAF553B-5F16-40C9-8BBF-04E88DE7F66D}"/>
              </a:ext>
            </a:extLst>
          </p:cNvPr>
          <p:cNvSpPr>
            <a:spLocks xmlns:a="http://schemas.openxmlformats.org/drawingml/2006/main" noGrp="1"/>
          </p:cNvSpPr>
          <p:nvPr/>
        </p:nvSpPr>
        <p:spPr>
          <a:xfrm xmlns:a="http://schemas.openxmlformats.org/drawingml/2006/main">
            <a:off x="457200" y="3714750"/>
            <a:ext cx="107823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3" name="thesis-label-3">
            <a:extLst xmlns:a="http://schemas.openxmlformats.org/drawingml/2006/main">
              <a:ext uri="{FF2B5EF4-FFF2-40B4-BE49-F238E27FC236}">
                <a16:creationId xmlns:a16="http://schemas.microsoft.com/office/drawing/2014/main" id="{118EC600-9749-469E-B81A-54B10600E1CD}"/>
              </a:ext>
            </a:extLst>
          </p:cNvPr>
          <p:cNvSpPr>
            <a:spLocks xmlns:a="http://schemas.openxmlformats.org/drawingml/2006/main" noGrp="1"/>
          </p:cNvSpPr>
          <p:nvPr/>
        </p:nvSpPr>
        <p:spPr>
          <a:xfrm xmlns:a="http://schemas.openxmlformats.org/drawingml/2006/main">
            <a:off x="457200" y="3943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MARKET NEED</a:t>
            </a:r>
          </a:p>
        </p:txBody>
      </p:sp>
      <p:sp>
        <p:nvSpPr>
          <p:cNvPr id="14" name="thesis-body-3">
            <a:extLst xmlns:a="http://schemas.openxmlformats.org/drawingml/2006/main">
              <a:ext uri="{FF2B5EF4-FFF2-40B4-BE49-F238E27FC236}">
                <a16:creationId xmlns:a16="http://schemas.microsoft.com/office/drawing/2014/main" id="{21E5231B-8FA2-48A5-822A-940B38C00039}"/>
              </a:ext>
            </a:extLst>
          </p:cNvPr>
          <p:cNvSpPr>
            <a:spLocks xmlns:a="http://schemas.openxmlformats.org/drawingml/2006/main" noGrp="1"/>
          </p:cNvSpPr>
          <p:nvPr/>
        </p:nvSpPr>
        <p:spPr>
          <a:xfrm xmlns:a="http://schemas.openxmlformats.org/drawingml/2006/main">
            <a:off x="2266950" y="3905250"/>
            <a:ext cx="897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63" b="1">
                <a:solidFill>
                  <a:srgbClr val="FFFFFF"/>
                </a:solidFill>
                <a:latin typeface="Mulish"/>
                <a:ea typeface="Mulish"/>
                <a:cs typeface="Mulish"/>
              </a:defRPr>
            </a:pPr>
            <a:r>
              <a:rPr sz="1463" b="1">
                <a:solidFill>
                  <a:srgbClr val="FFFFFF"/>
                </a:solidFill>
                <a:latin typeface="Mulish"/>
                <a:ea typeface="Mulish"/>
                <a:cs typeface="Mulish"/>
              </a:rPr>
              <a:t>The more actors, systems, organizations, autonomy and jurisdictions involved, the greater the need for a common orchestration and trusted execution layer.</a:t>
            </a:r>
          </a:p>
        </p:txBody>
      </p:sp>
      <p:sp>
        <p:nvSpPr>
          <p:cNvPr id="15" name="thesis-rule-3">
            <a:extLst xmlns:a="http://schemas.openxmlformats.org/drawingml/2006/main">
              <a:ext uri="{FF2B5EF4-FFF2-40B4-BE49-F238E27FC236}">
                <a16:creationId xmlns:a16="http://schemas.microsoft.com/office/drawing/2014/main" id="{30945C99-497E-4CCC-B0C0-83BF37514FB8}"/>
              </a:ext>
            </a:extLst>
          </p:cNvPr>
          <p:cNvSpPr>
            <a:spLocks xmlns:a="http://schemas.openxmlformats.org/drawingml/2006/main" noGrp="1"/>
          </p:cNvSpPr>
          <p:nvPr/>
        </p:nvSpPr>
        <p:spPr>
          <a:xfrm xmlns:a="http://schemas.openxmlformats.org/drawingml/2006/main">
            <a:off x="457200" y="4667250"/>
            <a:ext cx="107823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6" name="proposition-box">
            <a:extLst xmlns:a="http://schemas.openxmlformats.org/drawingml/2006/main">
              <a:ext uri="{FF2B5EF4-FFF2-40B4-BE49-F238E27FC236}">
                <a16:creationId xmlns:a16="http://schemas.microsoft.com/office/drawing/2014/main" id="{776A3033-313D-431E-B6BE-FE248BF39612}"/>
              </a:ext>
            </a:extLst>
          </p:cNvPr>
          <p:cNvSpPr>
            <a:spLocks xmlns:a="http://schemas.openxmlformats.org/drawingml/2006/main" noGrp="1"/>
          </p:cNvSpPr>
          <p:nvPr/>
        </p:nvSpPr>
        <p:spPr>
          <a:xfrm xmlns:a="http://schemas.openxmlformats.org/drawingml/2006/main">
            <a:off x="457200" y="4895850"/>
            <a:ext cx="10782300" cy="1028700"/>
          </a:xfrm>
          <a:prstGeom xmlns:a="http://schemas.openxmlformats.org/drawingml/2006/main" prst="roundRect">
            <a:avLst>
              <a:gd name="adj" fmla="val 11111"/>
            </a:avLst>
          </a:prstGeom>
          <a:solidFill xmlns:a="http://schemas.openxmlformats.org/drawingml/2006/main">
            <a:srgbClr val="7000FF"/>
          </a:solidFill>
          <a:ln xmlns:a="http://schemas.openxmlformats.org/drawingml/2006/main" w="0">
            <a:noFill/>
            <a:prstDash val="solid"/>
          </a:ln>
        </p:spPr>
      </p:sp>
      <p:sp>
        <p:nvSpPr>
          <p:cNvPr id="17" name="proposition-label">
            <a:extLst xmlns:a="http://schemas.openxmlformats.org/drawingml/2006/main">
              <a:ext uri="{FF2B5EF4-FFF2-40B4-BE49-F238E27FC236}">
                <a16:creationId xmlns:a16="http://schemas.microsoft.com/office/drawing/2014/main" id="{68147B19-BEA0-4ABB-9993-FE285DF3F07C}"/>
              </a:ext>
            </a:extLst>
          </p:cNvPr>
          <p:cNvSpPr>
            <a:spLocks xmlns:a="http://schemas.openxmlformats.org/drawingml/2006/main" noGrp="1"/>
          </p:cNvSpPr>
          <p:nvPr/>
        </p:nvSpPr>
        <p:spPr>
          <a:xfrm xmlns:a="http://schemas.openxmlformats.org/drawingml/2006/main">
            <a:off x="723900" y="5105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CORE PROPOSITION</a:t>
            </a:r>
          </a:p>
        </p:txBody>
      </p:sp>
      <p:sp>
        <p:nvSpPr>
          <p:cNvPr id="18" name="proposition">
            <a:extLst xmlns:a="http://schemas.openxmlformats.org/drawingml/2006/main">
              <a:ext uri="{FF2B5EF4-FFF2-40B4-BE49-F238E27FC236}">
                <a16:creationId xmlns:a16="http://schemas.microsoft.com/office/drawing/2014/main" id="{F830F270-9D92-4DA5-AF05-FB7CA7479310}"/>
              </a:ext>
            </a:extLst>
          </p:cNvPr>
          <p:cNvSpPr>
            <a:spLocks xmlns:a="http://schemas.openxmlformats.org/drawingml/2006/main" noGrp="1"/>
          </p:cNvSpPr>
          <p:nvPr/>
        </p:nvSpPr>
        <p:spPr>
          <a:xfrm xmlns:a="http://schemas.openxmlformats.org/drawingml/2006/main">
            <a:off x="2571750" y="5048250"/>
            <a:ext cx="8382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latin typeface="Mulish"/>
                <a:ea typeface="Mulish"/>
                <a:cs typeface="Mulish"/>
              </a:defRPr>
            </a:pPr>
            <a:r>
              <a:rPr sz="1350" b="1">
                <a:solidFill>
                  <a:srgbClr val="FFFFFF"/>
                </a:solidFill>
                <a:latin typeface="Mulish"/>
                <a:ea typeface="Mulish"/>
                <a:cs typeface="Mulish"/>
              </a:rPr>
              <a:t>Circularo provides the Trust Orchestration Platform for complex digital transactions, connecting people, organizations, applications and AI agents with the appropriate identity, authority, workflow, trust services and evidence across systems and jurisdictions.</a:t>
            </a:r>
          </a:p>
        </p:txBody>
      </p:sp>
    </p:spTree>
    <p:extLst>
      <p:ext uri="{BB962C8B-B14F-4D97-AF65-F5344CB8AC3E}">
        <p14:creationId xmlns:p14="http://schemas.microsoft.com/office/powerpoint/2010/main" val="21275161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7e3fbde448243ee"/>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892887C4-4094-4634-8DA9-FB2EF2FD116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16</a:t>
            </a:r>
          </a:p>
        </p:txBody>
      </p:sp>
      <p:sp>
        <p:nvSpPr>
          <p:cNvPr id="3" name="signature-line">
            <a:extLst xmlns:a="http://schemas.openxmlformats.org/drawingml/2006/main">
              <a:ext uri="{FF2B5EF4-FFF2-40B4-BE49-F238E27FC236}">
                <a16:creationId xmlns:a16="http://schemas.microsoft.com/office/drawing/2014/main" id="{522784DF-007B-4ED9-9FE1-2BA309896CA3}"/>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F1062C6E-A4ED-44C7-8C3E-647588A621D1}"/>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CIRCULARO STRATEGIC NARRATIVES</a:t>
            </a:r>
          </a:p>
        </p:txBody>
      </p:sp>
      <p:sp>
        <p:nvSpPr>
          <p:cNvPr id="5" name="internal-mark">
            <a:extLst xmlns:a="http://schemas.openxmlformats.org/drawingml/2006/main">
              <a:ext uri="{FF2B5EF4-FFF2-40B4-BE49-F238E27FC236}">
                <a16:creationId xmlns:a16="http://schemas.microsoft.com/office/drawing/2014/main" id="{A4C902EC-DADE-499C-9153-6D4AB6A54402}"/>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EA9591A3-E750-4013-8FEE-1D0B0F5F217F}"/>
              </a:ext>
            </a:extLst>
          </p:cNvPr>
          <p:cNvSpPr>
            <a:spLocks xmlns:a="http://schemas.openxmlformats.org/drawingml/2006/main" noGrp="1"/>
          </p:cNvSpPr>
          <p:nvPr/>
        </p:nvSpPr>
        <p:spPr>
          <a:xfrm xmlns:a="http://schemas.openxmlformats.org/drawingml/2006/main">
            <a:off x="457200" y="914400"/>
            <a:ext cx="1085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Common Language Going Forward</a:t>
            </a:r>
          </a:p>
        </p:txBody>
      </p:sp>
      <p:sp>
        <p:nvSpPr>
          <p:cNvPr id="7" name="bullet-1">
            <a:extLst xmlns:a="http://schemas.openxmlformats.org/drawingml/2006/main">
              <a:ext uri="{FF2B5EF4-FFF2-40B4-BE49-F238E27FC236}">
                <a16:creationId xmlns:a16="http://schemas.microsoft.com/office/drawing/2014/main" id="{FC8F35EA-ADC9-4457-88EA-ED4EB147D77F}"/>
              </a:ext>
            </a:extLst>
          </p:cNvPr>
          <p:cNvSpPr>
            <a:spLocks xmlns:a="http://schemas.openxmlformats.org/drawingml/2006/main" noGrp="1"/>
          </p:cNvSpPr>
          <p:nvPr/>
        </p:nvSpPr>
        <p:spPr>
          <a:xfrm xmlns:a="http://schemas.openxmlformats.org/drawingml/2006/main">
            <a:off x="457200" y="21526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8" name="bullet-text-1">
            <a:extLst xmlns:a="http://schemas.openxmlformats.org/drawingml/2006/main">
              <a:ext uri="{FF2B5EF4-FFF2-40B4-BE49-F238E27FC236}">
                <a16:creationId xmlns:a16="http://schemas.microsoft.com/office/drawing/2014/main" id="{DEA207E0-4C71-4E4F-8615-E06ADA08F664}"/>
              </a:ext>
            </a:extLst>
          </p:cNvPr>
          <p:cNvSpPr>
            <a:spLocks xmlns:a="http://schemas.openxmlformats.org/drawingml/2006/main" noGrp="1"/>
          </p:cNvSpPr>
          <p:nvPr/>
        </p:nvSpPr>
        <p:spPr>
          <a:xfrm xmlns:a="http://schemas.openxmlformats.org/drawingml/2006/main">
            <a:off x="685800" y="20574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D3D3D"/>
                </a:solidFill>
                <a:latin typeface="Mulish"/>
                <a:ea typeface="Mulish"/>
                <a:cs typeface="Mulish"/>
              </a:defRPr>
            </a:pPr>
            <a:r>
              <a:rPr sz="1425" b="0">
                <a:solidFill>
                  <a:srgbClr val="3D3D3D"/>
                </a:solidFill>
                <a:latin typeface="Mulish"/>
                <a:ea typeface="Mulish"/>
                <a:cs typeface="Mulish"/>
              </a:rPr>
              <a:t>Trust Orchestration = what the platform does.</a:t>
            </a:r>
          </a:p>
        </p:txBody>
      </p:sp>
      <p:sp>
        <p:nvSpPr>
          <p:cNvPr id="9" name="bullet-rule-1">
            <a:extLst xmlns:a="http://schemas.openxmlformats.org/drawingml/2006/main">
              <a:ext uri="{FF2B5EF4-FFF2-40B4-BE49-F238E27FC236}">
                <a16:creationId xmlns:a16="http://schemas.microsoft.com/office/drawing/2014/main" id="{D967358D-FFCC-407E-B13F-21AE1BE3D787}"/>
              </a:ext>
            </a:extLst>
          </p:cNvPr>
          <p:cNvSpPr>
            <a:spLocks xmlns:a="http://schemas.openxmlformats.org/drawingml/2006/main" noGrp="1"/>
          </p:cNvSpPr>
          <p:nvPr/>
        </p:nvSpPr>
        <p:spPr>
          <a:xfrm xmlns:a="http://schemas.openxmlformats.org/drawingml/2006/main">
            <a:off x="685800" y="2514600"/>
            <a:ext cx="105537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0" name="bullet-2">
            <a:extLst xmlns:a="http://schemas.openxmlformats.org/drawingml/2006/main">
              <a:ext uri="{FF2B5EF4-FFF2-40B4-BE49-F238E27FC236}">
                <a16:creationId xmlns:a16="http://schemas.microsoft.com/office/drawing/2014/main" id="{64CF980F-5329-4FF8-8A05-FA6D3CCE85ED}"/>
              </a:ext>
            </a:extLst>
          </p:cNvPr>
          <p:cNvSpPr>
            <a:spLocks xmlns:a="http://schemas.openxmlformats.org/drawingml/2006/main" noGrp="1"/>
          </p:cNvSpPr>
          <p:nvPr/>
        </p:nvSpPr>
        <p:spPr>
          <a:xfrm xmlns:a="http://schemas.openxmlformats.org/drawingml/2006/main">
            <a:off x="457200" y="270510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1" name="bullet-text-2">
            <a:extLst xmlns:a="http://schemas.openxmlformats.org/drawingml/2006/main">
              <a:ext uri="{FF2B5EF4-FFF2-40B4-BE49-F238E27FC236}">
                <a16:creationId xmlns:a16="http://schemas.microsoft.com/office/drawing/2014/main" id="{C10A347F-B26A-47EA-9536-9F24DB75C4E4}"/>
              </a:ext>
            </a:extLst>
          </p:cNvPr>
          <p:cNvSpPr>
            <a:spLocks xmlns:a="http://schemas.openxmlformats.org/drawingml/2006/main" noGrp="1"/>
          </p:cNvSpPr>
          <p:nvPr/>
        </p:nvSpPr>
        <p:spPr>
          <a:xfrm xmlns:a="http://schemas.openxmlformats.org/drawingml/2006/main">
            <a:off x="685800" y="260985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D3D3D"/>
                </a:solidFill>
                <a:latin typeface="Mulish"/>
                <a:ea typeface="Mulish"/>
                <a:cs typeface="Mulish"/>
              </a:defRPr>
            </a:pPr>
            <a:r>
              <a:rPr sz="1425" b="0">
                <a:solidFill>
                  <a:srgbClr val="3D3D3D"/>
                </a:solidFill>
                <a:latin typeface="Mulish"/>
                <a:ea typeface="Mulish"/>
                <a:cs typeface="Mulish"/>
              </a:rPr>
              <a:t>Trusted Execution = the governed business outcome.</a:t>
            </a:r>
          </a:p>
        </p:txBody>
      </p:sp>
      <p:sp>
        <p:nvSpPr>
          <p:cNvPr id="12" name="bullet-rule-2">
            <a:extLst xmlns:a="http://schemas.openxmlformats.org/drawingml/2006/main">
              <a:ext uri="{FF2B5EF4-FFF2-40B4-BE49-F238E27FC236}">
                <a16:creationId xmlns:a16="http://schemas.microsoft.com/office/drawing/2014/main" id="{7AF65B5E-0311-4EE6-BE0A-A501BBB19816}"/>
              </a:ext>
            </a:extLst>
          </p:cNvPr>
          <p:cNvSpPr>
            <a:spLocks xmlns:a="http://schemas.openxmlformats.org/drawingml/2006/main" noGrp="1"/>
          </p:cNvSpPr>
          <p:nvPr/>
        </p:nvSpPr>
        <p:spPr>
          <a:xfrm xmlns:a="http://schemas.openxmlformats.org/drawingml/2006/main">
            <a:off x="685800" y="3067050"/>
            <a:ext cx="105537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3" name="bullet-3">
            <a:extLst xmlns:a="http://schemas.openxmlformats.org/drawingml/2006/main">
              <a:ext uri="{FF2B5EF4-FFF2-40B4-BE49-F238E27FC236}">
                <a16:creationId xmlns:a16="http://schemas.microsoft.com/office/drawing/2014/main" id="{15868776-D609-4D64-9302-5B7AD09D9A4D}"/>
              </a:ext>
            </a:extLst>
          </p:cNvPr>
          <p:cNvSpPr>
            <a:spLocks xmlns:a="http://schemas.openxmlformats.org/drawingml/2006/main" noGrp="1"/>
          </p:cNvSpPr>
          <p:nvPr/>
        </p:nvSpPr>
        <p:spPr>
          <a:xfrm xmlns:a="http://schemas.openxmlformats.org/drawingml/2006/main">
            <a:off x="457200" y="32575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4" name="bullet-text-3">
            <a:extLst xmlns:a="http://schemas.openxmlformats.org/drawingml/2006/main">
              <a:ext uri="{FF2B5EF4-FFF2-40B4-BE49-F238E27FC236}">
                <a16:creationId xmlns:a16="http://schemas.microsoft.com/office/drawing/2014/main" id="{4C79D600-DFE1-4BE8-A670-F945504BE531}"/>
              </a:ext>
            </a:extLst>
          </p:cNvPr>
          <p:cNvSpPr>
            <a:spLocks xmlns:a="http://schemas.openxmlformats.org/drawingml/2006/main" noGrp="1"/>
          </p:cNvSpPr>
          <p:nvPr/>
        </p:nvSpPr>
        <p:spPr>
          <a:xfrm xmlns:a="http://schemas.openxmlformats.org/drawingml/2006/main">
            <a:off x="685800" y="31623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D3D3D"/>
                </a:solidFill>
                <a:latin typeface="Mulish"/>
                <a:ea typeface="Mulish"/>
                <a:cs typeface="Mulish"/>
              </a:defRPr>
            </a:pPr>
            <a:r>
              <a:rPr sz="1425" b="0">
                <a:solidFill>
                  <a:srgbClr val="3D3D3D"/>
                </a:solidFill>
                <a:latin typeface="Mulish"/>
                <a:ea typeface="Mulish"/>
                <a:cs typeface="Mulish"/>
              </a:rPr>
              <a:t>Agentic Trusted Execution = extension of the model to autonomous actors.</a:t>
            </a:r>
          </a:p>
        </p:txBody>
      </p:sp>
      <p:sp>
        <p:nvSpPr>
          <p:cNvPr id="15" name="bullet-rule-3">
            <a:extLst xmlns:a="http://schemas.openxmlformats.org/drawingml/2006/main">
              <a:ext uri="{FF2B5EF4-FFF2-40B4-BE49-F238E27FC236}">
                <a16:creationId xmlns:a16="http://schemas.microsoft.com/office/drawing/2014/main" id="{B419E48A-640E-4A5C-8444-E8C3C84E4B57}"/>
              </a:ext>
            </a:extLst>
          </p:cNvPr>
          <p:cNvSpPr>
            <a:spLocks xmlns:a="http://schemas.openxmlformats.org/drawingml/2006/main" noGrp="1"/>
          </p:cNvSpPr>
          <p:nvPr/>
        </p:nvSpPr>
        <p:spPr>
          <a:xfrm xmlns:a="http://schemas.openxmlformats.org/drawingml/2006/main">
            <a:off x="685800" y="3619500"/>
            <a:ext cx="105537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6" name="bullet-4">
            <a:extLst xmlns:a="http://schemas.openxmlformats.org/drawingml/2006/main">
              <a:ext uri="{FF2B5EF4-FFF2-40B4-BE49-F238E27FC236}">
                <a16:creationId xmlns:a16="http://schemas.microsoft.com/office/drawing/2014/main" id="{63E2E15D-085B-4AFD-8752-9549ED1B5B33}"/>
              </a:ext>
            </a:extLst>
          </p:cNvPr>
          <p:cNvSpPr>
            <a:spLocks xmlns:a="http://schemas.openxmlformats.org/drawingml/2006/main" noGrp="1"/>
          </p:cNvSpPr>
          <p:nvPr/>
        </p:nvSpPr>
        <p:spPr>
          <a:xfrm xmlns:a="http://schemas.openxmlformats.org/drawingml/2006/main">
            <a:off x="457200" y="381000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17" name="bullet-text-4">
            <a:extLst xmlns:a="http://schemas.openxmlformats.org/drawingml/2006/main">
              <a:ext uri="{FF2B5EF4-FFF2-40B4-BE49-F238E27FC236}">
                <a16:creationId xmlns:a16="http://schemas.microsoft.com/office/drawing/2014/main" id="{EAD824A9-28E6-4EB4-AF00-D1353EDB35AF}"/>
              </a:ext>
            </a:extLst>
          </p:cNvPr>
          <p:cNvSpPr>
            <a:spLocks xmlns:a="http://schemas.openxmlformats.org/drawingml/2006/main" noGrp="1"/>
          </p:cNvSpPr>
          <p:nvPr/>
        </p:nvSpPr>
        <p:spPr>
          <a:xfrm xmlns:a="http://schemas.openxmlformats.org/drawingml/2006/main">
            <a:off x="685800" y="371475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D3D3D"/>
                </a:solidFill>
                <a:latin typeface="Mulish"/>
                <a:ea typeface="Mulish"/>
                <a:cs typeface="Mulish"/>
              </a:defRPr>
            </a:pPr>
            <a:r>
              <a:rPr sz="1425" b="0">
                <a:solidFill>
                  <a:srgbClr val="3D3D3D"/>
                </a:solidFill>
                <a:latin typeface="Mulish"/>
                <a:ea typeface="Mulish"/>
                <a:cs typeface="Mulish"/>
              </a:rPr>
              <a:t>Electronic signatures remain a core trust service within the wider platform.</a:t>
            </a:r>
          </a:p>
        </p:txBody>
      </p:sp>
      <p:sp>
        <p:nvSpPr>
          <p:cNvPr id="18" name="bullet-rule-4">
            <a:extLst xmlns:a="http://schemas.openxmlformats.org/drawingml/2006/main">
              <a:ext uri="{FF2B5EF4-FFF2-40B4-BE49-F238E27FC236}">
                <a16:creationId xmlns:a16="http://schemas.microsoft.com/office/drawing/2014/main" id="{602C9E4F-4B54-4037-819A-58861D86E80D}"/>
              </a:ext>
            </a:extLst>
          </p:cNvPr>
          <p:cNvSpPr>
            <a:spLocks xmlns:a="http://schemas.openxmlformats.org/drawingml/2006/main" noGrp="1"/>
          </p:cNvSpPr>
          <p:nvPr/>
        </p:nvSpPr>
        <p:spPr>
          <a:xfrm xmlns:a="http://schemas.openxmlformats.org/drawingml/2006/main">
            <a:off x="685800" y="4171950"/>
            <a:ext cx="105537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9" name="bullet-5">
            <a:extLst xmlns:a="http://schemas.openxmlformats.org/drawingml/2006/main">
              <a:ext uri="{FF2B5EF4-FFF2-40B4-BE49-F238E27FC236}">
                <a16:creationId xmlns:a16="http://schemas.microsoft.com/office/drawing/2014/main" id="{86BDF1B8-60EA-4AC4-83F9-CAA8D10B0804}"/>
              </a:ext>
            </a:extLst>
          </p:cNvPr>
          <p:cNvSpPr>
            <a:spLocks xmlns:a="http://schemas.openxmlformats.org/drawingml/2006/main" noGrp="1"/>
          </p:cNvSpPr>
          <p:nvPr/>
        </p:nvSpPr>
        <p:spPr>
          <a:xfrm xmlns:a="http://schemas.openxmlformats.org/drawingml/2006/main">
            <a:off x="457200" y="436245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20" name="bullet-text-5">
            <a:extLst xmlns:a="http://schemas.openxmlformats.org/drawingml/2006/main">
              <a:ext uri="{FF2B5EF4-FFF2-40B4-BE49-F238E27FC236}">
                <a16:creationId xmlns:a16="http://schemas.microsoft.com/office/drawing/2014/main" id="{1FD0E0DC-F991-435C-8BDF-00B46B93BB6B}"/>
              </a:ext>
            </a:extLst>
          </p:cNvPr>
          <p:cNvSpPr>
            <a:spLocks xmlns:a="http://schemas.openxmlformats.org/drawingml/2006/main" noGrp="1"/>
          </p:cNvSpPr>
          <p:nvPr/>
        </p:nvSpPr>
        <p:spPr>
          <a:xfrm xmlns:a="http://schemas.openxmlformats.org/drawingml/2006/main">
            <a:off x="685800" y="42672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D3D3D"/>
                </a:solidFill>
                <a:latin typeface="Mulish"/>
                <a:ea typeface="Mulish"/>
                <a:cs typeface="Mulish"/>
              </a:defRPr>
            </a:pPr>
            <a:r>
              <a:rPr sz="1425" b="0">
                <a:solidFill>
                  <a:srgbClr val="3D3D3D"/>
                </a:solidFill>
                <a:latin typeface="Mulish"/>
                <a:ea typeface="Mulish"/>
                <a:cs typeface="Mulish"/>
              </a:rPr>
              <a:t>Circularo orchestrates external and native trust services rather than claiming to replace all underlying infrastructure.</a:t>
            </a:r>
          </a:p>
        </p:txBody>
      </p:sp>
      <p:sp>
        <p:nvSpPr>
          <p:cNvPr id="21" name="bullet-rule-5">
            <a:extLst xmlns:a="http://schemas.openxmlformats.org/drawingml/2006/main">
              <a:ext uri="{FF2B5EF4-FFF2-40B4-BE49-F238E27FC236}">
                <a16:creationId xmlns:a16="http://schemas.microsoft.com/office/drawing/2014/main" id="{A7952DF6-2DA0-4824-81A5-A99121EC37F1}"/>
              </a:ext>
            </a:extLst>
          </p:cNvPr>
          <p:cNvSpPr>
            <a:spLocks xmlns:a="http://schemas.openxmlformats.org/drawingml/2006/main" noGrp="1"/>
          </p:cNvSpPr>
          <p:nvPr/>
        </p:nvSpPr>
        <p:spPr>
          <a:xfrm xmlns:a="http://schemas.openxmlformats.org/drawingml/2006/main">
            <a:off x="685800" y="4724400"/>
            <a:ext cx="105537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22" name="bullet-6">
            <a:extLst xmlns:a="http://schemas.openxmlformats.org/drawingml/2006/main">
              <a:ext uri="{FF2B5EF4-FFF2-40B4-BE49-F238E27FC236}">
                <a16:creationId xmlns:a16="http://schemas.microsoft.com/office/drawing/2014/main" id="{6AA4B973-47BC-4EF6-9FC3-346DB77ECB6C}"/>
              </a:ext>
            </a:extLst>
          </p:cNvPr>
          <p:cNvSpPr>
            <a:spLocks xmlns:a="http://schemas.openxmlformats.org/drawingml/2006/main" noGrp="1"/>
          </p:cNvSpPr>
          <p:nvPr/>
        </p:nvSpPr>
        <p:spPr>
          <a:xfrm xmlns:a="http://schemas.openxmlformats.org/drawingml/2006/main">
            <a:off x="457200" y="4914900"/>
            <a:ext cx="76200" cy="76200"/>
          </a:xfrm>
          <a:prstGeom xmlns:a="http://schemas.openxmlformats.org/drawingml/2006/main" prst="roundRect">
            <a:avLst>
              <a:gd name="adj" fmla="val 50000"/>
            </a:avLst>
          </a:prstGeom>
          <a:solidFill xmlns:a="http://schemas.openxmlformats.org/drawingml/2006/main">
            <a:srgbClr val="7000FF"/>
          </a:solidFill>
          <a:ln xmlns:a="http://schemas.openxmlformats.org/drawingml/2006/main" w="0">
            <a:noFill/>
            <a:prstDash val="solid"/>
          </a:ln>
        </p:spPr>
      </p:sp>
      <p:sp>
        <p:nvSpPr>
          <p:cNvPr id="23" name="bullet-text-6">
            <a:extLst xmlns:a="http://schemas.openxmlformats.org/drawingml/2006/main">
              <a:ext uri="{FF2B5EF4-FFF2-40B4-BE49-F238E27FC236}">
                <a16:creationId xmlns:a16="http://schemas.microsoft.com/office/drawing/2014/main" id="{46A2BF28-568D-4068-A146-D78DD436E2AF}"/>
              </a:ext>
            </a:extLst>
          </p:cNvPr>
          <p:cNvSpPr>
            <a:spLocks xmlns:a="http://schemas.openxmlformats.org/drawingml/2006/main" noGrp="1"/>
          </p:cNvSpPr>
          <p:nvPr/>
        </p:nvSpPr>
        <p:spPr>
          <a:xfrm xmlns:a="http://schemas.openxmlformats.org/drawingml/2006/main">
            <a:off x="685800" y="481965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D3D3D"/>
                </a:solidFill>
                <a:latin typeface="Mulish"/>
                <a:ea typeface="Mulish"/>
                <a:cs typeface="Mulish"/>
              </a:defRPr>
            </a:pPr>
            <a:r>
              <a:rPr sz="1425" b="0">
                <a:solidFill>
                  <a:srgbClr val="3D3D3D"/>
                </a:solidFill>
                <a:latin typeface="Mulish"/>
                <a:ea typeface="Mulish"/>
                <a:cs typeface="Mulish"/>
              </a:rPr>
              <a:t>Complexity strengthens the need for orchestration.</a:t>
            </a:r>
          </a:p>
        </p:txBody>
      </p:sp>
      <p:sp>
        <p:nvSpPr>
          <p:cNvPr id="24" name="guardrail-box">
            <a:extLst xmlns:a="http://schemas.openxmlformats.org/drawingml/2006/main">
              <a:ext uri="{FF2B5EF4-FFF2-40B4-BE49-F238E27FC236}">
                <a16:creationId xmlns:a16="http://schemas.microsoft.com/office/drawing/2014/main" id="{70314062-FB41-4467-BD5C-35EFA394DB96}"/>
              </a:ext>
            </a:extLst>
          </p:cNvPr>
          <p:cNvSpPr>
            <a:spLocks xmlns:a="http://schemas.openxmlformats.org/drawingml/2006/main" noGrp="1"/>
          </p:cNvSpPr>
          <p:nvPr/>
        </p:nvSpPr>
        <p:spPr>
          <a:xfrm xmlns:a="http://schemas.openxmlformats.org/drawingml/2006/main">
            <a:off x="457200" y="5391150"/>
            <a:ext cx="10782300" cy="647700"/>
          </a:xfrm>
          <a:prstGeom xmlns:a="http://schemas.openxmlformats.org/drawingml/2006/main" prst="roundRect">
            <a:avLst>
              <a:gd name="adj" fmla="val 17647"/>
            </a:avLst>
          </a:prstGeom>
          <a:solidFill xmlns:a="http://schemas.openxmlformats.org/drawingml/2006/main">
            <a:srgbClr val="1D0090"/>
          </a:solidFill>
          <a:ln xmlns:a="http://schemas.openxmlformats.org/drawingml/2006/main" w="0">
            <a:noFill/>
            <a:prstDash val="solid"/>
          </a:ln>
        </p:spPr>
      </p:sp>
      <p:sp>
        <p:nvSpPr>
          <p:cNvPr id="25" name="guardrail-label">
            <a:extLst xmlns:a="http://schemas.openxmlformats.org/drawingml/2006/main">
              <a:ext uri="{FF2B5EF4-FFF2-40B4-BE49-F238E27FC236}">
                <a16:creationId xmlns:a16="http://schemas.microsoft.com/office/drawing/2014/main" id="{BC6C4992-D9B7-4EA4-AEE7-127BAC8F130E}"/>
              </a:ext>
            </a:extLst>
          </p:cNvPr>
          <p:cNvSpPr>
            <a:spLocks xmlns:a="http://schemas.openxmlformats.org/drawingml/2006/main" noGrp="1"/>
          </p:cNvSpPr>
          <p:nvPr/>
        </p:nvSpPr>
        <p:spPr>
          <a:xfrm xmlns:a="http://schemas.openxmlformats.org/drawingml/2006/main">
            <a:off x="704850" y="5600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EFF"/>
                </a:solidFill>
                <a:latin typeface="Mulish"/>
                <a:ea typeface="Mulish"/>
                <a:cs typeface="Mulish"/>
              </a:defRPr>
            </a:pPr>
            <a:r>
              <a:rPr sz="975" b="1">
                <a:solidFill>
                  <a:srgbClr val="C9AEFF"/>
                </a:solidFill>
                <a:latin typeface="Mulish"/>
                <a:ea typeface="Mulish"/>
                <a:cs typeface="Mulish"/>
              </a:rPr>
              <a:t>INTERNAL GUARDRAIL</a:t>
            </a:r>
          </a:p>
        </p:txBody>
      </p:sp>
      <p:sp>
        <p:nvSpPr>
          <p:cNvPr id="26" name="guardrail">
            <a:extLst xmlns:a="http://schemas.openxmlformats.org/drawingml/2006/main">
              <a:ext uri="{FF2B5EF4-FFF2-40B4-BE49-F238E27FC236}">
                <a16:creationId xmlns:a16="http://schemas.microsoft.com/office/drawing/2014/main" id="{2F3A07FE-32F7-42D9-823B-5F44F57E4EC7}"/>
              </a:ext>
            </a:extLst>
          </p:cNvPr>
          <p:cNvSpPr>
            <a:spLocks xmlns:a="http://schemas.openxmlformats.org/drawingml/2006/main" noGrp="1"/>
          </p:cNvSpPr>
          <p:nvPr/>
        </p:nvSpPr>
        <p:spPr>
          <a:xfrm xmlns:a="http://schemas.openxmlformats.org/drawingml/2006/main">
            <a:off x="2514600" y="552450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88" b="1">
                <a:solidFill>
                  <a:srgbClr val="FFFFFF"/>
                </a:solidFill>
                <a:latin typeface="Mulish"/>
                <a:ea typeface="Mulish"/>
                <a:cs typeface="Mulish"/>
              </a:defRPr>
            </a:pPr>
            <a:r>
              <a:rPr sz="1388" b="1">
                <a:solidFill>
                  <a:srgbClr val="FFFFFF"/>
                </a:solidFill>
                <a:latin typeface="Mulish"/>
                <a:ea typeface="Mulish"/>
                <a:cs typeface="Mulish"/>
              </a:rPr>
              <a:t>Product, compliance, jurisdiction-specific and future agentic claims must remain grounded in approved canonical knowledge and evidence.</a:t>
            </a:r>
          </a:p>
        </p:txBody>
      </p:sp>
    </p:spTree>
    <p:extLst>
      <p:ext uri="{BB962C8B-B14F-4D97-AF65-F5344CB8AC3E}">
        <p14:creationId xmlns:p14="http://schemas.microsoft.com/office/powerpoint/2010/main" val="1228750062"/>
      </p:ext>
    </p:extLst>
  </p:cSld>
</p:sld>
</file>

<file path=ppt/slides/slide17.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f6d791c371041a4"/>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AE8197C7-C231-4178-99B0-DCB2F180E7B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17</a:t>
            </a:r>
          </a:p>
        </p:txBody>
      </p:sp>
      <p:sp>
        <p:nvSpPr>
          <p:cNvPr id="3" name="signature-line">
            <a:extLst xmlns:a="http://schemas.openxmlformats.org/drawingml/2006/main">
              <a:ext uri="{FF2B5EF4-FFF2-40B4-BE49-F238E27FC236}">
                <a16:creationId xmlns:a16="http://schemas.microsoft.com/office/drawing/2014/main" id="{C1178F00-06E6-4DDE-A715-DC1B55109464}"/>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15CE967D-701A-44AA-BB3D-430681DF5147}"/>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APPENDIX</a:t>
            </a:r>
          </a:p>
        </p:txBody>
      </p:sp>
      <p:sp>
        <p:nvSpPr>
          <p:cNvPr id="5" name="internal-mark">
            <a:extLst xmlns:a="http://schemas.openxmlformats.org/drawingml/2006/main">
              <a:ext uri="{FF2B5EF4-FFF2-40B4-BE49-F238E27FC236}">
                <a16:creationId xmlns:a16="http://schemas.microsoft.com/office/drawing/2014/main" id="{C8F69127-B4AE-44A4-AE81-E95F36699C0B}"/>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F41D4F59-8D79-443E-971B-24D034AC500E}"/>
              </a:ext>
            </a:extLst>
          </p:cNvPr>
          <p:cNvSpPr>
            <a:spLocks xmlns:a="http://schemas.openxmlformats.org/drawingml/2006/main" noGrp="1"/>
          </p:cNvSpPr>
          <p:nvPr/>
        </p:nvSpPr>
        <p:spPr>
          <a:xfrm xmlns:a="http://schemas.openxmlformats.org/drawingml/2006/main">
            <a:off x="457200" y="914400"/>
            <a:ext cx="1066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Strategic Architecture</a:t>
            </a:r>
          </a:p>
        </p:txBody>
      </p:sp>
      <p:sp>
        <p:nvSpPr>
          <p:cNvPr id="7" name="architecture-layer-1">
            <a:extLst xmlns:a="http://schemas.openxmlformats.org/drawingml/2006/main">
              <a:ext uri="{FF2B5EF4-FFF2-40B4-BE49-F238E27FC236}">
                <a16:creationId xmlns:a16="http://schemas.microsoft.com/office/drawing/2014/main" id="{4195E9D5-7F5F-4612-A1FB-B0899BE25773}"/>
              </a:ext>
            </a:extLst>
          </p:cNvPr>
          <p:cNvSpPr>
            <a:spLocks xmlns:a="http://schemas.openxmlformats.org/drawingml/2006/main" noGrp="1"/>
          </p:cNvSpPr>
          <p:nvPr/>
        </p:nvSpPr>
        <p:spPr>
          <a:xfrm xmlns:a="http://schemas.openxmlformats.org/drawingml/2006/main">
            <a:off x="457200" y="2000250"/>
            <a:ext cx="10782300" cy="685800"/>
          </a:xfrm>
          <a:prstGeom xmlns:a="http://schemas.openxmlformats.org/drawingml/2006/main" prst="roundRect">
            <a:avLst>
              <a:gd name="adj" fmla="val 16667"/>
            </a:avLst>
          </a:prstGeom>
          <a:solidFill xmlns:a="http://schemas.openxmlformats.org/drawingml/2006/main">
            <a:srgbClr val="3516AA"/>
          </a:solidFill>
          <a:ln xmlns:a="http://schemas.openxmlformats.org/drawingml/2006/main" w="9525">
            <a:solidFill>
              <a:srgbClr val="6E51DA"/>
            </a:solidFill>
            <a:prstDash val="solid"/>
          </a:ln>
        </p:spPr>
      </p:sp>
      <p:sp>
        <p:nvSpPr>
          <p:cNvPr id="8" name="architecture-title-1">
            <a:extLst xmlns:a="http://schemas.openxmlformats.org/drawingml/2006/main">
              <a:ext uri="{FF2B5EF4-FFF2-40B4-BE49-F238E27FC236}">
                <a16:creationId xmlns:a16="http://schemas.microsoft.com/office/drawing/2014/main" id="{F4995731-B5F7-4041-8271-9B5F02FA2849}"/>
              </a:ext>
            </a:extLst>
          </p:cNvPr>
          <p:cNvSpPr>
            <a:spLocks xmlns:a="http://schemas.openxmlformats.org/drawingml/2006/main" noGrp="1"/>
          </p:cNvSpPr>
          <p:nvPr/>
        </p:nvSpPr>
        <p:spPr>
          <a:xfrm xmlns:a="http://schemas.openxmlformats.org/drawingml/2006/main">
            <a:off x="781050" y="2190750"/>
            <a:ext cx="1013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Mulish"/>
                <a:ea typeface="Mulish"/>
                <a:cs typeface="Mulish"/>
              </a:defRPr>
            </a:pPr>
            <a:r>
              <a:rPr sz="1350" b="1">
                <a:solidFill>
                  <a:srgbClr val="FFFFFF"/>
                </a:solidFill>
                <a:latin typeface="Mulish"/>
                <a:ea typeface="Mulish"/>
                <a:cs typeface="Mulish"/>
              </a:rPr>
              <a:t>PEOPLE · ORGANIZATIONS · APPLICATIONS · AI AGENTS</a:t>
            </a:r>
          </a:p>
        </p:txBody>
      </p:sp>
      <p:sp>
        <p:nvSpPr>
          <p:cNvPr id="9" name="architecture-layer-2">
            <a:extLst xmlns:a="http://schemas.openxmlformats.org/drawingml/2006/main">
              <a:ext uri="{FF2B5EF4-FFF2-40B4-BE49-F238E27FC236}">
                <a16:creationId xmlns:a16="http://schemas.microsoft.com/office/drawing/2014/main" id="{FE370CCF-F26B-4B7D-9FF1-836BE8790E6E}"/>
              </a:ext>
            </a:extLst>
          </p:cNvPr>
          <p:cNvSpPr>
            <a:spLocks xmlns:a="http://schemas.openxmlformats.org/drawingml/2006/main" noGrp="1"/>
          </p:cNvSpPr>
          <p:nvPr/>
        </p:nvSpPr>
        <p:spPr>
          <a:xfrm xmlns:a="http://schemas.openxmlformats.org/drawingml/2006/main">
            <a:off x="457200" y="2857500"/>
            <a:ext cx="10782300" cy="1352550"/>
          </a:xfrm>
          <a:prstGeom xmlns:a="http://schemas.openxmlformats.org/drawingml/2006/main" prst="roundRect">
            <a:avLst>
              <a:gd name="adj" fmla="val 8451"/>
            </a:avLst>
          </a:prstGeom>
          <a:solidFill xmlns:a="http://schemas.openxmlformats.org/drawingml/2006/main">
            <a:srgbClr val="7000FF"/>
          </a:solidFill>
          <a:ln xmlns:a="http://schemas.openxmlformats.org/drawingml/2006/main" w="9525">
            <a:solidFill>
              <a:srgbClr val="6E51DA"/>
            </a:solidFill>
            <a:prstDash val="solid"/>
          </a:ln>
        </p:spPr>
      </p:sp>
      <p:sp>
        <p:nvSpPr>
          <p:cNvPr id="10" name="architecture-title-2">
            <a:extLst xmlns:a="http://schemas.openxmlformats.org/drawingml/2006/main">
              <a:ext uri="{FF2B5EF4-FFF2-40B4-BE49-F238E27FC236}">
                <a16:creationId xmlns:a16="http://schemas.microsoft.com/office/drawing/2014/main" id="{6034FAAC-7C09-4C47-9DB3-85E8EA44B5A9}"/>
              </a:ext>
            </a:extLst>
          </p:cNvPr>
          <p:cNvSpPr>
            <a:spLocks xmlns:a="http://schemas.openxmlformats.org/drawingml/2006/main" noGrp="1"/>
          </p:cNvSpPr>
          <p:nvPr/>
        </p:nvSpPr>
        <p:spPr>
          <a:xfrm xmlns:a="http://schemas.openxmlformats.org/drawingml/2006/main">
            <a:off x="781050" y="3048000"/>
            <a:ext cx="1013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latin typeface="Mulish"/>
                <a:ea typeface="Mulish"/>
                <a:cs typeface="Mulish"/>
              </a:defRPr>
            </a:pPr>
            <a:r>
              <a:rPr sz="1425" b="1">
                <a:solidFill>
                  <a:srgbClr val="FFFFFF"/>
                </a:solidFill>
                <a:latin typeface="Mulish"/>
                <a:ea typeface="Mulish"/>
                <a:cs typeface="Mulish"/>
              </a:rPr>
              <a:t>CIRCULARO TRUST ORCHESTRATION / TRUSTED EXECUTION LAYER</a:t>
            </a:r>
          </a:p>
        </p:txBody>
      </p:sp>
      <p:sp>
        <p:nvSpPr>
          <p:cNvPr id="11" name="architecture-body-2">
            <a:extLst xmlns:a="http://schemas.openxmlformats.org/drawingml/2006/main">
              <a:ext uri="{FF2B5EF4-FFF2-40B4-BE49-F238E27FC236}">
                <a16:creationId xmlns:a16="http://schemas.microsoft.com/office/drawing/2014/main" id="{8CF4C668-B7D1-432C-9205-B2B02C8CE20B}"/>
              </a:ext>
            </a:extLst>
          </p:cNvPr>
          <p:cNvSpPr>
            <a:spLocks xmlns:a="http://schemas.openxmlformats.org/drawingml/2006/main" noGrp="1"/>
          </p:cNvSpPr>
          <p:nvPr/>
        </p:nvSpPr>
        <p:spPr>
          <a:xfrm xmlns:a="http://schemas.openxmlformats.org/drawingml/2006/main">
            <a:off x="781050" y="3409950"/>
            <a:ext cx="10134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0">
                <a:solidFill>
                  <a:srgbClr val="E6DEFF"/>
                </a:solidFill>
                <a:latin typeface="Mulish"/>
                <a:ea typeface="Mulish"/>
                <a:cs typeface="Mulish"/>
              </a:defRPr>
            </a:pPr>
            <a:r>
              <a:rPr sz="1238" b="0">
                <a:solidFill>
                  <a:srgbClr val="E6DEFF"/>
                </a:solidFill>
                <a:latin typeface="Mulish"/>
                <a:ea typeface="Mulish"/>
                <a:cs typeface="Mulish"/>
              </a:rPr>
              <a:t>Content · Collaboration · Identity · Authority · Policy · Workflow · Approval · Assurance · Signing · Sealing · Trust Services · Evidence · Audit · Archive · Unified Trust API</a:t>
            </a:r>
          </a:p>
        </p:txBody>
      </p:sp>
      <p:sp>
        <p:nvSpPr>
          <p:cNvPr id="12" name="architecture-layer-3">
            <a:extLst xmlns:a="http://schemas.openxmlformats.org/drawingml/2006/main">
              <a:ext uri="{FF2B5EF4-FFF2-40B4-BE49-F238E27FC236}">
                <a16:creationId xmlns:a16="http://schemas.microsoft.com/office/drawing/2014/main" id="{632AF7F2-58C4-47E3-87EA-28A929CF2AD4}"/>
              </a:ext>
            </a:extLst>
          </p:cNvPr>
          <p:cNvSpPr>
            <a:spLocks xmlns:a="http://schemas.openxmlformats.org/drawingml/2006/main" noGrp="1"/>
          </p:cNvSpPr>
          <p:nvPr/>
        </p:nvSpPr>
        <p:spPr>
          <a:xfrm xmlns:a="http://schemas.openxmlformats.org/drawingml/2006/main">
            <a:off x="457200" y="4381500"/>
            <a:ext cx="10782300" cy="1257300"/>
          </a:xfrm>
          <a:prstGeom xmlns:a="http://schemas.openxmlformats.org/drawingml/2006/main" prst="roundRect">
            <a:avLst>
              <a:gd name="adj" fmla="val 9091"/>
            </a:avLst>
          </a:prstGeom>
          <a:solidFill xmlns:a="http://schemas.openxmlformats.org/drawingml/2006/main">
            <a:srgbClr val="3516AA"/>
          </a:solidFill>
          <a:ln xmlns:a="http://schemas.openxmlformats.org/drawingml/2006/main" w="9525">
            <a:solidFill>
              <a:srgbClr val="6E51DA"/>
            </a:solidFill>
            <a:prstDash val="solid"/>
          </a:ln>
        </p:spPr>
      </p:sp>
      <p:sp>
        <p:nvSpPr>
          <p:cNvPr id="13" name="architecture-title-3">
            <a:extLst xmlns:a="http://schemas.openxmlformats.org/drawingml/2006/main">
              <a:ext uri="{FF2B5EF4-FFF2-40B4-BE49-F238E27FC236}">
                <a16:creationId xmlns:a16="http://schemas.microsoft.com/office/drawing/2014/main" id="{A0BC140C-EE44-4B76-B05F-3ED0D0C8A2CC}"/>
              </a:ext>
            </a:extLst>
          </p:cNvPr>
          <p:cNvSpPr>
            <a:spLocks xmlns:a="http://schemas.openxmlformats.org/drawingml/2006/main" noGrp="1"/>
          </p:cNvSpPr>
          <p:nvPr/>
        </p:nvSpPr>
        <p:spPr>
          <a:xfrm xmlns:a="http://schemas.openxmlformats.org/drawingml/2006/main">
            <a:off x="781050" y="4572000"/>
            <a:ext cx="1013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Mulish"/>
                <a:ea typeface="Mulish"/>
                <a:cs typeface="Mulish"/>
              </a:defRPr>
            </a:pPr>
            <a:r>
              <a:rPr sz="1350" b="1">
                <a:solidFill>
                  <a:srgbClr val="FFFFFF"/>
                </a:solidFill>
                <a:latin typeface="Mulish"/>
                <a:ea typeface="Mulish"/>
                <a:cs typeface="Mulish"/>
              </a:rPr>
              <a:t>TRUST &amp; INFRASTRUCTURE SERVICES</a:t>
            </a:r>
          </a:p>
        </p:txBody>
      </p:sp>
      <p:sp>
        <p:nvSpPr>
          <p:cNvPr id="14" name="architecture-body-3">
            <a:extLst xmlns:a="http://schemas.openxmlformats.org/drawingml/2006/main">
              <a:ext uri="{FF2B5EF4-FFF2-40B4-BE49-F238E27FC236}">
                <a16:creationId xmlns:a16="http://schemas.microsoft.com/office/drawing/2014/main" id="{3F5A4C74-B768-4AB0-B46C-B7015E8C1372}"/>
              </a:ext>
            </a:extLst>
          </p:cNvPr>
          <p:cNvSpPr>
            <a:spLocks xmlns:a="http://schemas.openxmlformats.org/drawingml/2006/main" noGrp="1"/>
          </p:cNvSpPr>
          <p:nvPr/>
        </p:nvSpPr>
        <p:spPr>
          <a:xfrm xmlns:a="http://schemas.openxmlformats.org/drawingml/2006/main">
            <a:off x="781050" y="4933950"/>
            <a:ext cx="10134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0">
                <a:solidFill>
                  <a:srgbClr val="E6DEFF"/>
                </a:solidFill>
                <a:latin typeface="Mulish"/>
                <a:ea typeface="Mulish"/>
                <a:cs typeface="Mulish"/>
              </a:defRPr>
            </a:pPr>
            <a:r>
              <a:rPr sz="1238" b="0">
                <a:solidFill>
                  <a:srgbClr val="E6DEFF"/>
                </a:solidFill>
                <a:latin typeface="Mulish"/>
                <a:ea typeface="Mulish"/>
                <a:cs typeface="Mulish"/>
              </a:rPr>
              <a:t>National Identity · Enterprise IAM · PKI · Signatures · Seals · Timestamps · Qualified Trust Services · Sovereign Cloud · External Trust Providers · Circularo-Native Capabilities</a:t>
            </a:r>
          </a:p>
        </p:txBody>
      </p:sp>
      <p:sp>
        <p:nvSpPr>
          <p:cNvPr id="15" name="architecture-layer-4">
            <a:extLst xmlns:a="http://schemas.openxmlformats.org/drawingml/2006/main">
              <a:ext uri="{FF2B5EF4-FFF2-40B4-BE49-F238E27FC236}">
                <a16:creationId xmlns:a16="http://schemas.microsoft.com/office/drawing/2014/main" id="{1F2E2CDD-EE7A-4B2B-B42D-64FDF86E7693}"/>
              </a:ext>
            </a:extLst>
          </p:cNvPr>
          <p:cNvSpPr>
            <a:spLocks xmlns:a="http://schemas.openxmlformats.org/drawingml/2006/main" noGrp="1"/>
          </p:cNvSpPr>
          <p:nvPr/>
        </p:nvSpPr>
        <p:spPr>
          <a:xfrm xmlns:a="http://schemas.openxmlformats.org/drawingml/2006/main">
            <a:off x="457200" y="5810250"/>
            <a:ext cx="10782300" cy="685800"/>
          </a:xfrm>
          <a:prstGeom xmlns:a="http://schemas.openxmlformats.org/drawingml/2006/main" prst="roundRect">
            <a:avLst>
              <a:gd name="adj" fmla="val 16667"/>
            </a:avLst>
          </a:prstGeom>
          <a:solidFill xmlns:a="http://schemas.openxmlformats.org/drawingml/2006/main">
            <a:srgbClr val="7000FF"/>
          </a:solidFill>
          <a:ln xmlns:a="http://schemas.openxmlformats.org/drawingml/2006/main" w="9525">
            <a:solidFill>
              <a:srgbClr val="6E51DA"/>
            </a:solidFill>
            <a:prstDash val="solid"/>
          </a:ln>
        </p:spPr>
      </p:sp>
      <p:sp>
        <p:nvSpPr>
          <p:cNvPr id="16" name="architecture-title-4">
            <a:extLst xmlns:a="http://schemas.openxmlformats.org/drawingml/2006/main">
              <a:ext uri="{FF2B5EF4-FFF2-40B4-BE49-F238E27FC236}">
                <a16:creationId xmlns:a16="http://schemas.microsoft.com/office/drawing/2014/main" id="{747866D2-DEFE-4F1B-9D29-0B3B82B56F11}"/>
              </a:ext>
            </a:extLst>
          </p:cNvPr>
          <p:cNvSpPr>
            <a:spLocks xmlns:a="http://schemas.openxmlformats.org/drawingml/2006/main" noGrp="1"/>
          </p:cNvSpPr>
          <p:nvPr/>
        </p:nvSpPr>
        <p:spPr>
          <a:xfrm xmlns:a="http://schemas.openxmlformats.org/drawingml/2006/main">
            <a:off x="781050" y="6000750"/>
            <a:ext cx="1013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Mulish"/>
                <a:ea typeface="Mulish"/>
                <a:cs typeface="Mulish"/>
              </a:defRPr>
            </a:pPr>
            <a:r>
              <a:rPr sz="1350" b="1">
                <a:solidFill>
                  <a:srgbClr val="FFFFFF"/>
                </a:solidFill>
                <a:latin typeface="Mulish"/>
                <a:ea typeface="Mulish"/>
                <a:cs typeface="Mulish"/>
              </a:rPr>
              <a:t>TRUSTED · COMPLIANT · VERIFIABLE BUSINESS OUTCOMES</a:t>
            </a:r>
          </a:p>
        </p:txBody>
      </p:sp>
    </p:spTree>
    <p:extLst>
      <p:ext uri="{BB962C8B-B14F-4D97-AF65-F5344CB8AC3E}">
        <p14:creationId xmlns:p14="http://schemas.microsoft.com/office/powerpoint/2010/main" val="120198850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67955a3d31147f6"/>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5B3A3134-75A6-4311-B375-9F7C8832D62D}"/>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18</a:t>
            </a:r>
          </a:p>
        </p:txBody>
      </p:sp>
      <p:sp>
        <p:nvSpPr>
          <p:cNvPr id="3" name="signature-line">
            <a:extLst xmlns:a="http://schemas.openxmlformats.org/drawingml/2006/main">
              <a:ext uri="{FF2B5EF4-FFF2-40B4-BE49-F238E27FC236}">
                <a16:creationId xmlns:a16="http://schemas.microsoft.com/office/drawing/2014/main" id="{CEEF2644-7C69-4E27-A845-C6FD089720C8}"/>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10A40B0B-6A93-4DCF-AB51-1740A2FBFD83}"/>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000FF"/>
                </a:solidFill>
                <a:latin typeface="Mulish"/>
                <a:ea typeface="Mulish"/>
                <a:cs typeface="Mulish"/>
              </a:defRPr>
            </a:pPr>
            <a:r>
              <a:rPr sz="1050" b="1">
                <a:solidFill>
                  <a:srgbClr val="7000FF"/>
                </a:solidFill>
                <a:latin typeface="Mulish"/>
                <a:ea typeface="Mulish"/>
                <a:cs typeface="Mulish"/>
              </a:rPr>
              <a:t>APPENDIX</a:t>
            </a:r>
          </a:p>
        </p:txBody>
      </p:sp>
      <p:sp>
        <p:nvSpPr>
          <p:cNvPr id="5" name="internal-mark">
            <a:extLst xmlns:a="http://schemas.openxmlformats.org/drawingml/2006/main">
              <a:ext uri="{FF2B5EF4-FFF2-40B4-BE49-F238E27FC236}">
                <a16:creationId xmlns:a16="http://schemas.microsoft.com/office/drawing/2014/main" id="{F7994590-3A99-47CC-A349-395EDAE2D908}"/>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085"/>
                </a:solidFill>
                <a:latin typeface="Mulish"/>
                <a:ea typeface="Mulish"/>
                <a:cs typeface="Mulish"/>
              </a:defRPr>
            </a:pPr>
            <a:r>
              <a:rPr sz="900" b="1">
                <a:solidFill>
                  <a:srgbClr val="667085"/>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1019EDDC-C0C8-48DB-B777-7E5481464347}"/>
              </a:ext>
            </a:extLst>
          </p:cNvPr>
          <p:cNvSpPr>
            <a:spLocks xmlns:a="http://schemas.openxmlformats.org/drawingml/2006/main" noGrp="1"/>
          </p:cNvSpPr>
          <p:nvPr/>
        </p:nvSpPr>
        <p:spPr>
          <a:xfrm xmlns:a="http://schemas.openxmlformats.org/drawingml/2006/main">
            <a:off x="457200" y="914400"/>
            <a:ext cx="11049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Narrative Relationship Cheat Sheet</a:t>
            </a:r>
          </a:p>
        </p:txBody>
      </p:sp>
      <p:sp>
        <p:nvSpPr>
          <p:cNvPr id="7" name="cheat-header-bg-1">
            <a:extLst xmlns:a="http://schemas.openxmlformats.org/drawingml/2006/main">
              <a:ext uri="{FF2B5EF4-FFF2-40B4-BE49-F238E27FC236}">
                <a16:creationId xmlns:a16="http://schemas.microsoft.com/office/drawing/2014/main" id="{BED34B79-AA10-4DFD-86B4-6D048E910A9D}"/>
              </a:ext>
            </a:extLst>
          </p:cNvPr>
          <p:cNvSpPr>
            <a:spLocks xmlns:a="http://schemas.openxmlformats.org/drawingml/2006/main" noGrp="1"/>
          </p:cNvSpPr>
          <p:nvPr/>
        </p:nvSpPr>
        <p:spPr>
          <a:xfrm xmlns:a="http://schemas.openxmlformats.org/drawingml/2006/main">
            <a:off x="457200" y="2076450"/>
            <a:ext cx="2476500" cy="51435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8" name="cheat-header-1">
            <a:extLst xmlns:a="http://schemas.openxmlformats.org/drawingml/2006/main">
              <a:ext uri="{FF2B5EF4-FFF2-40B4-BE49-F238E27FC236}">
                <a16:creationId xmlns:a16="http://schemas.microsoft.com/office/drawing/2014/main" id="{29CE34E0-6ECD-4AAB-8503-F6FA9D478DEB}"/>
              </a:ext>
            </a:extLst>
          </p:cNvPr>
          <p:cNvSpPr>
            <a:spLocks xmlns:a="http://schemas.openxmlformats.org/drawingml/2006/main" noGrp="1"/>
          </p:cNvSpPr>
          <p:nvPr/>
        </p:nvSpPr>
        <p:spPr>
          <a:xfrm xmlns:a="http://schemas.openxmlformats.org/drawingml/2006/main">
            <a:off x="628650" y="22479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latin typeface="Mulish"/>
                <a:ea typeface="Mulish"/>
                <a:cs typeface="Mulish"/>
              </a:defRPr>
            </a:pPr>
            <a:r>
              <a:rPr sz="975" b="1">
                <a:solidFill>
                  <a:srgbClr val="FFFFFF"/>
                </a:solidFill>
                <a:latin typeface="Mulish"/>
                <a:ea typeface="Mulish"/>
                <a:cs typeface="Mulish"/>
              </a:rPr>
              <a:t>NARRATIVE</a:t>
            </a:r>
          </a:p>
        </p:txBody>
      </p:sp>
      <p:sp>
        <p:nvSpPr>
          <p:cNvPr id="9" name="cheat-header-bg-2">
            <a:extLst xmlns:a="http://schemas.openxmlformats.org/drawingml/2006/main">
              <a:ext uri="{FF2B5EF4-FFF2-40B4-BE49-F238E27FC236}">
                <a16:creationId xmlns:a16="http://schemas.microsoft.com/office/drawing/2014/main" id="{8613572D-FBAB-4027-A084-EA039E759D8F}"/>
              </a:ext>
            </a:extLst>
          </p:cNvPr>
          <p:cNvSpPr>
            <a:spLocks xmlns:a="http://schemas.openxmlformats.org/drawingml/2006/main" noGrp="1"/>
          </p:cNvSpPr>
          <p:nvPr/>
        </p:nvSpPr>
        <p:spPr>
          <a:xfrm xmlns:a="http://schemas.openxmlformats.org/drawingml/2006/main">
            <a:off x="3276600" y="2076450"/>
            <a:ext cx="2895600" cy="51435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10" name="cheat-header-2">
            <a:extLst xmlns:a="http://schemas.openxmlformats.org/drawingml/2006/main">
              <a:ext uri="{FF2B5EF4-FFF2-40B4-BE49-F238E27FC236}">
                <a16:creationId xmlns:a16="http://schemas.microsoft.com/office/drawing/2014/main" id="{45AF29FA-7A82-42F6-B401-F5272F69C274}"/>
              </a:ext>
            </a:extLst>
          </p:cNvPr>
          <p:cNvSpPr>
            <a:spLocks xmlns:a="http://schemas.openxmlformats.org/drawingml/2006/main" noGrp="1"/>
          </p:cNvSpPr>
          <p:nvPr/>
        </p:nvSpPr>
        <p:spPr>
          <a:xfrm xmlns:a="http://schemas.openxmlformats.org/drawingml/2006/main">
            <a:off x="3448050" y="2247900"/>
            <a:ext cx="2552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latin typeface="Mulish"/>
                <a:ea typeface="Mulish"/>
                <a:cs typeface="Mulish"/>
              </a:defRPr>
            </a:pPr>
            <a:r>
              <a:rPr sz="975" b="1">
                <a:solidFill>
                  <a:srgbClr val="FFFFFF"/>
                </a:solidFill>
                <a:latin typeface="Mulish"/>
                <a:ea typeface="Mulish"/>
                <a:cs typeface="Mulish"/>
              </a:rPr>
              <a:t>QUESTION IT ANSWERS</a:t>
            </a:r>
          </a:p>
        </p:txBody>
      </p:sp>
      <p:sp>
        <p:nvSpPr>
          <p:cNvPr id="11" name="cheat-header-bg-3">
            <a:extLst xmlns:a="http://schemas.openxmlformats.org/drawingml/2006/main">
              <a:ext uri="{FF2B5EF4-FFF2-40B4-BE49-F238E27FC236}">
                <a16:creationId xmlns:a16="http://schemas.microsoft.com/office/drawing/2014/main" id="{30DE720A-9574-406A-850A-A5B6C8F03C4F}"/>
              </a:ext>
            </a:extLst>
          </p:cNvPr>
          <p:cNvSpPr>
            <a:spLocks xmlns:a="http://schemas.openxmlformats.org/drawingml/2006/main" noGrp="1"/>
          </p:cNvSpPr>
          <p:nvPr/>
        </p:nvSpPr>
        <p:spPr>
          <a:xfrm xmlns:a="http://schemas.openxmlformats.org/drawingml/2006/main">
            <a:off x="6515100" y="2076450"/>
            <a:ext cx="4724400" cy="51435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12" name="cheat-header-3">
            <a:extLst xmlns:a="http://schemas.openxmlformats.org/drawingml/2006/main">
              <a:ext uri="{FF2B5EF4-FFF2-40B4-BE49-F238E27FC236}">
                <a16:creationId xmlns:a16="http://schemas.microsoft.com/office/drawing/2014/main" id="{8B2DEE72-166C-4ABF-AB70-4D8B5807C340}"/>
              </a:ext>
            </a:extLst>
          </p:cNvPr>
          <p:cNvSpPr>
            <a:spLocks xmlns:a="http://schemas.openxmlformats.org/drawingml/2006/main" noGrp="1"/>
          </p:cNvSpPr>
          <p:nvPr/>
        </p:nvSpPr>
        <p:spPr>
          <a:xfrm xmlns:a="http://schemas.openxmlformats.org/drawingml/2006/main">
            <a:off x="6686550" y="22479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latin typeface="Mulish"/>
                <a:ea typeface="Mulish"/>
                <a:cs typeface="Mulish"/>
              </a:defRPr>
            </a:pPr>
            <a:r>
              <a:rPr sz="975" b="1">
                <a:solidFill>
                  <a:srgbClr val="FFFFFF"/>
                </a:solidFill>
                <a:latin typeface="Mulish"/>
                <a:ea typeface="Mulish"/>
                <a:cs typeface="Mulish"/>
              </a:rPr>
              <a:t>CORE IDEA</a:t>
            </a:r>
          </a:p>
        </p:txBody>
      </p:sp>
      <p:sp>
        <p:nvSpPr>
          <p:cNvPr id="13" name="cheat-cell-bg-1-1">
            <a:extLst xmlns:a="http://schemas.openxmlformats.org/drawingml/2006/main">
              <a:ext uri="{FF2B5EF4-FFF2-40B4-BE49-F238E27FC236}">
                <a16:creationId xmlns:a16="http://schemas.microsoft.com/office/drawing/2014/main" id="{A03D6E1C-B2B2-4654-BEDD-DA241C1ED517}"/>
              </a:ext>
            </a:extLst>
          </p:cNvPr>
          <p:cNvSpPr>
            <a:spLocks xmlns:a="http://schemas.openxmlformats.org/drawingml/2006/main" noGrp="1"/>
          </p:cNvSpPr>
          <p:nvPr/>
        </p:nvSpPr>
        <p:spPr>
          <a:xfrm xmlns:a="http://schemas.openxmlformats.org/drawingml/2006/main">
            <a:off x="457200" y="2743200"/>
            <a:ext cx="2476500" cy="914400"/>
          </a:xfrm>
          <a:prstGeom xmlns:a="http://schemas.openxmlformats.org/drawingml/2006/main" prst="rect">
            <a:avLst/>
          </a:prstGeom>
          <a:solidFill xmlns:a="http://schemas.openxmlformats.org/drawingml/2006/main">
            <a:srgbClr val="F8F9FC"/>
          </a:solidFill>
          <a:ln xmlns:a="http://schemas.openxmlformats.org/drawingml/2006/main" w="9525">
            <a:solidFill>
              <a:srgbClr val="E4E7EC"/>
            </a:solidFill>
            <a:prstDash val="solid"/>
          </a:ln>
        </p:spPr>
      </p:sp>
      <p:sp>
        <p:nvSpPr>
          <p:cNvPr id="14" name="cheat-cell-1-1">
            <a:extLst xmlns:a="http://schemas.openxmlformats.org/drawingml/2006/main">
              <a:ext uri="{FF2B5EF4-FFF2-40B4-BE49-F238E27FC236}">
                <a16:creationId xmlns:a16="http://schemas.microsoft.com/office/drawing/2014/main" id="{B0081AA4-32C0-4DF9-B1DA-7E8316A9F07F}"/>
              </a:ext>
            </a:extLst>
          </p:cNvPr>
          <p:cNvSpPr>
            <a:spLocks xmlns:a="http://schemas.openxmlformats.org/drawingml/2006/main" noGrp="1"/>
          </p:cNvSpPr>
          <p:nvPr/>
        </p:nvSpPr>
        <p:spPr>
          <a:xfrm xmlns:a="http://schemas.openxmlformats.org/drawingml/2006/main">
            <a:off x="628650" y="29146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1">
                <a:solidFill>
                  <a:srgbClr val="1D0090"/>
                </a:solidFill>
                <a:latin typeface="Mulish"/>
                <a:ea typeface="Mulish"/>
                <a:cs typeface="Mulish"/>
              </a:defRPr>
            </a:pPr>
            <a:r>
              <a:rPr sz="1313" b="1">
                <a:solidFill>
                  <a:srgbClr val="1D0090"/>
                </a:solidFill>
                <a:latin typeface="Mulish"/>
                <a:ea typeface="Mulish"/>
                <a:cs typeface="Mulish"/>
              </a:rPr>
              <a:t>Evolution</a:t>
            </a:r>
          </a:p>
        </p:txBody>
      </p:sp>
      <p:sp>
        <p:nvSpPr>
          <p:cNvPr id="15" name="cheat-cell-bg-1-2">
            <a:extLst xmlns:a="http://schemas.openxmlformats.org/drawingml/2006/main">
              <a:ext uri="{FF2B5EF4-FFF2-40B4-BE49-F238E27FC236}">
                <a16:creationId xmlns:a16="http://schemas.microsoft.com/office/drawing/2014/main" id="{D1EDAD1D-1970-4FA0-8D93-8A50BB1A0881}"/>
              </a:ext>
            </a:extLst>
          </p:cNvPr>
          <p:cNvSpPr>
            <a:spLocks xmlns:a="http://schemas.openxmlformats.org/drawingml/2006/main" noGrp="1"/>
          </p:cNvSpPr>
          <p:nvPr/>
        </p:nvSpPr>
        <p:spPr>
          <a:xfrm xmlns:a="http://schemas.openxmlformats.org/drawingml/2006/main">
            <a:off x="3276600" y="2743200"/>
            <a:ext cx="2895600" cy="914400"/>
          </a:xfrm>
          <a:prstGeom xmlns:a="http://schemas.openxmlformats.org/drawingml/2006/main" prst="rect">
            <a:avLst/>
          </a:prstGeom>
          <a:solidFill xmlns:a="http://schemas.openxmlformats.org/drawingml/2006/main">
            <a:srgbClr val="F8F9FC"/>
          </a:solidFill>
          <a:ln xmlns:a="http://schemas.openxmlformats.org/drawingml/2006/main" w="9525">
            <a:solidFill>
              <a:srgbClr val="E4E7EC"/>
            </a:solidFill>
            <a:prstDash val="solid"/>
          </a:ln>
        </p:spPr>
      </p:sp>
      <p:sp>
        <p:nvSpPr>
          <p:cNvPr id="16" name="cheat-cell-1-2">
            <a:extLst xmlns:a="http://schemas.openxmlformats.org/drawingml/2006/main">
              <a:ext uri="{FF2B5EF4-FFF2-40B4-BE49-F238E27FC236}">
                <a16:creationId xmlns:a16="http://schemas.microsoft.com/office/drawing/2014/main" id="{F867AE53-28D3-4515-BC31-B408083A68E6}"/>
              </a:ext>
            </a:extLst>
          </p:cNvPr>
          <p:cNvSpPr>
            <a:spLocks xmlns:a="http://schemas.openxmlformats.org/drawingml/2006/main" noGrp="1"/>
          </p:cNvSpPr>
          <p:nvPr/>
        </p:nvSpPr>
        <p:spPr>
          <a:xfrm xmlns:a="http://schemas.openxmlformats.org/drawingml/2006/main">
            <a:off x="3448050" y="2914650"/>
            <a:ext cx="2552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Where is Circularo going?</a:t>
            </a:r>
          </a:p>
        </p:txBody>
      </p:sp>
      <p:sp>
        <p:nvSpPr>
          <p:cNvPr id="17" name="cheat-cell-bg-1-3">
            <a:extLst xmlns:a="http://schemas.openxmlformats.org/drawingml/2006/main">
              <a:ext uri="{FF2B5EF4-FFF2-40B4-BE49-F238E27FC236}">
                <a16:creationId xmlns:a16="http://schemas.microsoft.com/office/drawing/2014/main" id="{ACF402D8-863C-429A-95A6-F76A2A1C17D0}"/>
              </a:ext>
            </a:extLst>
          </p:cNvPr>
          <p:cNvSpPr>
            <a:spLocks xmlns:a="http://schemas.openxmlformats.org/drawingml/2006/main" noGrp="1"/>
          </p:cNvSpPr>
          <p:nvPr/>
        </p:nvSpPr>
        <p:spPr>
          <a:xfrm xmlns:a="http://schemas.openxmlformats.org/drawingml/2006/main">
            <a:off x="6515100" y="2743200"/>
            <a:ext cx="4724400" cy="914400"/>
          </a:xfrm>
          <a:prstGeom xmlns:a="http://schemas.openxmlformats.org/drawingml/2006/main" prst="rect">
            <a:avLst/>
          </a:prstGeom>
          <a:solidFill xmlns:a="http://schemas.openxmlformats.org/drawingml/2006/main">
            <a:srgbClr val="F8F9FC"/>
          </a:solidFill>
          <a:ln xmlns:a="http://schemas.openxmlformats.org/drawingml/2006/main" w="9525">
            <a:solidFill>
              <a:srgbClr val="E4E7EC"/>
            </a:solidFill>
            <a:prstDash val="solid"/>
          </a:ln>
        </p:spPr>
      </p:sp>
      <p:sp>
        <p:nvSpPr>
          <p:cNvPr id="18" name="cheat-cell-1-3">
            <a:extLst xmlns:a="http://schemas.openxmlformats.org/drawingml/2006/main">
              <a:ext uri="{FF2B5EF4-FFF2-40B4-BE49-F238E27FC236}">
                <a16:creationId xmlns:a16="http://schemas.microsoft.com/office/drawing/2014/main" id="{642696EA-05CB-48E5-945A-36F707CB95E2}"/>
              </a:ext>
            </a:extLst>
          </p:cNvPr>
          <p:cNvSpPr>
            <a:spLocks xmlns:a="http://schemas.openxmlformats.org/drawingml/2006/main" noGrp="1"/>
          </p:cNvSpPr>
          <p:nvPr/>
        </p:nvSpPr>
        <p:spPr>
          <a:xfrm xmlns:a="http://schemas.openxmlformats.org/drawingml/2006/main">
            <a:off x="6686550" y="2914650"/>
            <a:ext cx="438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Digital Signatures · Digital Trust · Trusted Execution · Agentic Trusted Execution</a:t>
            </a:r>
          </a:p>
        </p:txBody>
      </p:sp>
      <p:sp>
        <p:nvSpPr>
          <p:cNvPr id="19" name="cheat-cell-bg-2-1">
            <a:extLst xmlns:a="http://schemas.openxmlformats.org/drawingml/2006/main">
              <a:ext uri="{FF2B5EF4-FFF2-40B4-BE49-F238E27FC236}">
                <a16:creationId xmlns:a16="http://schemas.microsoft.com/office/drawing/2014/main" id="{CE608987-29F5-41E3-A346-042C5369C083}"/>
              </a:ext>
            </a:extLst>
          </p:cNvPr>
          <p:cNvSpPr>
            <a:spLocks xmlns:a="http://schemas.openxmlformats.org/drawingml/2006/main" noGrp="1"/>
          </p:cNvSpPr>
          <p:nvPr/>
        </p:nvSpPr>
        <p:spPr>
          <a:xfrm xmlns:a="http://schemas.openxmlformats.org/drawingml/2006/main">
            <a:off x="457200" y="3810000"/>
            <a:ext cx="24765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E4E7EC"/>
            </a:solidFill>
            <a:prstDash val="solid"/>
          </a:ln>
        </p:spPr>
      </p:sp>
      <p:sp>
        <p:nvSpPr>
          <p:cNvPr id="20" name="cheat-cell-2-1">
            <a:extLst xmlns:a="http://schemas.openxmlformats.org/drawingml/2006/main">
              <a:ext uri="{FF2B5EF4-FFF2-40B4-BE49-F238E27FC236}">
                <a16:creationId xmlns:a16="http://schemas.microsoft.com/office/drawing/2014/main" id="{C3FE6301-0E16-4A89-8471-10181F3F6301}"/>
              </a:ext>
            </a:extLst>
          </p:cNvPr>
          <p:cNvSpPr>
            <a:spLocks xmlns:a="http://schemas.openxmlformats.org/drawingml/2006/main" noGrp="1"/>
          </p:cNvSpPr>
          <p:nvPr/>
        </p:nvSpPr>
        <p:spPr>
          <a:xfrm xmlns:a="http://schemas.openxmlformats.org/drawingml/2006/main">
            <a:off x="628650" y="39814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1">
                <a:solidFill>
                  <a:srgbClr val="1D0090"/>
                </a:solidFill>
                <a:latin typeface="Mulish"/>
                <a:ea typeface="Mulish"/>
                <a:cs typeface="Mulish"/>
              </a:defRPr>
            </a:pPr>
            <a:r>
              <a:rPr sz="1313" b="1">
                <a:solidFill>
                  <a:srgbClr val="1D0090"/>
                </a:solidFill>
                <a:latin typeface="Mulish"/>
                <a:ea typeface="Mulish"/>
                <a:cs typeface="Mulish"/>
              </a:rPr>
              <a:t>Trust Orchestration</a:t>
            </a:r>
          </a:p>
        </p:txBody>
      </p:sp>
      <p:sp>
        <p:nvSpPr>
          <p:cNvPr id="21" name="cheat-cell-bg-2-2">
            <a:extLst xmlns:a="http://schemas.openxmlformats.org/drawingml/2006/main">
              <a:ext uri="{FF2B5EF4-FFF2-40B4-BE49-F238E27FC236}">
                <a16:creationId xmlns:a16="http://schemas.microsoft.com/office/drawing/2014/main" id="{9BD793C3-5514-4237-8D34-53358C23D962}"/>
              </a:ext>
            </a:extLst>
          </p:cNvPr>
          <p:cNvSpPr>
            <a:spLocks xmlns:a="http://schemas.openxmlformats.org/drawingml/2006/main" noGrp="1"/>
          </p:cNvSpPr>
          <p:nvPr/>
        </p:nvSpPr>
        <p:spPr>
          <a:xfrm xmlns:a="http://schemas.openxmlformats.org/drawingml/2006/main">
            <a:off x="3276600" y="3810000"/>
            <a:ext cx="28956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E4E7EC"/>
            </a:solidFill>
            <a:prstDash val="solid"/>
          </a:ln>
        </p:spPr>
      </p:sp>
      <p:sp>
        <p:nvSpPr>
          <p:cNvPr id="22" name="cheat-cell-2-2">
            <a:extLst xmlns:a="http://schemas.openxmlformats.org/drawingml/2006/main">
              <a:ext uri="{FF2B5EF4-FFF2-40B4-BE49-F238E27FC236}">
                <a16:creationId xmlns:a16="http://schemas.microsoft.com/office/drawing/2014/main" id="{8314FC4A-050E-4A6B-BE53-5E0D45E17397}"/>
              </a:ext>
            </a:extLst>
          </p:cNvPr>
          <p:cNvSpPr>
            <a:spLocks xmlns:a="http://schemas.openxmlformats.org/drawingml/2006/main" noGrp="1"/>
          </p:cNvSpPr>
          <p:nvPr/>
        </p:nvSpPr>
        <p:spPr>
          <a:xfrm xmlns:a="http://schemas.openxmlformats.org/drawingml/2006/main">
            <a:off x="3448050" y="3981450"/>
            <a:ext cx="2552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What does Circularo do?</a:t>
            </a:r>
          </a:p>
        </p:txBody>
      </p:sp>
      <p:sp>
        <p:nvSpPr>
          <p:cNvPr id="23" name="cheat-cell-bg-2-3">
            <a:extLst xmlns:a="http://schemas.openxmlformats.org/drawingml/2006/main">
              <a:ext uri="{FF2B5EF4-FFF2-40B4-BE49-F238E27FC236}">
                <a16:creationId xmlns:a16="http://schemas.microsoft.com/office/drawing/2014/main" id="{4E1DEC83-FA6D-4BB0-8505-BC95CA6DDF9E}"/>
              </a:ext>
            </a:extLst>
          </p:cNvPr>
          <p:cNvSpPr>
            <a:spLocks xmlns:a="http://schemas.openxmlformats.org/drawingml/2006/main" noGrp="1"/>
          </p:cNvSpPr>
          <p:nvPr/>
        </p:nvSpPr>
        <p:spPr>
          <a:xfrm xmlns:a="http://schemas.openxmlformats.org/drawingml/2006/main">
            <a:off x="6515100" y="3810000"/>
            <a:ext cx="47244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E4E7EC"/>
            </a:solidFill>
            <a:prstDash val="solid"/>
          </a:ln>
        </p:spPr>
      </p:sp>
      <p:sp>
        <p:nvSpPr>
          <p:cNvPr id="24" name="cheat-cell-2-3">
            <a:extLst xmlns:a="http://schemas.openxmlformats.org/drawingml/2006/main">
              <a:ext uri="{FF2B5EF4-FFF2-40B4-BE49-F238E27FC236}">
                <a16:creationId xmlns:a16="http://schemas.microsoft.com/office/drawing/2014/main" id="{09C90B95-8CD1-45D8-A9B2-AEBF1E9C189B}"/>
              </a:ext>
            </a:extLst>
          </p:cNvPr>
          <p:cNvSpPr>
            <a:spLocks xmlns:a="http://schemas.openxmlformats.org/drawingml/2006/main" noGrp="1"/>
          </p:cNvSpPr>
          <p:nvPr/>
        </p:nvSpPr>
        <p:spPr>
          <a:xfrm xmlns:a="http://schemas.openxmlformats.org/drawingml/2006/main">
            <a:off x="6686550" y="3981450"/>
            <a:ext cx="438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Connects the controls and trust services required for a trusted outcome</a:t>
            </a:r>
          </a:p>
        </p:txBody>
      </p:sp>
      <p:sp>
        <p:nvSpPr>
          <p:cNvPr id="25" name="cheat-cell-bg-3-1">
            <a:extLst xmlns:a="http://schemas.openxmlformats.org/drawingml/2006/main">
              <a:ext uri="{FF2B5EF4-FFF2-40B4-BE49-F238E27FC236}">
                <a16:creationId xmlns:a16="http://schemas.microsoft.com/office/drawing/2014/main" id="{9FA000F4-18AB-4306-8D03-37A2D9B15A67}"/>
              </a:ext>
            </a:extLst>
          </p:cNvPr>
          <p:cNvSpPr>
            <a:spLocks xmlns:a="http://schemas.openxmlformats.org/drawingml/2006/main" noGrp="1"/>
          </p:cNvSpPr>
          <p:nvPr/>
        </p:nvSpPr>
        <p:spPr>
          <a:xfrm xmlns:a="http://schemas.openxmlformats.org/drawingml/2006/main">
            <a:off x="457200" y="4876800"/>
            <a:ext cx="2476500" cy="914400"/>
          </a:xfrm>
          <a:prstGeom xmlns:a="http://schemas.openxmlformats.org/drawingml/2006/main" prst="rect">
            <a:avLst/>
          </a:prstGeom>
          <a:solidFill xmlns:a="http://schemas.openxmlformats.org/drawingml/2006/main">
            <a:srgbClr val="F8F9FC"/>
          </a:solidFill>
          <a:ln xmlns:a="http://schemas.openxmlformats.org/drawingml/2006/main" w="9525">
            <a:solidFill>
              <a:srgbClr val="E4E7EC"/>
            </a:solidFill>
            <a:prstDash val="solid"/>
          </a:ln>
        </p:spPr>
      </p:sp>
      <p:sp>
        <p:nvSpPr>
          <p:cNvPr id="26" name="cheat-cell-3-1">
            <a:extLst xmlns:a="http://schemas.openxmlformats.org/drawingml/2006/main">
              <a:ext uri="{FF2B5EF4-FFF2-40B4-BE49-F238E27FC236}">
                <a16:creationId xmlns:a16="http://schemas.microsoft.com/office/drawing/2014/main" id="{DBC62F05-8038-4525-90C1-1CD7521D4AE7}"/>
              </a:ext>
            </a:extLst>
          </p:cNvPr>
          <p:cNvSpPr>
            <a:spLocks xmlns:a="http://schemas.openxmlformats.org/drawingml/2006/main" noGrp="1"/>
          </p:cNvSpPr>
          <p:nvPr/>
        </p:nvSpPr>
        <p:spPr>
          <a:xfrm xmlns:a="http://schemas.openxmlformats.org/drawingml/2006/main">
            <a:off x="628650" y="50482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1">
                <a:solidFill>
                  <a:srgbClr val="1D0090"/>
                </a:solidFill>
                <a:latin typeface="Mulish"/>
                <a:ea typeface="Mulish"/>
                <a:cs typeface="Mulish"/>
              </a:defRPr>
            </a:pPr>
            <a:r>
              <a:rPr sz="1313" b="1">
                <a:solidFill>
                  <a:srgbClr val="1D0090"/>
                </a:solidFill>
                <a:latin typeface="Mulish"/>
                <a:ea typeface="Mulish"/>
                <a:cs typeface="Mulish"/>
              </a:rPr>
              <a:t>Transaction Complexity</a:t>
            </a:r>
          </a:p>
        </p:txBody>
      </p:sp>
      <p:sp>
        <p:nvSpPr>
          <p:cNvPr id="27" name="cheat-cell-bg-3-2">
            <a:extLst xmlns:a="http://schemas.openxmlformats.org/drawingml/2006/main">
              <a:ext uri="{FF2B5EF4-FFF2-40B4-BE49-F238E27FC236}">
                <a16:creationId xmlns:a16="http://schemas.microsoft.com/office/drawing/2014/main" id="{B8535F30-3E15-47CE-864B-B923EF2D2FA0}"/>
              </a:ext>
            </a:extLst>
          </p:cNvPr>
          <p:cNvSpPr>
            <a:spLocks xmlns:a="http://schemas.openxmlformats.org/drawingml/2006/main" noGrp="1"/>
          </p:cNvSpPr>
          <p:nvPr/>
        </p:nvSpPr>
        <p:spPr>
          <a:xfrm xmlns:a="http://schemas.openxmlformats.org/drawingml/2006/main">
            <a:off x="3276600" y="4876800"/>
            <a:ext cx="2895600" cy="914400"/>
          </a:xfrm>
          <a:prstGeom xmlns:a="http://schemas.openxmlformats.org/drawingml/2006/main" prst="rect">
            <a:avLst/>
          </a:prstGeom>
          <a:solidFill xmlns:a="http://schemas.openxmlformats.org/drawingml/2006/main">
            <a:srgbClr val="F8F9FC"/>
          </a:solidFill>
          <a:ln xmlns:a="http://schemas.openxmlformats.org/drawingml/2006/main" w="9525">
            <a:solidFill>
              <a:srgbClr val="E4E7EC"/>
            </a:solidFill>
            <a:prstDash val="solid"/>
          </a:ln>
        </p:spPr>
      </p:sp>
      <p:sp>
        <p:nvSpPr>
          <p:cNvPr id="28" name="cheat-cell-3-2">
            <a:extLst xmlns:a="http://schemas.openxmlformats.org/drawingml/2006/main">
              <a:ext uri="{FF2B5EF4-FFF2-40B4-BE49-F238E27FC236}">
                <a16:creationId xmlns:a16="http://schemas.microsoft.com/office/drawing/2014/main" id="{DDC1E330-0C88-43F5-9D99-65F9643A2084}"/>
              </a:ext>
            </a:extLst>
          </p:cNvPr>
          <p:cNvSpPr>
            <a:spLocks xmlns:a="http://schemas.openxmlformats.org/drawingml/2006/main" noGrp="1"/>
          </p:cNvSpPr>
          <p:nvPr/>
        </p:nvSpPr>
        <p:spPr>
          <a:xfrm xmlns:a="http://schemas.openxmlformats.org/drawingml/2006/main">
            <a:off x="3448050" y="5048250"/>
            <a:ext cx="2552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Why does this matter?</a:t>
            </a:r>
          </a:p>
        </p:txBody>
      </p:sp>
      <p:sp>
        <p:nvSpPr>
          <p:cNvPr id="29" name="cheat-cell-bg-3-3">
            <a:extLst xmlns:a="http://schemas.openxmlformats.org/drawingml/2006/main">
              <a:ext uri="{FF2B5EF4-FFF2-40B4-BE49-F238E27FC236}">
                <a16:creationId xmlns:a16="http://schemas.microsoft.com/office/drawing/2014/main" id="{7ADE6EAD-50FE-4DAF-A07C-E303AAE6F8F9}"/>
              </a:ext>
            </a:extLst>
          </p:cNvPr>
          <p:cNvSpPr>
            <a:spLocks xmlns:a="http://schemas.openxmlformats.org/drawingml/2006/main" noGrp="1"/>
          </p:cNvSpPr>
          <p:nvPr/>
        </p:nvSpPr>
        <p:spPr>
          <a:xfrm xmlns:a="http://schemas.openxmlformats.org/drawingml/2006/main">
            <a:off x="6515100" y="4876800"/>
            <a:ext cx="4724400" cy="914400"/>
          </a:xfrm>
          <a:prstGeom xmlns:a="http://schemas.openxmlformats.org/drawingml/2006/main" prst="rect">
            <a:avLst/>
          </a:prstGeom>
          <a:solidFill xmlns:a="http://schemas.openxmlformats.org/drawingml/2006/main">
            <a:srgbClr val="F8F9FC"/>
          </a:solidFill>
          <a:ln xmlns:a="http://schemas.openxmlformats.org/drawingml/2006/main" w="9525">
            <a:solidFill>
              <a:srgbClr val="E4E7EC"/>
            </a:solidFill>
            <a:prstDash val="solid"/>
          </a:ln>
        </p:spPr>
      </p:sp>
      <p:sp>
        <p:nvSpPr>
          <p:cNvPr id="30" name="cheat-cell-3-3">
            <a:extLst xmlns:a="http://schemas.openxmlformats.org/drawingml/2006/main">
              <a:ext uri="{FF2B5EF4-FFF2-40B4-BE49-F238E27FC236}">
                <a16:creationId xmlns:a16="http://schemas.microsoft.com/office/drawing/2014/main" id="{417F240B-4866-4C3D-A8FB-705E4EED4430}"/>
              </a:ext>
            </a:extLst>
          </p:cNvPr>
          <p:cNvSpPr>
            <a:spLocks xmlns:a="http://schemas.openxmlformats.org/drawingml/2006/main" noGrp="1"/>
          </p:cNvSpPr>
          <p:nvPr/>
        </p:nvSpPr>
        <p:spPr>
          <a:xfrm xmlns:a="http://schemas.openxmlformats.org/drawingml/2006/main">
            <a:off x="6686550" y="5048250"/>
            <a:ext cx="438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13" b="0">
                <a:solidFill>
                  <a:srgbClr val="3D3D3D"/>
                </a:solidFill>
                <a:latin typeface="Mulish"/>
                <a:ea typeface="Mulish"/>
                <a:cs typeface="Mulish"/>
              </a:defRPr>
            </a:pPr>
            <a:r>
              <a:rPr sz="1313" b="0">
                <a:solidFill>
                  <a:srgbClr val="3D3D3D"/>
                </a:solidFill>
                <a:latin typeface="Mulish"/>
                <a:ea typeface="Mulish"/>
                <a:cs typeface="Mulish"/>
              </a:rPr>
              <a:t>More actors, systems, autonomy and jurisdictions create greater orchestration needs</a:t>
            </a:r>
          </a:p>
        </p:txBody>
      </p:sp>
    </p:spTree>
    <p:extLst>
      <p:ext uri="{BB962C8B-B14F-4D97-AF65-F5344CB8AC3E}">
        <p14:creationId xmlns:p14="http://schemas.microsoft.com/office/powerpoint/2010/main" val="1442906288"/>
      </p:ext>
    </p:extLst>
  </p:cSld>
</p:sld>
</file>

<file path=ppt/slides/slide19.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0a62181022a402f"/>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FE534935-2FD1-4DC9-9784-EF58C7CF622F}"/>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19</a:t>
            </a:r>
          </a:p>
        </p:txBody>
      </p:sp>
      <p:sp>
        <p:nvSpPr>
          <p:cNvPr id="3" name="signature-line">
            <a:extLst xmlns:a="http://schemas.openxmlformats.org/drawingml/2006/main">
              <a:ext uri="{FF2B5EF4-FFF2-40B4-BE49-F238E27FC236}">
                <a16:creationId xmlns:a16="http://schemas.microsoft.com/office/drawing/2014/main" id="{36EC6F03-5D7F-478F-9DAF-0E3D18F05D25}"/>
              </a:ext>
            </a:extLst>
          </p:cNvPr>
          <p:cNvSpPr>
            <a:spLocks xmlns:a="http://schemas.openxmlformats.org/drawingml/2006/main" noGrp="1"/>
          </p:cNvSpPr>
          <p:nvPr/>
        </p:nvSpPr>
        <p:spPr>
          <a:xfrm xmlns:a="http://schemas.openxmlformats.org/drawingml/2006/main">
            <a:off x="457200" y="6305550"/>
            <a:ext cx="238125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slide-eyebrow">
            <a:extLst xmlns:a="http://schemas.openxmlformats.org/drawingml/2006/main">
              <a:ext uri="{FF2B5EF4-FFF2-40B4-BE49-F238E27FC236}">
                <a16:creationId xmlns:a16="http://schemas.microsoft.com/office/drawing/2014/main" id="{A7F96463-66D2-4D58-B222-08346A6721FC}"/>
              </a:ext>
            </a:extLst>
          </p:cNvPr>
          <p:cNvSpPr>
            <a:spLocks xmlns:a="http://schemas.openxmlformats.org/drawingml/2006/main" noGrp="1"/>
          </p:cNvSpPr>
          <p:nvPr/>
        </p:nvSpPr>
        <p:spPr>
          <a:xfrm xmlns:a="http://schemas.openxmlformats.org/drawingml/2006/main">
            <a:off x="990600" y="2952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EFF"/>
                </a:solidFill>
                <a:latin typeface="Mulish"/>
                <a:ea typeface="Mulish"/>
                <a:cs typeface="Mulish"/>
              </a:defRPr>
            </a:pPr>
            <a:r>
              <a:rPr sz="1050" b="1">
                <a:solidFill>
                  <a:srgbClr val="C9AEFF"/>
                </a:solidFill>
                <a:latin typeface="Mulish"/>
                <a:ea typeface="Mulish"/>
                <a:cs typeface="Mulish"/>
              </a:rPr>
              <a:t>APPENDIX</a:t>
            </a:r>
          </a:p>
        </p:txBody>
      </p:sp>
      <p:sp>
        <p:nvSpPr>
          <p:cNvPr id="5" name="internal-mark">
            <a:extLst xmlns:a="http://schemas.openxmlformats.org/drawingml/2006/main">
              <a:ext uri="{FF2B5EF4-FFF2-40B4-BE49-F238E27FC236}">
                <a16:creationId xmlns:a16="http://schemas.microsoft.com/office/drawing/2014/main" id="{6DC69CC4-063E-42CC-BEBB-FC3DAAFEB652}"/>
              </a:ext>
            </a:extLst>
          </p:cNvPr>
          <p:cNvSpPr>
            <a:spLocks xmlns:a="http://schemas.openxmlformats.org/drawingml/2006/main" noGrp="1"/>
          </p:cNvSpPr>
          <p:nvPr/>
        </p:nvSpPr>
        <p:spPr>
          <a:xfrm xmlns:a="http://schemas.openxmlformats.org/drawingml/2006/main">
            <a:off x="8648700" y="32385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9AEFF"/>
                </a:solidFill>
                <a:latin typeface="Mulish"/>
                <a:ea typeface="Mulish"/>
                <a:cs typeface="Mulish"/>
              </a:defRPr>
            </a:pPr>
            <a:r>
              <a:rPr sz="900" b="1">
                <a:solidFill>
                  <a:srgbClr val="C9AEFF"/>
                </a:solidFill>
                <a:latin typeface="Mulish"/>
                <a:ea typeface="Mulish"/>
                <a:cs typeface="Mulish"/>
              </a:rPr>
              <a:t>INTERNAL TEAM DECK</a:t>
            </a:r>
          </a:p>
        </p:txBody>
      </p:sp>
      <p:sp>
        <p:nvSpPr>
          <p:cNvPr id="6" name="slide-title">
            <a:extLst xmlns:a="http://schemas.openxmlformats.org/drawingml/2006/main">
              <a:ext uri="{FF2B5EF4-FFF2-40B4-BE49-F238E27FC236}">
                <a16:creationId xmlns:a16="http://schemas.microsoft.com/office/drawing/2014/main" id="{A0DA0061-63CC-4255-B69E-BA849FB0C327}"/>
              </a:ext>
            </a:extLst>
          </p:cNvPr>
          <p:cNvSpPr>
            <a:spLocks xmlns:a="http://schemas.openxmlformats.org/drawingml/2006/main" noGrp="1"/>
          </p:cNvSpPr>
          <p:nvPr/>
        </p:nvSpPr>
        <p:spPr>
          <a:xfrm xmlns:a="http://schemas.openxmlformats.org/drawingml/2006/main">
            <a:off x="457200" y="914400"/>
            <a:ext cx="1085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Internal Narrative Guardrails</a:t>
            </a:r>
          </a:p>
        </p:txBody>
      </p:sp>
      <p:sp>
        <p:nvSpPr>
          <p:cNvPr id="7" name="bullet-1">
            <a:extLst xmlns:a="http://schemas.openxmlformats.org/drawingml/2006/main">
              <a:ext uri="{FF2B5EF4-FFF2-40B4-BE49-F238E27FC236}">
                <a16:creationId xmlns:a16="http://schemas.microsoft.com/office/drawing/2014/main" id="{6CD1F830-E876-4E4D-A7BE-4B34793CDA83}"/>
              </a:ext>
            </a:extLst>
          </p:cNvPr>
          <p:cNvSpPr>
            <a:spLocks xmlns:a="http://schemas.openxmlformats.org/drawingml/2006/main" noGrp="1"/>
          </p:cNvSpPr>
          <p:nvPr/>
        </p:nvSpPr>
        <p:spPr>
          <a:xfrm xmlns:a="http://schemas.openxmlformats.org/drawingml/2006/main">
            <a:off x="457200" y="2228850"/>
            <a:ext cx="76200" cy="76200"/>
          </a:xfrm>
          <a:prstGeom xmlns:a="http://schemas.openxmlformats.org/drawingml/2006/main" prst="roundRect">
            <a:avLst>
              <a:gd name="adj" fmla="val 50000"/>
            </a:avLst>
          </a:prstGeom>
          <a:solidFill xmlns:a="http://schemas.openxmlformats.org/drawingml/2006/main">
            <a:srgbClr val="C9AEFF"/>
          </a:solidFill>
          <a:ln xmlns:a="http://schemas.openxmlformats.org/drawingml/2006/main" w="0">
            <a:noFill/>
            <a:prstDash val="solid"/>
          </a:ln>
        </p:spPr>
      </p:sp>
      <p:sp>
        <p:nvSpPr>
          <p:cNvPr id="8" name="bullet-text-1">
            <a:extLst xmlns:a="http://schemas.openxmlformats.org/drawingml/2006/main">
              <a:ext uri="{FF2B5EF4-FFF2-40B4-BE49-F238E27FC236}">
                <a16:creationId xmlns:a16="http://schemas.microsoft.com/office/drawing/2014/main" id="{5F9A3C3C-3390-42DB-91C7-6DBCA6A5FB36}"/>
              </a:ext>
            </a:extLst>
          </p:cNvPr>
          <p:cNvSpPr>
            <a:spLocks xmlns:a="http://schemas.openxmlformats.org/drawingml/2006/main" noGrp="1"/>
          </p:cNvSpPr>
          <p:nvPr/>
        </p:nvSpPr>
        <p:spPr>
          <a:xfrm xmlns:a="http://schemas.openxmlformats.org/drawingml/2006/main">
            <a:off x="685800" y="2133600"/>
            <a:ext cx="1055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latin typeface="Mulish"/>
                <a:ea typeface="Mulish"/>
                <a:cs typeface="Mulish"/>
              </a:defRPr>
            </a:pPr>
            <a:r>
              <a:rPr sz="1500" b="0">
                <a:solidFill>
                  <a:srgbClr val="FFFFFF"/>
                </a:solidFill>
                <a:latin typeface="Mulish"/>
                <a:ea typeface="Mulish"/>
                <a:cs typeface="Mulish"/>
              </a:rPr>
              <a:t>Do not position the evolution as abandoning digital signatures.</a:t>
            </a:r>
          </a:p>
        </p:txBody>
      </p:sp>
      <p:sp>
        <p:nvSpPr>
          <p:cNvPr id="9" name="bullet-rule-1">
            <a:extLst xmlns:a="http://schemas.openxmlformats.org/drawingml/2006/main">
              <a:ext uri="{FF2B5EF4-FFF2-40B4-BE49-F238E27FC236}">
                <a16:creationId xmlns:a16="http://schemas.microsoft.com/office/drawing/2014/main" id="{79D330E1-5DB8-406A-ACF7-D9892BEE0E53}"/>
              </a:ext>
            </a:extLst>
          </p:cNvPr>
          <p:cNvSpPr>
            <a:spLocks xmlns:a="http://schemas.openxmlformats.org/drawingml/2006/main" noGrp="1"/>
          </p:cNvSpPr>
          <p:nvPr/>
        </p:nvSpPr>
        <p:spPr>
          <a:xfrm xmlns:a="http://schemas.openxmlformats.org/drawingml/2006/main">
            <a:off x="685800" y="2647950"/>
            <a:ext cx="105537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0" name="bullet-2">
            <a:extLst xmlns:a="http://schemas.openxmlformats.org/drawingml/2006/main">
              <a:ext uri="{FF2B5EF4-FFF2-40B4-BE49-F238E27FC236}">
                <a16:creationId xmlns:a16="http://schemas.microsoft.com/office/drawing/2014/main" id="{594927C5-C0F1-420B-AF0C-E31554C577E4}"/>
              </a:ext>
            </a:extLst>
          </p:cNvPr>
          <p:cNvSpPr>
            <a:spLocks xmlns:a="http://schemas.openxmlformats.org/drawingml/2006/main" noGrp="1"/>
          </p:cNvSpPr>
          <p:nvPr/>
        </p:nvSpPr>
        <p:spPr>
          <a:xfrm xmlns:a="http://schemas.openxmlformats.org/drawingml/2006/main">
            <a:off x="457200" y="2838450"/>
            <a:ext cx="76200" cy="76200"/>
          </a:xfrm>
          <a:prstGeom xmlns:a="http://schemas.openxmlformats.org/drawingml/2006/main" prst="roundRect">
            <a:avLst>
              <a:gd name="adj" fmla="val 50000"/>
            </a:avLst>
          </a:prstGeom>
          <a:solidFill xmlns:a="http://schemas.openxmlformats.org/drawingml/2006/main">
            <a:srgbClr val="C9AEFF"/>
          </a:solidFill>
          <a:ln xmlns:a="http://schemas.openxmlformats.org/drawingml/2006/main" w="0">
            <a:noFill/>
            <a:prstDash val="solid"/>
          </a:ln>
        </p:spPr>
      </p:sp>
      <p:sp>
        <p:nvSpPr>
          <p:cNvPr id="11" name="bullet-text-2">
            <a:extLst xmlns:a="http://schemas.openxmlformats.org/drawingml/2006/main">
              <a:ext uri="{FF2B5EF4-FFF2-40B4-BE49-F238E27FC236}">
                <a16:creationId xmlns:a16="http://schemas.microsoft.com/office/drawing/2014/main" id="{1E8CE10F-6413-4DF0-B0C0-7C2273D0F2A4}"/>
              </a:ext>
            </a:extLst>
          </p:cNvPr>
          <p:cNvSpPr>
            <a:spLocks xmlns:a="http://schemas.openxmlformats.org/drawingml/2006/main" noGrp="1"/>
          </p:cNvSpPr>
          <p:nvPr/>
        </p:nvSpPr>
        <p:spPr>
          <a:xfrm xmlns:a="http://schemas.openxmlformats.org/drawingml/2006/main">
            <a:off x="685800" y="2743200"/>
            <a:ext cx="1055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latin typeface="Mulish"/>
                <a:ea typeface="Mulish"/>
                <a:cs typeface="Mulish"/>
              </a:defRPr>
            </a:pPr>
            <a:r>
              <a:rPr sz="1500" b="0">
                <a:solidFill>
                  <a:srgbClr val="FFFFFF"/>
                </a:solidFill>
                <a:latin typeface="Mulish"/>
                <a:ea typeface="Mulish"/>
                <a:cs typeface="Mulish"/>
              </a:rPr>
              <a:t>Do not imply Circularo owns every underlying trust service.</a:t>
            </a:r>
          </a:p>
        </p:txBody>
      </p:sp>
      <p:sp>
        <p:nvSpPr>
          <p:cNvPr id="12" name="bullet-rule-2">
            <a:extLst xmlns:a="http://schemas.openxmlformats.org/drawingml/2006/main">
              <a:ext uri="{FF2B5EF4-FFF2-40B4-BE49-F238E27FC236}">
                <a16:creationId xmlns:a16="http://schemas.microsoft.com/office/drawing/2014/main" id="{F685DF9C-8995-4807-B0D7-41708E7D7A52}"/>
              </a:ext>
            </a:extLst>
          </p:cNvPr>
          <p:cNvSpPr>
            <a:spLocks xmlns:a="http://schemas.openxmlformats.org/drawingml/2006/main" noGrp="1"/>
          </p:cNvSpPr>
          <p:nvPr/>
        </p:nvSpPr>
        <p:spPr>
          <a:xfrm xmlns:a="http://schemas.openxmlformats.org/drawingml/2006/main">
            <a:off x="685800" y="3257550"/>
            <a:ext cx="105537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3" name="bullet-3">
            <a:extLst xmlns:a="http://schemas.openxmlformats.org/drawingml/2006/main">
              <a:ext uri="{FF2B5EF4-FFF2-40B4-BE49-F238E27FC236}">
                <a16:creationId xmlns:a16="http://schemas.microsoft.com/office/drawing/2014/main" id="{82C6F087-8989-4FC2-95AA-0FD84E7357CC}"/>
              </a:ext>
            </a:extLst>
          </p:cNvPr>
          <p:cNvSpPr>
            <a:spLocks xmlns:a="http://schemas.openxmlformats.org/drawingml/2006/main" noGrp="1"/>
          </p:cNvSpPr>
          <p:nvPr/>
        </p:nvSpPr>
        <p:spPr>
          <a:xfrm xmlns:a="http://schemas.openxmlformats.org/drawingml/2006/main">
            <a:off x="457200" y="3448050"/>
            <a:ext cx="76200" cy="76200"/>
          </a:xfrm>
          <a:prstGeom xmlns:a="http://schemas.openxmlformats.org/drawingml/2006/main" prst="roundRect">
            <a:avLst>
              <a:gd name="adj" fmla="val 50000"/>
            </a:avLst>
          </a:prstGeom>
          <a:solidFill xmlns:a="http://schemas.openxmlformats.org/drawingml/2006/main">
            <a:srgbClr val="C9AEFF"/>
          </a:solidFill>
          <a:ln xmlns:a="http://schemas.openxmlformats.org/drawingml/2006/main" w="0">
            <a:noFill/>
            <a:prstDash val="solid"/>
          </a:ln>
        </p:spPr>
      </p:sp>
      <p:sp>
        <p:nvSpPr>
          <p:cNvPr id="14" name="bullet-text-3">
            <a:extLst xmlns:a="http://schemas.openxmlformats.org/drawingml/2006/main">
              <a:ext uri="{FF2B5EF4-FFF2-40B4-BE49-F238E27FC236}">
                <a16:creationId xmlns:a16="http://schemas.microsoft.com/office/drawing/2014/main" id="{0210B198-1BD6-4C46-88A4-0FD6D77B86FE}"/>
              </a:ext>
            </a:extLst>
          </p:cNvPr>
          <p:cNvSpPr>
            <a:spLocks xmlns:a="http://schemas.openxmlformats.org/drawingml/2006/main" noGrp="1"/>
          </p:cNvSpPr>
          <p:nvPr/>
        </p:nvSpPr>
        <p:spPr>
          <a:xfrm xmlns:a="http://schemas.openxmlformats.org/drawingml/2006/main">
            <a:off x="685800" y="3352800"/>
            <a:ext cx="1055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latin typeface="Mulish"/>
                <a:ea typeface="Mulish"/>
                <a:cs typeface="Mulish"/>
              </a:defRPr>
            </a:pPr>
            <a:r>
              <a:rPr sz="1500" b="0">
                <a:solidFill>
                  <a:srgbClr val="FFFFFF"/>
                </a:solidFill>
                <a:latin typeface="Mulish"/>
                <a:ea typeface="Mulish"/>
                <a:cs typeface="Mulish"/>
              </a:rPr>
              <a:t>Do not equate AI intelligence with institutional authority.</a:t>
            </a:r>
          </a:p>
        </p:txBody>
      </p:sp>
      <p:sp>
        <p:nvSpPr>
          <p:cNvPr id="15" name="bullet-rule-3">
            <a:extLst xmlns:a="http://schemas.openxmlformats.org/drawingml/2006/main">
              <a:ext uri="{FF2B5EF4-FFF2-40B4-BE49-F238E27FC236}">
                <a16:creationId xmlns:a16="http://schemas.microsoft.com/office/drawing/2014/main" id="{694B7227-855F-4B5E-9AD4-66CD2719E2FA}"/>
              </a:ext>
            </a:extLst>
          </p:cNvPr>
          <p:cNvSpPr>
            <a:spLocks xmlns:a="http://schemas.openxmlformats.org/drawingml/2006/main" noGrp="1"/>
          </p:cNvSpPr>
          <p:nvPr/>
        </p:nvSpPr>
        <p:spPr>
          <a:xfrm xmlns:a="http://schemas.openxmlformats.org/drawingml/2006/main">
            <a:off x="685800" y="3867150"/>
            <a:ext cx="105537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6" name="bullet-4">
            <a:extLst xmlns:a="http://schemas.openxmlformats.org/drawingml/2006/main">
              <a:ext uri="{FF2B5EF4-FFF2-40B4-BE49-F238E27FC236}">
                <a16:creationId xmlns:a16="http://schemas.microsoft.com/office/drawing/2014/main" id="{579E139A-0C13-4453-AC71-837ED1F3B84E}"/>
              </a:ext>
            </a:extLst>
          </p:cNvPr>
          <p:cNvSpPr>
            <a:spLocks xmlns:a="http://schemas.openxmlformats.org/drawingml/2006/main" noGrp="1"/>
          </p:cNvSpPr>
          <p:nvPr/>
        </p:nvSpPr>
        <p:spPr>
          <a:xfrm xmlns:a="http://schemas.openxmlformats.org/drawingml/2006/main">
            <a:off x="457200" y="4057650"/>
            <a:ext cx="76200" cy="76200"/>
          </a:xfrm>
          <a:prstGeom xmlns:a="http://schemas.openxmlformats.org/drawingml/2006/main" prst="roundRect">
            <a:avLst>
              <a:gd name="adj" fmla="val 50000"/>
            </a:avLst>
          </a:prstGeom>
          <a:solidFill xmlns:a="http://schemas.openxmlformats.org/drawingml/2006/main">
            <a:srgbClr val="C9AEFF"/>
          </a:solidFill>
          <a:ln xmlns:a="http://schemas.openxmlformats.org/drawingml/2006/main" w="0">
            <a:noFill/>
            <a:prstDash val="solid"/>
          </a:ln>
        </p:spPr>
      </p:sp>
      <p:sp>
        <p:nvSpPr>
          <p:cNvPr id="17" name="bullet-text-4">
            <a:extLst xmlns:a="http://schemas.openxmlformats.org/drawingml/2006/main">
              <a:ext uri="{FF2B5EF4-FFF2-40B4-BE49-F238E27FC236}">
                <a16:creationId xmlns:a16="http://schemas.microsoft.com/office/drawing/2014/main" id="{BF027AEE-CB5B-403B-965E-A31594D84C74}"/>
              </a:ext>
            </a:extLst>
          </p:cNvPr>
          <p:cNvSpPr>
            <a:spLocks xmlns:a="http://schemas.openxmlformats.org/drawingml/2006/main" noGrp="1"/>
          </p:cNvSpPr>
          <p:nvPr/>
        </p:nvSpPr>
        <p:spPr>
          <a:xfrm xmlns:a="http://schemas.openxmlformats.org/drawingml/2006/main">
            <a:off x="685800" y="3962400"/>
            <a:ext cx="1055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latin typeface="Mulish"/>
                <a:ea typeface="Mulish"/>
                <a:cs typeface="Mulish"/>
              </a:defRPr>
            </a:pPr>
            <a:r>
              <a:rPr sz="1500" b="0">
                <a:solidFill>
                  <a:srgbClr val="FFFFFF"/>
                </a:solidFill>
                <a:latin typeface="Mulish"/>
                <a:ea typeface="Mulish"/>
                <a:cs typeface="Mulish"/>
              </a:rPr>
              <a:t>Do not turn future agentic concepts into current product claims without validation.</a:t>
            </a:r>
          </a:p>
        </p:txBody>
      </p:sp>
      <p:sp>
        <p:nvSpPr>
          <p:cNvPr id="18" name="bullet-rule-4">
            <a:extLst xmlns:a="http://schemas.openxmlformats.org/drawingml/2006/main">
              <a:ext uri="{FF2B5EF4-FFF2-40B4-BE49-F238E27FC236}">
                <a16:creationId xmlns:a16="http://schemas.microsoft.com/office/drawing/2014/main" id="{31DF9DAD-2CB6-4DCF-8F0E-6E5FD51BB803}"/>
              </a:ext>
            </a:extLst>
          </p:cNvPr>
          <p:cNvSpPr>
            <a:spLocks xmlns:a="http://schemas.openxmlformats.org/drawingml/2006/main" noGrp="1"/>
          </p:cNvSpPr>
          <p:nvPr/>
        </p:nvSpPr>
        <p:spPr>
          <a:xfrm xmlns:a="http://schemas.openxmlformats.org/drawingml/2006/main">
            <a:off x="685800" y="4476750"/>
            <a:ext cx="105537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19" name="bullet-5">
            <a:extLst xmlns:a="http://schemas.openxmlformats.org/drawingml/2006/main">
              <a:ext uri="{FF2B5EF4-FFF2-40B4-BE49-F238E27FC236}">
                <a16:creationId xmlns:a16="http://schemas.microsoft.com/office/drawing/2014/main" id="{A42FCA42-F810-4A80-AE95-5066A1E12DC4}"/>
              </a:ext>
            </a:extLst>
          </p:cNvPr>
          <p:cNvSpPr>
            <a:spLocks xmlns:a="http://schemas.openxmlformats.org/drawingml/2006/main" noGrp="1"/>
          </p:cNvSpPr>
          <p:nvPr/>
        </p:nvSpPr>
        <p:spPr>
          <a:xfrm xmlns:a="http://schemas.openxmlformats.org/drawingml/2006/main">
            <a:off x="457200" y="4667250"/>
            <a:ext cx="76200" cy="76200"/>
          </a:xfrm>
          <a:prstGeom xmlns:a="http://schemas.openxmlformats.org/drawingml/2006/main" prst="roundRect">
            <a:avLst>
              <a:gd name="adj" fmla="val 50000"/>
            </a:avLst>
          </a:prstGeom>
          <a:solidFill xmlns:a="http://schemas.openxmlformats.org/drawingml/2006/main">
            <a:srgbClr val="C9AEFF"/>
          </a:solidFill>
          <a:ln xmlns:a="http://schemas.openxmlformats.org/drawingml/2006/main" w="0">
            <a:noFill/>
            <a:prstDash val="solid"/>
          </a:ln>
        </p:spPr>
      </p:sp>
      <p:sp>
        <p:nvSpPr>
          <p:cNvPr id="20" name="bullet-text-5">
            <a:extLst xmlns:a="http://schemas.openxmlformats.org/drawingml/2006/main">
              <a:ext uri="{FF2B5EF4-FFF2-40B4-BE49-F238E27FC236}">
                <a16:creationId xmlns:a16="http://schemas.microsoft.com/office/drawing/2014/main" id="{D13AAA83-6DD1-4AC1-A379-0ED472F94404}"/>
              </a:ext>
            </a:extLst>
          </p:cNvPr>
          <p:cNvSpPr>
            <a:spLocks xmlns:a="http://schemas.openxmlformats.org/drawingml/2006/main" noGrp="1"/>
          </p:cNvSpPr>
          <p:nvPr/>
        </p:nvSpPr>
        <p:spPr>
          <a:xfrm xmlns:a="http://schemas.openxmlformats.org/drawingml/2006/main">
            <a:off x="685800" y="4572000"/>
            <a:ext cx="1055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latin typeface="Mulish"/>
                <a:ea typeface="Mulish"/>
                <a:cs typeface="Mulish"/>
              </a:defRPr>
            </a:pPr>
            <a:r>
              <a:rPr sz="1500" b="0">
                <a:solidFill>
                  <a:srgbClr val="FFFFFF"/>
                </a:solidFill>
                <a:latin typeface="Mulish"/>
                <a:ea typeface="Mulish"/>
                <a:cs typeface="Mulish"/>
              </a:rPr>
              <a:t>Do not make jurisdiction-specific compliance claims without canonical evidence.</a:t>
            </a:r>
          </a:p>
        </p:txBody>
      </p:sp>
      <p:sp>
        <p:nvSpPr>
          <p:cNvPr id="21" name="bullet-rule-5">
            <a:extLst xmlns:a="http://schemas.openxmlformats.org/drawingml/2006/main">
              <a:ext uri="{FF2B5EF4-FFF2-40B4-BE49-F238E27FC236}">
                <a16:creationId xmlns:a16="http://schemas.microsoft.com/office/drawing/2014/main" id="{D5E3D588-19E2-4185-AEA8-B9279BBE8F6A}"/>
              </a:ext>
            </a:extLst>
          </p:cNvPr>
          <p:cNvSpPr>
            <a:spLocks xmlns:a="http://schemas.openxmlformats.org/drawingml/2006/main" noGrp="1"/>
          </p:cNvSpPr>
          <p:nvPr/>
        </p:nvSpPr>
        <p:spPr>
          <a:xfrm xmlns:a="http://schemas.openxmlformats.org/drawingml/2006/main">
            <a:off x="685800" y="5086350"/>
            <a:ext cx="10553700" cy="9525"/>
          </a:xfrm>
          <a:prstGeom xmlns:a="http://schemas.openxmlformats.org/drawingml/2006/main" prst="rect">
            <a:avLst/>
          </a:prstGeom>
          <a:solidFill xmlns:a="http://schemas.openxmlformats.org/drawingml/2006/main">
            <a:srgbClr val="5B3BC9"/>
          </a:solidFill>
          <a:ln xmlns:a="http://schemas.openxmlformats.org/drawingml/2006/main" w="0">
            <a:noFill/>
            <a:prstDash val="solid"/>
          </a:ln>
        </p:spPr>
      </p:sp>
      <p:sp>
        <p:nvSpPr>
          <p:cNvPr id="22" name="bullet-6">
            <a:extLst xmlns:a="http://schemas.openxmlformats.org/drawingml/2006/main">
              <a:ext uri="{FF2B5EF4-FFF2-40B4-BE49-F238E27FC236}">
                <a16:creationId xmlns:a16="http://schemas.microsoft.com/office/drawing/2014/main" id="{5995A669-CA2F-406A-832A-8BDE54D85967}"/>
              </a:ext>
            </a:extLst>
          </p:cNvPr>
          <p:cNvSpPr>
            <a:spLocks xmlns:a="http://schemas.openxmlformats.org/drawingml/2006/main" noGrp="1"/>
          </p:cNvSpPr>
          <p:nvPr/>
        </p:nvSpPr>
        <p:spPr>
          <a:xfrm xmlns:a="http://schemas.openxmlformats.org/drawingml/2006/main">
            <a:off x="457200" y="5276850"/>
            <a:ext cx="76200" cy="76200"/>
          </a:xfrm>
          <a:prstGeom xmlns:a="http://schemas.openxmlformats.org/drawingml/2006/main" prst="roundRect">
            <a:avLst>
              <a:gd name="adj" fmla="val 50000"/>
            </a:avLst>
          </a:prstGeom>
          <a:solidFill xmlns:a="http://schemas.openxmlformats.org/drawingml/2006/main">
            <a:srgbClr val="C9AEFF"/>
          </a:solidFill>
          <a:ln xmlns:a="http://schemas.openxmlformats.org/drawingml/2006/main" w="0">
            <a:noFill/>
            <a:prstDash val="solid"/>
          </a:ln>
        </p:spPr>
      </p:sp>
      <p:sp>
        <p:nvSpPr>
          <p:cNvPr id="23" name="bullet-text-6">
            <a:extLst xmlns:a="http://schemas.openxmlformats.org/drawingml/2006/main">
              <a:ext uri="{FF2B5EF4-FFF2-40B4-BE49-F238E27FC236}">
                <a16:creationId xmlns:a16="http://schemas.microsoft.com/office/drawing/2014/main" id="{403C2F00-4F76-440B-8171-34188D34A704}"/>
              </a:ext>
            </a:extLst>
          </p:cNvPr>
          <p:cNvSpPr>
            <a:spLocks xmlns:a="http://schemas.openxmlformats.org/drawingml/2006/main" noGrp="1"/>
          </p:cNvSpPr>
          <p:nvPr/>
        </p:nvSpPr>
        <p:spPr>
          <a:xfrm xmlns:a="http://schemas.openxmlformats.org/drawingml/2006/main">
            <a:off x="685800" y="5181600"/>
            <a:ext cx="1055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latin typeface="Mulish"/>
                <a:ea typeface="Mulish"/>
                <a:cs typeface="Mulish"/>
              </a:defRPr>
            </a:pPr>
            <a:r>
              <a:rPr sz="1500" b="0">
                <a:solidFill>
                  <a:srgbClr val="FFFFFF"/>
                </a:solidFill>
                <a:latin typeface="Mulish"/>
                <a:ea typeface="Mulish"/>
                <a:cs typeface="Mulish"/>
              </a:rPr>
              <a:t>Keep Trust Orchestration, Trusted Execution, and Agentic Trusted Execution distinct and consistently defined.</a:t>
            </a:r>
          </a:p>
        </p:txBody>
      </p:sp>
    </p:spTree>
    <p:extLst>
      <p:ext uri="{BB962C8B-B14F-4D97-AF65-F5344CB8AC3E}">
        <p14:creationId xmlns:p14="http://schemas.microsoft.com/office/powerpoint/2010/main" val="1384877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2026-09-05T11:47:51.7440000Z</dcterms:created>
  <dcterms:modified xsi:type="dcterms:W3CDTF">2026-09-05T11:47:51.7440000Z</dcterms:modified>
</coreProperties>
</file>