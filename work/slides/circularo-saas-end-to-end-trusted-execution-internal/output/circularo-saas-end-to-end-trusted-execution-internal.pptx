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410ede4590435e" /><Relationship Type="http://schemas.openxmlformats.org/officeDocument/2006/relationships/extended-properties" Target="/docProps/app.xml" Id="R53cbc3c2becd41a3" /><Relationship Type="http://schemas.openxmlformats.org/officeDocument/2006/relationships/officeDocument" Target="/ppt/presentation.xml" Id="Rc4fcf3c370e648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d84f090ee34bc6"/>
  </p:sldMasterIdLst>
  <p:notesMasterIdLst>
    <p:notesMasterId xmlns:r="http://schemas.openxmlformats.org/officeDocument/2006/relationships" r:id="R4937cb2c7d1844ca"/>
  </p:notesMasterIdLst>
  <p:sldIdLst>
    <p:sldId xmlns:r="http://schemas.openxmlformats.org/officeDocument/2006/relationships" id="256" r:id="Re8e45276419a4014"/>
    <p:sldId xmlns:r="http://schemas.openxmlformats.org/officeDocument/2006/relationships" id="257" r:id="Rd19da78f64194e0c"/>
    <p:sldId xmlns:r="http://schemas.openxmlformats.org/officeDocument/2006/relationships" id="258" r:id="R9cac1acb6dd84da4"/>
    <p:sldId xmlns:r="http://schemas.openxmlformats.org/officeDocument/2006/relationships" id="259" r:id="R49c354f3c1b746dc"/>
    <p:sldId xmlns:r="http://schemas.openxmlformats.org/officeDocument/2006/relationships" id="260" r:id="Rbb898015b25a4856"/>
    <p:sldId xmlns:r="http://schemas.openxmlformats.org/officeDocument/2006/relationships" id="261" r:id="Rf2d642a4ebbc49e1"/>
    <p:sldId xmlns:r="http://schemas.openxmlformats.org/officeDocument/2006/relationships" id="262" r:id="R70e77d90c64f48f9"/>
    <p:sldId xmlns:r="http://schemas.openxmlformats.org/officeDocument/2006/relationships" id="263" r:id="R7c7a6a311cfb4a6f"/>
    <p:sldId xmlns:r="http://schemas.openxmlformats.org/officeDocument/2006/relationships" id="264" r:id="Rd27e9f5f066f4582"/>
    <p:sldId xmlns:r="http://schemas.openxmlformats.org/officeDocument/2006/relationships" id="265" r:id="R02e382bfbf394f87"/>
    <p:sldId xmlns:r="http://schemas.openxmlformats.org/officeDocument/2006/relationships" id="266" r:id="R571849be834d4e9a"/>
    <p:sldId xmlns:r="http://schemas.openxmlformats.org/officeDocument/2006/relationships" id="267" r:id="R07b26b98c01e449b"/>
    <p:sldId xmlns:r="http://schemas.openxmlformats.org/officeDocument/2006/relationships" id="268" r:id="R95b996e74fa54ad1"/>
    <p:sldId xmlns:r="http://schemas.openxmlformats.org/officeDocument/2006/relationships" id="269" r:id="R2e38102435e14e7f"/>
    <p:sldId xmlns:r="http://schemas.openxmlformats.org/officeDocument/2006/relationships" id="270" r:id="R6e00662a51ed4c9d"/>
    <p:sldId xmlns:r="http://schemas.openxmlformats.org/officeDocument/2006/relationships" id="271" r:id="R0f1549175c2c4df0"/>
    <p:sldId xmlns:r="http://schemas.openxmlformats.org/officeDocument/2006/relationships" id="272" r:id="Raac23391e4684d28"/>
    <p:sldId xmlns:r="http://schemas.openxmlformats.org/officeDocument/2006/relationships" id="273" r:id="R647c88b3cc3f47b2"/>
    <p:sldId xmlns:r="http://schemas.openxmlformats.org/officeDocument/2006/relationships" id="274" r:id="Rf3322da3b3944f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8f327720274675" /><Relationship Type="http://schemas.openxmlformats.org/officeDocument/2006/relationships/slideMaster" Target="/ppt/slideMasters/slideMaster1.xml" Id="Rcdd84f090ee34bc6" /><Relationship Type="http://schemas.openxmlformats.org/officeDocument/2006/relationships/notesMaster" Target="/ppt/notesMasters/notesMaster1.xml" Id="R4937cb2c7d1844ca" /><Relationship Type="http://schemas.openxmlformats.org/officeDocument/2006/relationships/presProps" Target="/ppt/presProps.xml" Id="R1227096efce2453b" /><Relationship Type="http://schemas.openxmlformats.org/officeDocument/2006/relationships/tableStyles" Target="/ppt/tableStyles.xml" Id="Rc172c5c7c12c4d8a" /><Relationship Type="http://schemas.openxmlformats.org/officeDocument/2006/relationships/slide" Target="/ppt/slides/slide1.xml" Id="Re8e45276419a4014" /><Relationship Type="http://schemas.openxmlformats.org/officeDocument/2006/relationships/slide" Target="/ppt/slides/slide2.xml" Id="Rd19da78f64194e0c" /><Relationship Type="http://schemas.openxmlformats.org/officeDocument/2006/relationships/slide" Target="/ppt/slides/slide3.xml" Id="R9cac1acb6dd84da4" /><Relationship Type="http://schemas.openxmlformats.org/officeDocument/2006/relationships/slide" Target="/ppt/slides/slide4.xml" Id="R49c354f3c1b746dc" /><Relationship Type="http://schemas.openxmlformats.org/officeDocument/2006/relationships/slide" Target="/ppt/slides/slide5.xml" Id="Rbb898015b25a4856" /><Relationship Type="http://schemas.openxmlformats.org/officeDocument/2006/relationships/slide" Target="/ppt/slides/slide6.xml" Id="Rf2d642a4ebbc49e1" /><Relationship Type="http://schemas.openxmlformats.org/officeDocument/2006/relationships/slide" Target="/ppt/slides/slide7.xml" Id="R70e77d90c64f48f9" /><Relationship Type="http://schemas.openxmlformats.org/officeDocument/2006/relationships/slide" Target="/ppt/slides/slide8.xml" Id="R7c7a6a311cfb4a6f" /><Relationship Type="http://schemas.openxmlformats.org/officeDocument/2006/relationships/slide" Target="/ppt/slides/slide9.xml" Id="Rd27e9f5f066f4582" /><Relationship Type="http://schemas.openxmlformats.org/officeDocument/2006/relationships/slide" Target="/ppt/slides/slide10.xml" Id="R02e382bfbf394f87" /><Relationship Type="http://schemas.openxmlformats.org/officeDocument/2006/relationships/slide" Target="/ppt/slides/slide11.xml" Id="R571849be834d4e9a" /><Relationship Type="http://schemas.openxmlformats.org/officeDocument/2006/relationships/slide" Target="/ppt/slides/slide12.xml" Id="R07b26b98c01e449b" /><Relationship Type="http://schemas.openxmlformats.org/officeDocument/2006/relationships/slide" Target="/ppt/slides/slide13.xml" Id="R95b996e74fa54ad1" /><Relationship Type="http://schemas.openxmlformats.org/officeDocument/2006/relationships/slide" Target="/ppt/slides/slide14.xml" Id="R2e38102435e14e7f" /><Relationship Type="http://schemas.openxmlformats.org/officeDocument/2006/relationships/slide" Target="/ppt/slides/slide15.xml" Id="R6e00662a51ed4c9d" /><Relationship Type="http://schemas.openxmlformats.org/officeDocument/2006/relationships/slide" Target="/ppt/slides/slide16.xml" Id="R0f1549175c2c4df0" /><Relationship Type="http://schemas.openxmlformats.org/officeDocument/2006/relationships/slide" Target="/ppt/slides/slide17.xml" Id="Raac23391e4684d28" /><Relationship Type="http://schemas.openxmlformats.org/officeDocument/2006/relationships/slide" Target="/ppt/slides/slide18.xml" Id="R647c88b3cc3f47b2" /><Relationship Type="http://schemas.openxmlformats.org/officeDocument/2006/relationships/slide" Target="/ppt/slides/slide19.xml" Id="Rf3322da3b3944f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6d202022d946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24f9bc42aa43fa" /><Relationship Type="http://schemas.openxmlformats.org/officeDocument/2006/relationships/notesMaster" Target="/ppt/notesMasters/notesMaster1.xml" Id="R29963fd47ddc48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14499ebed14bbd" /><Relationship Type="http://schemas.openxmlformats.org/officeDocument/2006/relationships/notesMaster" Target="/ppt/notesMasters/notesMaster1.xml" Id="Re93ce642d7804c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10c990b9514e57" /><Relationship Type="http://schemas.openxmlformats.org/officeDocument/2006/relationships/notesMaster" Target="/ppt/notesMasters/notesMaster1.xml" Id="Rd074874a624845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b40a1ba15c46ce" /><Relationship Type="http://schemas.openxmlformats.org/officeDocument/2006/relationships/notesMaster" Target="/ppt/notesMasters/notesMaster1.xml" Id="R3e10b4cc19d94f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444db7c48a4d97" /><Relationship Type="http://schemas.openxmlformats.org/officeDocument/2006/relationships/notesMaster" Target="/ppt/notesMasters/notesMaster1.xml" Id="Rf099a248c5264c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860d6c3d804490" /><Relationship Type="http://schemas.openxmlformats.org/officeDocument/2006/relationships/notesMaster" Target="/ppt/notesMasters/notesMaster1.xml" Id="Rd0fc9c7b06ec4e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861c012b8a4cbc" /><Relationship Type="http://schemas.openxmlformats.org/officeDocument/2006/relationships/notesMaster" Target="/ppt/notesMasters/notesMaster1.xml" Id="Rd3c94be8a77c42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45bd5b29a34a2e" /><Relationship Type="http://schemas.openxmlformats.org/officeDocument/2006/relationships/notesMaster" Target="/ppt/notesMasters/notesMaster1.xml" Id="R15a63638aaf448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81ca08d7ba4979" /><Relationship Type="http://schemas.openxmlformats.org/officeDocument/2006/relationships/notesMaster" Target="/ppt/notesMasters/notesMaster1.xml" Id="Rc7ba130d86b843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47abfeae854adf" /><Relationship Type="http://schemas.openxmlformats.org/officeDocument/2006/relationships/notesMaster" Target="/ppt/notesMasters/notesMaster1.xml" Id="Rd17cbb41bcf949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9135881a994f5d" /><Relationship Type="http://schemas.openxmlformats.org/officeDocument/2006/relationships/notesMaster" Target="/ppt/notesMasters/notesMaster1.xml" Id="Re4caba8d8ebb4d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8a03cbbed14f17" /><Relationship Type="http://schemas.openxmlformats.org/officeDocument/2006/relationships/notesMaster" Target="/ppt/notesMasters/notesMaster1.xml" Id="Rc2deb1574d4a47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49d93247064505" /><Relationship Type="http://schemas.openxmlformats.org/officeDocument/2006/relationships/notesMaster" Target="/ppt/notesMasters/notesMaster1.xml" Id="Rd92800717d3b4e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8fd1a017284924" /><Relationship Type="http://schemas.openxmlformats.org/officeDocument/2006/relationships/notesMaster" Target="/ppt/notesMasters/notesMaster1.xml" Id="R9d0a3859d9e14a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4436fb7bc1451b" /><Relationship Type="http://schemas.openxmlformats.org/officeDocument/2006/relationships/notesMaster" Target="/ppt/notesMasters/notesMaster1.xml" Id="R9ee2b97958d44f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853f99a7944887" /><Relationship Type="http://schemas.openxmlformats.org/officeDocument/2006/relationships/notesMaster" Target="/ppt/notesMasters/notesMaster1.xml" Id="R925f360e19b349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3c6ceb63b043e5" /><Relationship Type="http://schemas.openxmlformats.org/officeDocument/2006/relationships/notesMaster" Target="/ppt/notesMasters/notesMaster1.xml" Id="Rca768f6446d24d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35e34988634a5a" /><Relationship Type="http://schemas.openxmlformats.org/officeDocument/2006/relationships/notesMaster" Target="/ppt/notesMasters/notesMaster1.xml" Id="R775221dfbb554d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0e87769b4142c1" /><Relationship Type="http://schemas.openxmlformats.org/officeDocument/2006/relationships/notesMaster" Target="/ppt/notesMasters/notesMaster1.xml" Id="Rfd6d3a4ff69949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work/new-story/Circularo-SaaS-End-to-End-Trusted-Execution-Deck-Outline.md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31b2fc79842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0f7a818c3544d0" /><Relationship Type="http://schemas.openxmlformats.org/officeDocument/2006/relationships/slideLayout" Target="/ppt/slideLayouts/slideLayout1.xml" Id="R1bed3f475e514a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ed3f475e514a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b4425d2b348c9" /><Relationship Type="http://schemas.openxmlformats.org/officeDocument/2006/relationships/image" Target="/ppt/media/image.png" Id="Rf1ba68ef25a34078" /><Relationship Type="http://schemas.openxmlformats.org/officeDocument/2006/relationships/notesSlide" Target="/ppt/notesSlides/notesSlide1.xml" Id="Rcf1f54d0a4dd4a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83b903909489d" /><Relationship Type="http://schemas.openxmlformats.org/officeDocument/2006/relationships/image" Target="/ppt/media/image2.png" Id="Rb6d7ab006e0b4ef2" /><Relationship Type="http://schemas.openxmlformats.org/officeDocument/2006/relationships/notesSlide" Target="/ppt/notesSlides/notesSlide2.xml" Id="R25ace1e7f13849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5e43981b64889" /><Relationship Type="http://schemas.openxmlformats.org/officeDocument/2006/relationships/image" Target="/ppt/media/image3.png" Id="Rb527fa18526f41be" /><Relationship Type="http://schemas.openxmlformats.org/officeDocument/2006/relationships/notesSlide" Target="/ppt/notesSlides/notesSlide3.xml" Id="Ra64bc71447be4b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75b6466ab4cfb" /><Relationship Type="http://schemas.openxmlformats.org/officeDocument/2006/relationships/image" Target="/ppt/media/image4.png" Id="R9a158345e25e436b" /><Relationship Type="http://schemas.openxmlformats.org/officeDocument/2006/relationships/notesSlide" Target="/ppt/notesSlides/notesSlide4.xml" Id="Rccc975a9b69047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a591120984bb7" /><Relationship Type="http://schemas.openxmlformats.org/officeDocument/2006/relationships/image" Target="/ppt/media/image5.png" Id="R459259da4f054edd" /><Relationship Type="http://schemas.openxmlformats.org/officeDocument/2006/relationships/notesSlide" Target="/ppt/notesSlides/notesSlide5.xml" Id="R610961a9fb8f46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b6dfb4fae4080" /><Relationship Type="http://schemas.openxmlformats.org/officeDocument/2006/relationships/image" Target="/ppt/media/image6.png" Id="Rd968aba822a14c4b" /><Relationship Type="http://schemas.openxmlformats.org/officeDocument/2006/relationships/notesSlide" Target="/ppt/notesSlides/notesSlide6.xml" Id="R18eecf0c4b3e40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6477854c5482d" /><Relationship Type="http://schemas.openxmlformats.org/officeDocument/2006/relationships/image" Target="/ppt/media/image7.png" Id="Rc09b039ff228401a" /><Relationship Type="http://schemas.openxmlformats.org/officeDocument/2006/relationships/notesSlide" Target="/ppt/notesSlides/notesSlide7.xml" Id="R6084fb88483e47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6d7dc372e425a" /><Relationship Type="http://schemas.openxmlformats.org/officeDocument/2006/relationships/image" Target="/ppt/media/image8.png" Id="R1bcbf85d1c9c41b8" /><Relationship Type="http://schemas.openxmlformats.org/officeDocument/2006/relationships/notesSlide" Target="/ppt/notesSlides/notesSlide8.xml" Id="R0873a00c1d6445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c3ad2f70042e6" /><Relationship Type="http://schemas.openxmlformats.org/officeDocument/2006/relationships/image" Target="/ppt/media/image9.png" Id="R64dfcf689b584bf0" /><Relationship Type="http://schemas.openxmlformats.org/officeDocument/2006/relationships/notesSlide" Target="/ppt/notesSlides/notesSlide9.xml" Id="R4219986f6a5846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8c9b985ff4b96" /><Relationship Type="http://schemas.openxmlformats.org/officeDocument/2006/relationships/image" Target="/ppt/media/image10.png" Id="Rc1c50a90367442b0" /><Relationship Type="http://schemas.openxmlformats.org/officeDocument/2006/relationships/notesSlide" Target="/ppt/notesSlides/notesSlide10.xml" Id="R5beeb08ada8e4a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d4692d34b4700" /><Relationship Type="http://schemas.openxmlformats.org/officeDocument/2006/relationships/image" Target="/ppt/media/image11.png" Id="R83a8f92404c34ef7" /><Relationship Type="http://schemas.openxmlformats.org/officeDocument/2006/relationships/notesSlide" Target="/ppt/notesSlides/notesSlide11.xml" Id="Rb5bbed53b13c41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ec7593543490e" /><Relationship Type="http://schemas.openxmlformats.org/officeDocument/2006/relationships/image" Target="/ppt/media/image12.png" Id="Rdedb82287fa744e0" /><Relationship Type="http://schemas.openxmlformats.org/officeDocument/2006/relationships/notesSlide" Target="/ppt/notesSlides/notesSlide12.xml" Id="R3f3a6435e8874b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0085d43f14bf2" /><Relationship Type="http://schemas.openxmlformats.org/officeDocument/2006/relationships/image" Target="/ppt/media/image13.png" Id="R9a616e4fc3604113" /><Relationship Type="http://schemas.openxmlformats.org/officeDocument/2006/relationships/notesSlide" Target="/ppt/notesSlides/notesSlide13.xml" Id="R7d8f45fc38db4a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9fb2a7bcf4dea" /><Relationship Type="http://schemas.openxmlformats.org/officeDocument/2006/relationships/image" Target="/ppt/media/image14.png" Id="Rab3db796baae4e86" /><Relationship Type="http://schemas.openxmlformats.org/officeDocument/2006/relationships/notesSlide" Target="/ppt/notesSlides/notesSlide14.xml" Id="R25578bd843b84f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0cb1b2b284217" /><Relationship Type="http://schemas.openxmlformats.org/officeDocument/2006/relationships/image" Target="/ppt/media/image15.png" Id="R32a7e4c6d681420f" /><Relationship Type="http://schemas.openxmlformats.org/officeDocument/2006/relationships/notesSlide" Target="/ppt/notesSlides/notesSlide15.xml" Id="R5273b5bb6361414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be5578f024209" /><Relationship Type="http://schemas.openxmlformats.org/officeDocument/2006/relationships/image" Target="/ppt/media/image16.png" Id="R4c629c41f7eb466c" /><Relationship Type="http://schemas.openxmlformats.org/officeDocument/2006/relationships/notesSlide" Target="/ppt/notesSlides/notesSlide16.xml" Id="Rb7f13880014343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6e0eb108645de" /><Relationship Type="http://schemas.openxmlformats.org/officeDocument/2006/relationships/image" Target="/ppt/media/image17.png" Id="R388d1a9ce2e54842" /><Relationship Type="http://schemas.openxmlformats.org/officeDocument/2006/relationships/notesSlide" Target="/ppt/notesSlides/notesSlide17.xml" Id="Rbe63418449e84d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900f62c98490b" /><Relationship Type="http://schemas.openxmlformats.org/officeDocument/2006/relationships/image" Target="/ppt/media/image18.png" Id="R5e3be9c54dc84e6e" /><Relationship Type="http://schemas.openxmlformats.org/officeDocument/2006/relationships/notesSlide" Target="/ppt/notesSlides/notesSlide18.xml" Id="Rcd1d161889e6434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7553af34b4f23" /><Relationship Type="http://schemas.openxmlformats.org/officeDocument/2006/relationships/image" Target="/ppt/media/image19.png" Id="Rf0cacbcd17594f14" /><Relationship Type="http://schemas.openxmlformats.org/officeDocument/2006/relationships/notesSlide" Target="/ppt/notesSlides/notesSlide19.xml" Id="Rc9b0760d594b4f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a68ef25a3407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143D48-1333-4997-A76D-B6A416AA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4699739-09B5-423E-BF7B-F88606C9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98B6F59-2A69-4761-9A32-1D17B5B7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9C6BD3EC-C329-4C90-96D7-B8F10663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159B278-F666-4C08-B48F-A98679F5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 · END-TO-END TRUSTED EXECUTION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C52D6F4-E4AF-4A9F-8ADA-793CB1F9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6858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2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From Digital Processes</a:t>
            </a:r>
          </a:p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2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to Trusted Outcomes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F670737-7488-4729-91DE-DDE562E1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One platform connecting content, collaboration, approvals, trust services, execution, evidence and trusted records.</a:t>
            </a:r>
          </a:p>
        </p:txBody>
      </p:sp>
      <p:sp>
        <p:nvSpPr>
          <p:cNvPr id="9" name="cover-spine">
            <a:extLst xmlns:a="http://schemas.openxmlformats.org/drawingml/2006/main">
              <a:ext uri="{FF2B5EF4-FFF2-40B4-BE49-F238E27FC236}">
                <a16:creationId xmlns:a16="http://schemas.microsoft.com/office/drawing/2014/main" id="{55B5BAAC-2B81-4AE3-97C0-01935D41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57300"/>
            <a:ext cx="28575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step-1-shape">
            <a:extLst xmlns:a="http://schemas.openxmlformats.org/drawingml/2006/main">
              <a:ext uri="{FF2B5EF4-FFF2-40B4-BE49-F238E27FC236}">
                <a16:creationId xmlns:a16="http://schemas.microsoft.com/office/drawing/2014/main" id="{8B49D437-6842-4844-8CC4-4589DD78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192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19050">
            <a:solidFill>
              <a:srgbClr val="6E51DA"/>
            </a:solidFill>
            <a:prstDash val="solid"/>
          </a:ln>
        </p:spPr>
      </p:sp>
      <p:sp>
        <p:nvSpPr>
          <p:cNvPr id="11" name="cover-step-1-text">
            <a:extLst xmlns:a="http://schemas.openxmlformats.org/drawingml/2006/main">
              <a:ext uri="{FF2B5EF4-FFF2-40B4-BE49-F238E27FC236}">
                <a16:creationId xmlns:a16="http://schemas.microsoft.com/office/drawing/2014/main" id="{DE7BE033-18CE-4575-9DDF-3168CED6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14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2" name="cover-step-label-1">
            <a:extLst xmlns:a="http://schemas.openxmlformats.org/drawingml/2006/main">
              <a:ext uri="{FF2B5EF4-FFF2-40B4-BE49-F238E27FC236}">
                <a16:creationId xmlns:a16="http://schemas.microsoft.com/office/drawing/2014/main" id="{E37B5AEF-5992-46E4-8A24-16A9673B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0492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3" name="cover-step-2-shape">
            <a:extLst xmlns:a="http://schemas.openxmlformats.org/drawingml/2006/main">
              <a:ext uri="{FF2B5EF4-FFF2-40B4-BE49-F238E27FC236}">
                <a16:creationId xmlns:a16="http://schemas.microsoft.com/office/drawing/2014/main" id="{4E9EE351-B749-48A5-A4BD-DBB1A331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19050">
            <a:solidFill>
              <a:srgbClr val="6E51DA"/>
            </a:solidFill>
            <a:prstDash val="solid"/>
          </a:ln>
        </p:spPr>
      </p:sp>
      <p:sp>
        <p:nvSpPr>
          <p:cNvPr id="14" name="cover-step-2-text">
            <a:extLst xmlns:a="http://schemas.openxmlformats.org/drawingml/2006/main">
              <a:ext uri="{FF2B5EF4-FFF2-40B4-BE49-F238E27FC236}">
                <a16:creationId xmlns:a16="http://schemas.microsoft.com/office/drawing/2014/main" id="{F0915F32-9DA7-4934-B58B-9A8C5F48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5" name="cover-step-label-2">
            <a:extLst xmlns:a="http://schemas.openxmlformats.org/drawingml/2006/main">
              <a:ext uri="{FF2B5EF4-FFF2-40B4-BE49-F238E27FC236}">
                <a16:creationId xmlns:a16="http://schemas.microsoft.com/office/drawing/2014/main" id="{16A4E70F-473F-4B10-A2AB-34CB3D9D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3357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COLLABORATE</a:t>
            </a:r>
          </a:p>
        </p:txBody>
      </p:sp>
      <p:sp>
        <p:nvSpPr>
          <p:cNvPr id="16" name="cover-step-3-shape">
            <a:extLst xmlns:a="http://schemas.openxmlformats.org/drawingml/2006/main">
              <a:ext uri="{FF2B5EF4-FFF2-40B4-BE49-F238E27FC236}">
                <a16:creationId xmlns:a16="http://schemas.microsoft.com/office/drawing/2014/main" id="{116403C6-1F44-4F19-9DE5-3906AF74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19050">
            <a:solidFill>
              <a:srgbClr val="6E51DA"/>
            </a:solidFill>
            <a:prstDash val="solid"/>
          </a:ln>
        </p:spPr>
      </p:sp>
      <p:sp>
        <p:nvSpPr>
          <p:cNvPr id="17" name="cover-step-3-text">
            <a:extLst xmlns:a="http://schemas.openxmlformats.org/drawingml/2006/main">
              <a:ext uri="{FF2B5EF4-FFF2-40B4-BE49-F238E27FC236}">
                <a16:creationId xmlns:a16="http://schemas.microsoft.com/office/drawing/2014/main" id="{EC10AF7A-8977-48E4-8BC0-FB15F05D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cover-step-label-3">
            <a:extLst xmlns:a="http://schemas.openxmlformats.org/drawingml/2006/main">
              <a:ext uri="{FF2B5EF4-FFF2-40B4-BE49-F238E27FC236}">
                <a16:creationId xmlns:a16="http://schemas.microsoft.com/office/drawing/2014/main" id="{1BC7A030-7FD8-4826-A05B-4B4F6913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6222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19" name="cover-step-4-shape">
            <a:extLst xmlns:a="http://schemas.openxmlformats.org/drawingml/2006/main">
              <a:ext uri="{FF2B5EF4-FFF2-40B4-BE49-F238E27FC236}">
                <a16:creationId xmlns:a16="http://schemas.microsoft.com/office/drawing/2014/main" id="{6048CDED-BFE1-4FC4-876B-DBD967D6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0" name="cover-step-4-text">
            <a:extLst xmlns:a="http://schemas.openxmlformats.org/drawingml/2006/main">
              <a:ext uri="{FF2B5EF4-FFF2-40B4-BE49-F238E27FC236}">
                <a16:creationId xmlns:a16="http://schemas.microsoft.com/office/drawing/2014/main" id="{E7B39BF2-2349-454F-810A-51C0B891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004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1" name="cover-step-label-4">
            <a:extLst xmlns:a="http://schemas.openxmlformats.org/drawingml/2006/main">
              <a:ext uri="{FF2B5EF4-FFF2-40B4-BE49-F238E27FC236}">
                <a16:creationId xmlns:a16="http://schemas.microsoft.com/office/drawing/2014/main" id="{B97276E2-3BCB-4701-99C2-06EC37F5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9087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EXECUTE</a:t>
            </a:r>
          </a:p>
        </p:txBody>
      </p:sp>
      <p:sp>
        <p:nvSpPr>
          <p:cNvPr id="22" name="cover-step-5-shape">
            <a:extLst xmlns:a="http://schemas.openxmlformats.org/drawingml/2006/main">
              <a:ext uri="{FF2B5EF4-FFF2-40B4-BE49-F238E27FC236}">
                <a16:creationId xmlns:a16="http://schemas.microsoft.com/office/drawing/2014/main" id="{3EE3A331-683C-4C08-88E5-72FE404B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338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19050">
            <a:solidFill>
              <a:srgbClr val="6E51DA"/>
            </a:solidFill>
            <a:prstDash val="solid"/>
          </a:ln>
        </p:spPr>
      </p:sp>
      <p:sp>
        <p:nvSpPr>
          <p:cNvPr id="23" name="cover-step-5-text">
            <a:extLst xmlns:a="http://schemas.openxmlformats.org/drawingml/2006/main">
              <a:ext uri="{FF2B5EF4-FFF2-40B4-BE49-F238E27FC236}">
                <a16:creationId xmlns:a16="http://schemas.microsoft.com/office/drawing/2014/main" id="{3C2A62F7-ECE8-4FC8-95F6-FE6381A9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29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4" name="cover-step-label-5">
            <a:extLst xmlns:a="http://schemas.openxmlformats.org/drawingml/2006/main">
              <a:ext uri="{FF2B5EF4-FFF2-40B4-BE49-F238E27FC236}">
                <a16:creationId xmlns:a16="http://schemas.microsoft.com/office/drawing/2014/main" id="{E462FCB2-C721-4A91-B7D3-E4147133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952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TRUST SERVICE</a:t>
            </a:r>
          </a:p>
        </p:txBody>
      </p:sp>
      <p:sp>
        <p:nvSpPr>
          <p:cNvPr id="25" name="cover-step-6-shape">
            <a:extLst xmlns:a="http://schemas.openxmlformats.org/drawingml/2006/main">
              <a:ext uri="{FF2B5EF4-FFF2-40B4-BE49-F238E27FC236}">
                <a16:creationId xmlns:a16="http://schemas.microsoft.com/office/drawing/2014/main" id="{72776E9A-6B91-4CEA-B651-11A538C1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19050">
            <a:solidFill>
              <a:srgbClr val="6E51DA"/>
            </a:solidFill>
            <a:prstDash val="solid"/>
          </a:ln>
        </p:spPr>
      </p:sp>
      <p:sp>
        <p:nvSpPr>
          <p:cNvPr id="26" name="cover-step-6-text">
            <a:extLst xmlns:a="http://schemas.openxmlformats.org/drawingml/2006/main">
              <a:ext uri="{FF2B5EF4-FFF2-40B4-BE49-F238E27FC236}">
                <a16:creationId xmlns:a16="http://schemas.microsoft.com/office/drawing/2014/main" id="{DB60A397-683D-4A73-A4AE-1832B25C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57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7" name="cover-step-label-6">
            <a:extLst xmlns:a="http://schemas.openxmlformats.org/drawingml/2006/main">
              <a:ext uri="{FF2B5EF4-FFF2-40B4-BE49-F238E27FC236}">
                <a16:creationId xmlns:a16="http://schemas.microsoft.com/office/drawing/2014/main" id="{83CB210F-0292-4DD0-ACB1-B9F67D37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4817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8" name="cover-step-7-shape">
            <a:extLst xmlns:a="http://schemas.openxmlformats.org/drawingml/2006/main">
              <a:ext uri="{FF2B5EF4-FFF2-40B4-BE49-F238E27FC236}">
                <a16:creationId xmlns:a16="http://schemas.microsoft.com/office/drawing/2014/main" id="{221E6BCD-608B-4A4D-A573-5C8C8F4D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911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19050">
            <a:solidFill>
              <a:srgbClr val="6E51DA"/>
            </a:solidFill>
            <a:prstDash val="solid"/>
          </a:ln>
        </p:spPr>
      </p:sp>
      <p:sp>
        <p:nvSpPr>
          <p:cNvPr id="29" name="cover-step-7-text">
            <a:extLst xmlns:a="http://schemas.openxmlformats.org/drawingml/2006/main">
              <a:ext uri="{FF2B5EF4-FFF2-40B4-BE49-F238E27FC236}">
                <a16:creationId xmlns:a16="http://schemas.microsoft.com/office/drawing/2014/main" id="{35753E99-62F8-449A-997A-3829A780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86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0" name="cover-step-label-7">
            <a:extLst xmlns:a="http://schemas.openxmlformats.org/drawingml/2006/main">
              <a:ext uri="{FF2B5EF4-FFF2-40B4-BE49-F238E27FC236}">
                <a16:creationId xmlns:a16="http://schemas.microsoft.com/office/drawing/2014/main" id="{85C5D8FC-A401-44A3-A875-7D252343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7682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ARCHIVE</a:t>
            </a:r>
          </a:p>
        </p:txBody>
      </p:sp>
      <p:sp>
        <p:nvSpPr>
          <p:cNvPr id="31" name="cover-core">
            <a:extLst xmlns:a="http://schemas.openxmlformats.org/drawingml/2006/main">
              <a:ext uri="{FF2B5EF4-FFF2-40B4-BE49-F238E27FC236}">
                <a16:creationId xmlns:a16="http://schemas.microsoft.com/office/drawing/2014/main" id="{BF017626-D88F-4306-A7F6-F55B0CFB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 is where trusted digital processes can remain connected, governed and evidenced from beginning to end.</a:t>
            </a:r>
          </a:p>
        </p:txBody>
      </p:sp>
    </p:spTree>
    <p:extLst>
      <p:ext uri="{BB962C8B-B14F-4D97-AF65-F5344CB8AC3E}">
        <p14:creationId xmlns:p14="http://schemas.microsoft.com/office/powerpoint/2010/main" val="1406716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7ab006e0b4ef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4EA87A-A5A4-42DC-AA52-A80BCFA2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EF77B9E-D631-4658-AF48-D7139507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C48ABE7-0FF4-410B-A7DC-5526B626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1F0F6ADD-0D45-49A6-AC07-C36A861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A58F7D-FA4E-43B2-B6FE-E76A0639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The Problem: Fragmented Tools Fragment Accountability</a:t>
            </a:r>
          </a:p>
        </p:txBody>
      </p:sp>
      <p:sp>
        <p:nvSpPr>
          <p:cNvPr id="7" name="fragment-intro">
            <a:extLst xmlns:a="http://schemas.openxmlformats.org/drawingml/2006/main">
              <a:ext uri="{FF2B5EF4-FFF2-40B4-BE49-F238E27FC236}">
                <a16:creationId xmlns:a16="http://schemas.microsoft.com/office/drawing/2014/main" id="{004F6A57-13EC-49E2-A5C1-AA482F7A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Most organizations have digitized individual parts of their processes, but each stage may happen in a different application.</a:t>
            </a:r>
          </a:p>
        </p:txBody>
      </p: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4DEA46E8-050B-4A42-9688-07BC441F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9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2F9DE994-E6B9-4307-B4FB-E311EA3E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A4559258-B94D-46B3-A4AE-C3B9B126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1" name="flow-2">
            <a:extLst xmlns:a="http://schemas.openxmlformats.org/drawingml/2006/main">
              <a:ext uri="{FF2B5EF4-FFF2-40B4-BE49-F238E27FC236}">
                <a16:creationId xmlns:a16="http://schemas.microsoft.com/office/drawing/2014/main" id="{8A5090DD-2086-4A2D-9A5A-A0E3C8BB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4795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2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396F7BB1-6D90-445F-BF26-80C8A6F0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2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3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C74A751C-FD4B-4CA8-BAFD-DA93CD7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051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Collaborate</a:t>
            </a:r>
          </a:p>
        </p:txBody>
      </p:sp>
      <p:sp>
        <p:nvSpPr>
          <p:cNvPr id="14" name="flow-3">
            <a:extLst xmlns:a="http://schemas.openxmlformats.org/drawingml/2006/main">
              <a:ext uri="{FF2B5EF4-FFF2-40B4-BE49-F238E27FC236}">
                <a16:creationId xmlns:a16="http://schemas.microsoft.com/office/drawing/2014/main" id="{B4F54EAD-9419-422F-B691-0653085E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5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1C7C6C17-D66E-4714-ABAF-EE0586B2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6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25C09B01-2187-4704-BAAD-8CC66F3F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051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</a:t>
            </a:r>
          </a:p>
        </p:txBody>
      </p:sp>
      <p:sp>
        <p:nvSpPr>
          <p:cNvPr id="17" name="flow-4">
            <a:extLst xmlns:a="http://schemas.openxmlformats.org/drawingml/2006/main">
              <a:ext uri="{FF2B5EF4-FFF2-40B4-BE49-F238E27FC236}">
                <a16:creationId xmlns:a16="http://schemas.microsoft.com/office/drawing/2014/main" id="{61DBBF41-6B64-4C5D-ABB3-A0F9BB0C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8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7EEE16E6-F80C-4330-BAE6-525C4B3A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19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3EB95D14-57FE-4965-87FA-1FE3ADB4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051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20" name="flow-5">
            <a:extLst xmlns:a="http://schemas.openxmlformats.org/drawingml/2006/main">
              <a:ext uri="{FF2B5EF4-FFF2-40B4-BE49-F238E27FC236}">
                <a16:creationId xmlns:a16="http://schemas.microsoft.com/office/drawing/2014/main" id="{7A0D24FE-7BF0-4E48-AAB7-566D50DA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1" name="flow-number-5">
            <a:extLst xmlns:a="http://schemas.openxmlformats.org/drawingml/2006/main">
              <a:ext uri="{FF2B5EF4-FFF2-40B4-BE49-F238E27FC236}">
                <a16:creationId xmlns:a16="http://schemas.microsoft.com/office/drawing/2014/main" id="{7D377C06-4FAD-4992-AA2E-88BDFF5F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2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B3F4DFA1-3E0F-4645-9EF8-C124ADF5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051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</a:t>
            </a:r>
          </a:p>
        </p:txBody>
      </p:sp>
      <p:sp>
        <p:nvSpPr>
          <p:cNvPr id="23" name="flow-6">
            <a:extLst xmlns:a="http://schemas.openxmlformats.org/drawingml/2006/main">
              <a:ext uri="{FF2B5EF4-FFF2-40B4-BE49-F238E27FC236}">
                <a16:creationId xmlns:a16="http://schemas.microsoft.com/office/drawing/2014/main" id="{B0544686-B7B3-493C-A3E6-41A3FB53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4" name="flow-number-6">
            <a:extLst xmlns:a="http://schemas.openxmlformats.org/drawingml/2006/main">
              <a:ext uri="{FF2B5EF4-FFF2-40B4-BE49-F238E27FC236}">
                <a16:creationId xmlns:a16="http://schemas.microsoft.com/office/drawing/2014/main" id="{D71E4B3C-8EA6-42B8-96A9-72E258D8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5" name="flow-label-6">
            <a:extLst xmlns:a="http://schemas.openxmlformats.org/drawingml/2006/main">
              <a:ext uri="{FF2B5EF4-FFF2-40B4-BE49-F238E27FC236}">
                <a16:creationId xmlns:a16="http://schemas.microsoft.com/office/drawing/2014/main" id="{E87A0189-3171-4A2B-99DF-962DC4A0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051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Store</a:t>
            </a:r>
          </a:p>
        </p:txBody>
      </p:sp>
      <p:sp>
        <p:nvSpPr>
          <p:cNvPr id="26" name="flow-7">
            <a:extLst xmlns:a="http://schemas.openxmlformats.org/drawingml/2006/main">
              <a:ext uri="{FF2B5EF4-FFF2-40B4-BE49-F238E27FC236}">
                <a16:creationId xmlns:a16="http://schemas.microsoft.com/office/drawing/2014/main" id="{04F19FA8-6D71-4B94-B2DE-DC075499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4795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7" name="flow-number-7">
            <a:extLst xmlns:a="http://schemas.openxmlformats.org/drawingml/2006/main">
              <a:ext uri="{FF2B5EF4-FFF2-40B4-BE49-F238E27FC236}">
                <a16:creationId xmlns:a16="http://schemas.microsoft.com/office/drawing/2014/main" id="{FC7212C2-656F-492F-A7E9-FB2CBEB3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28" name="flow-label-7">
            <a:extLst xmlns:a="http://schemas.openxmlformats.org/drawingml/2006/main">
              <a:ext uri="{FF2B5EF4-FFF2-40B4-BE49-F238E27FC236}">
                <a16:creationId xmlns:a16="http://schemas.microsoft.com/office/drawing/2014/main" id="{907E1C4F-E432-4E3B-8EDE-1DD11F16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051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Search</a:t>
            </a:r>
          </a:p>
        </p:txBody>
      </p:sp>
      <p:sp>
        <p:nvSpPr>
          <p:cNvPr id="29" name="lost-context-label">
            <a:extLst xmlns:a="http://schemas.openxmlformats.org/drawingml/2006/main">
              <a:ext uri="{FF2B5EF4-FFF2-40B4-BE49-F238E27FC236}">
                <a16:creationId xmlns:a16="http://schemas.microsoft.com/office/drawing/2014/main" id="{6CA74704-4515-4908-BC8A-85212D50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EVERY DISCONNECTED HANDOFF CAN LOSE CONTEXT</a:t>
            </a:r>
          </a:p>
        </p:txBody>
      </p:sp>
      <p:sp>
        <p:nvSpPr>
          <p:cNvPr id="30" name="question-mark-1">
            <a:extLst xmlns:a="http://schemas.openxmlformats.org/drawingml/2006/main">
              <a:ext uri="{FF2B5EF4-FFF2-40B4-BE49-F238E27FC236}">
                <a16:creationId xmlns:a16="http://schemas.microsoft.com/office/drawing/2014/main" id="{4F7ACBFE-6677-4B8A-976A-D26AB9FE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question-1">
            <a:extLst xmlns:a="http://schemas.openxmlformats.org/drawingml/2006/main">
              <a:ext uri="{FF2B5EF4-FFF2-40B4-BE49-F238E27FC236}">
                <a16:creationId xmlns:a16="http://schemas.microsoft.com/office/drawing/2014/main" id="{7B17FDEB-D295-4D29-9A5D-47D9447A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Which version was authoritative?</a:t>
            </a:r>
          </a:p>
        </p:txBody>
      </p:sp>
      <p:sp>
        <p:nvSpPr>
          <p:cNvPr id="32" name="question-mark-2">
            <a:extLst xmlns:a="http://schemas.openxmlformats.org/drawingml/2006/main">
              <a:ext uri="{FF2B5EF4-FFF2-40B4-BE49-F238E27FC236}">
                <a16:creationId xmlns:a16="http://schemas.microsoft.com/office/drawing/2014/main" id="{CACA282A-45CB-48DF-81B4-F07909FB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question-2">
            <a:extLst xmlns:a="http://schemas.openxmlformats.org/drawingml/2006/main">
              <a:ext uri="{FF2B5EF4-FFF2-40B4-BE49-F238E27FC236}">
                <a16:creationId xmlns:a16="http://schemas.microsoft.com/office/drawing/2014/main" id="{47A73570-3074-41E5-A6A2-F16D8FE9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participated?</a:t>
            </a:r>
          </a:p>
        </p:txBody>
      </p:sp>
      <p:sp>
        <p:nvSpPr>
          <p:cNvPr id="34" name="question-mark-3">
            <a:extLst xmlns:a="http://schemas.openxmlformats.org/drawingml/2006/main">
              <a:ext uri="{FF2B5EF4-FFF2-40B4-BE49-F238E27FC236}">
                <a16:creationId xmlns:a16="http://schemas.microsoft.com/office/drawing/2014/main" id="{ABB76C1F-D3FA-4A01-A632-42A27450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question-3">
            <a:extLst xmlns:a="http://schemas.openxmlformats.org/drawingml/2006/main">
              <a:ext uri="{FF2B5EF4-FFF2-40B4-BE49-F238E27FC236}">
                <a16:creationId xmlns:a16="http://schemas.microsoft.com/office/drawing/2014/main" id="{FA4A2193-223B-46CA-A08A-45AEC123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was permitted to decide?</a:t>
            </a:r>
          </a:p>
        </p:txBody>
      </p:sp>
      <p:sp>
        <p:nvSpPr>
          <p:cNvPr id="36" name="question-mark-4">
            <a:extLst xmlns:a="http://schemas.openxmlformats.org/drawingml/2006/main">
              <a:ext uri="{FF2B5EF4-FFF2-40B4-BE49-F238E27FC236}">
                <a16:creationId xmlns:a16="http://schemas.microsoft.com/office/drawing/2014/main" id="{1C006B12-A3CC-4FC8-AFC4-F4BCC901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33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question-4">
            <a:extLst xmlns:a="http://schemas.openxmlformats.org/drawingml/2006/main">
              <a:ext uri="{FF2B5EF4-FFF2-40B4-BE49-F238E27FC236}">
                <a16:creationId xmlns:a16="http://schemas.microsoft.com/office/drawing/2014/main" id="{9FA8B19F-4DD6-4AE5-9994-23CCF5E4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exactly was approved?</a:t>
            </a:r>
          </a:p>
        </p:txBody>
      </p:sp>
      <p:sp>
        <p:nvSpPr>
          <p:cNvPr id="38" name="question-mark-5">
            <a:extLst xmlns:a="http://schemas.openxmlformats.org/drawingml/2006/main">
              <a:ext uri="{FF2B5EF4-FFF2-40B4-BE49-F238E27FC236}">
                <a16:creationId xmlns:a16="http://schemas.microsoft.com/office/drawing/2014/main" id="{577AB23B-BFD1-40F6-B375-1CD52D49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959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question-5">
            <a:extLst xmlns:a="http://schemas.openxmlformats.org/drawingml/2006/main">
              <a:ext uri="{FF2B5EF4-FFF2-40B4-BE49-F238E27FC236}">
                <a16:creationId xmlns:a16="http://schemas.microsoft.com/office/drawing/2014/main" id="{C09F663C-B1CB-4694-8F79-0F64BA3B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Which identity or assurance was used?</a:t>
            </a:r>
          </a:p>
        </p:txBody>
      </p:sp>
      <p:sp>
        <p:nvSpPr>
          <p:cNvPr id="40" name="question-mark-6">
            <a:extLst xmlns:a="http://schemas.openxmlformats.org/drawingml/2006/main">
              <a:ext uri="{FF2B5EF4-FFF2-40B4-BE49-F238E27FC236}">
                <a16:creationId xmlns:a16="http://schemas.microsoft.com/office/drawing/2014/main" id="{12B7B0A1-FD1C-4424-A982-17D6473A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481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question-6">
            <a:extLst xmlns:a="http://schemas.openxmlformats.org/drawingml/2006/main">
              <a:ext uri="{FF2B5EF4-FFF2-40B4-BE49-F238E27FC236}">
                <a16:creationId xmlns:a16="http://schemas.microsoft.com/office/drawing/2014/main" id="{2DC0ED12-1453-43ED-ABE9-F9B3D089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Which trust services were applied?</a:t>
            </a:r>
          </a:p>
        </p:txBody>
      </p:sp>
      <p:sp>
        <p:nvSpPr>
          <p:cNvPr id="42" name="question-mark-7">
            <a:extLst xmlns:a="http://schemas.openxmlformats.org/drawingml/2006/main">
              <a:ext uri="{FF2B5EF4-FFF2-40B4-BE49-F238E27FC236}">
                <a16:creationId xmlns:a16="http://schemas.microsoft.com/office/drawing/2014/main" id="{60C5C64B-D381-4B6D-BB4D-C1A4249F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10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question-7">
            <a:extLst xmlns:a="http://schemas.openxmlformats.org/drawingml/2006/main">
              <a:ext uri="{FF2B5EF4-FFF2-40B4-BE49-F238E27FC236}">
                <a16:creationId xmlns:a16="http://schemas.microsoft.com/office/drawing/2014/main" id="{2B97584B-BE2F-4039-BA35-0B634E29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243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actually happened?</a:t>
            </a:r>
          </a:p>
        </p:txBody>
      </p:sp>
      <p:sp>
        <p:nvSpPr>
          <p:cNvPr id="44" name="question-mark-8">
            <a:extLst xmlns:a="http://schemas.openxmlformats.org/drawingml/2006/main">
              <a:ext uri="{FF2B5EF4-FFF2-40B4-BE49-F238E27FC236}">
                <a16:creationId xmlns:a16="http://schemas.microsoft.com/office/drawing/2014/main" id="{61118378-2414-4BF8-8348-DC630DC9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72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question-8">
            <a:extLst xmlns:a="http://schemas.openxmlformats.org/drawingml/2006/main">
              <a:ext uri="{FF2B5EF4-FFF2-40B4-BE49-F238E27FC236}">
                <a16:creationId xmlns:a16="http://schemas.microsoft.com/office/drawing/2014/main" id="{CED606C6-9DE4-46C1-92B5-2F4B886D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Where is the resulting evidence?</a:t>
            </a:r>
          </a:p>
        </p:txBody>
      </p:sp>
      <p:sp>
        <p:nvSpPr>
          <p:cNvPr id="46" name="question-mark-9">
            <a:extLst xmlns:a="http://schemas.openxmlformats.org/drawingml/2006/main">
              <a:ext uri="{FF2B5EF4-FFF2-40B4-BE49-F238E27FC236}">
                <a16:creationId xmlns:a16="http://schemas.microsoft.com/office/drawing/2014/main" id="{417C52C1-94DE-4697-A756-750D528A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33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question-9">
            <a:extLst xmlns:a="http://schemas.openxmlformats.org/drawingml/2006/main">
              <a:ext uri="{FF2B5EF4-FFF2-40B4-BE49-F238E27FC236}">
                <a16:creationId xmlns:a16="http://schemas.microsoft.com/office/drawing/2014/main" id="{5DC4B9BF-DE8B-4F21-AEB1-D08D84A1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482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Can the complete chain be reconstructed and proven?</a:t>
            </a:r>
          </a:p>
        </p:txBody>
      </p:sp>
      <p:sp>
        <p:nvSpPr>
          <p:cNvPr id="48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967657AE-8D25-4528-8C54-BD09604E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akeaway">
            <a:extLst xmlns:a="http://schemas.openxmlformats.org/drawingml/2006/main">
              <a:ext uri="{FF2B5EF4-FFF2-40B4-BE49-F238E27FC236}">
                <a16:creationId xmlns:a16="http://schemas.microsoft.com/office/drawing/2014/main" id="{AD8D6D20-7130-4532-8E25-42BC713E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problem is not simply fragmented applications. It is fragmented accountability and evidence.</a:t>
            </a:r>
          </a:p>
        </p:txBody>
      </p:sp>
    </p:spTree>
    <p:extLst>
      <p:ext uri="{BB962C8B-B14F-4D97-AF65-F5344CB8AC3E}">
        <p14:creationId xmlns:p14="http://schemas.microsoft.com/office/powerpoint/2010/main" val="102484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7fa18526f41b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FCCC1E-43CB-4F17-BF0C-5C90E98C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D9276DF-9564-4227-B994-5DFA5FF7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6EBCE23A-87C0-4C63-BE79-B00B9651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0666CF98-A1DF-4519-A00D-54C5C3DD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E47D03-D03D-4278-B424-2CFDF977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144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Digital Processes Need More Than Digital Signatures</a:t>
            </a:r>
          </a:p>
        </p:txBody>
      </p:sp>
      <p:sp>
        <p:nvSpPr>
          <p:cNvPr id="7" name="signature-event">
            <a:extLst xmlns:a="http://schemas.openxmlformats.org/drawingml/2006/main">
              <a:ext uri="{FF2B5EF4-FFF2-40B4-BE49-F238E27FC236}">
                <a16:creationId xmlns:a16="http://schemas.microsoft.com/office/drawing/2014/main" id="{1C2469AE-4518-4182-B965-3F23EAD0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4095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signature-label">
            <a:extLst xmlns:a="http://schemas.openxmlformats.org/drawingml/2006/main">
              <a:ext uri="{FF2B5EF4-FFF2-40B4-BE49-F238E27FC236}">
                <a16:creationId xmlns:a16="http://schemas.microsoft.com/office/drawing/2014/main" id="{EF200E1F-9A01-4FE6-B148-9D1A57AC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TRADITIONAL ESIGNATURE QUESTION</a:t>
            </a:r>
          </a:p>
        </p:txBody>
      </p:sp>
      <p:sp>
        <p:nvSpPr>
          <p:cNvPr id="9" name="signature-question">
            <a:extLst xmlns:a="http://schemas.openxmlformats.org/drawingml/2006/main">
              <a:ext uri="{FF2B5EF4-FFF2-40B4-BE49-F238E27FC236}">
                <a16:creationId xmlns:a16="http://schemas.microsoft.com/office/drawing/2014/main" id="{89DA01AF-3C01-420D-A3DE-D47849FD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Who signed this document?</a:t>
            </a:r>
          </a:p>
        </p:txBody>
      </p:sp>
      <p:sp>
        <p:nvSpPr>
          <p:cNvPr id="10" name="broader-label">
            <a:extLst xmlns:a="http://schemas.openxmlformats.org/drawingml/2006/main">
              <a:ext uri="{FF2B5EF4-FFF2-40B4-BE49-F238E27FC236}">
                <a16:creationId xmlns:a16="http://schemas.microsoft.com/office/drawing/2014/main" id="{DCF4E9F7-E29B-47E1-9532-45DE689B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336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BUSINESS PROCESS</a:t>
            </a:r>
          </a:p>
        </p:txBody>
      </p:sp>
      <p:sp>
        <p:nvSpPr>
          <p:cNvPr id="11" name="broader-mark-1">
            <a:extLst xmlns:a="http://schemas.openxmlformats.org/drawingml/2006/main">
              <a:ext uri="{FF2B5EF4-FFF2-40B4-BE49-F238E27FC236}">
                <a16:creationId xmlns:a16="http://schemas.microsoft.com/office/drawing/2014/main" id="{49FEEF84-14B4-4F90-BC80-906924F4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ader-question-1">
            <a:extLst xmlns:a="http://schemas.openxmlformats.org/drawingml/2006/main">
              <a:ext uri="{FF2B5EF4-FFF2-40B4-BE49-F238E27FC236}">
                <a16:creationId xmlns:a16="http://schemas.microsoft.com/office/drawing/2014/main" id="{57333671-D7F1-4D67-8445-0ED6539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717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Who created it?</a:t>
            </a:r>
          </a:p>
        </p:txBody>
      </p:sp>
      <p:sp>
        <p:nvSpPr>
          <p:cNvPr id="13" name="broader-mark-2">
            <a:extLst xmlns:a="http://schemas.openxmlformats.org/drawingml/2006/main">
              <a:ext uri="{FF2B5EF4-FFF2-40B4-BE49-F238E27FC236}">
                <a16:creationId xmlns:a16="http://schemas.microsoft.com/office/drawing/2014/main" id="{3AB68C7D-EDE6-4771-931D-C53CC063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623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oader-question-2">
            <a:extLst xmlns:a="http://schemas.openxmlformats.org/drawingml/2006/main">
              <a:ext uri="{FF2B5EF4-FFF2-40B4-BE49-F238E27FC236}">
                <a16:creationId xmlns:a16="http://schemas.microsoft.com/office/drawing/2014/main" id="{966CDE89-1515-4B02-9F8A-1CFC427F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670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Which version was reviewed?</a:t>
            </a:r>
          </a:p>
        </p:txBody>
      </p:sp>
      <p:sp>
        <p:nvSpPr>
          <p:cNvPr id="15" name="broader-mark-3">
            <a:extLst xmlns:a="http://schemas.openxmlformats.org/drawingml/2006/main">
              <a:ext uri="{FF2B5EF4-FFF2-40B4-BE49-F238E27FC236}">
                <a16:creationId xmlns:a16="http://schemas.microsoft.com/office/drawing/2014/main" id="{CF6E89D5-5978-4D2A-B4BB-2DEC7F13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roader-question-3">
            <a:extLst xmlns:a="http://schemas.openxmlformats.org/drawingml/2006/main">
              <a:ext uri="{FF2B5EF4-FFF2-40B4-BE49-F238E27FC236}">
                <a16:creationId xmlns:a16="http://schemas.microsoft.com/office/drawing/2014/main" id="{BD780274-F661-4835-A432-BDD5315A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623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Who approved it?</a:t>
            </a:r>
          </a:p>
        </p:txBody>
      </p:sp>
      <p:sp>
        <p:nvSpPr>
          <p:cNvPr id="17" name="broader-mark-4">
            <a:extLst xmlns:a="http://schemas.openxmlformats.org/drawingml/2006/main">
              <a:ext uri="{FF2B5EF4-FFF2-40B4-BE49-F238E27FC236}">
                <a16:creationId xmlns:a16="http://schemas.microsoft.com/office/drawing/2014/main" id="{90D7C05D-E687-45DE-B855-1A135D2B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529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roader-question-4">
            <a:extLst xmlns:a="http://schemas.openxmlformats.org/drawingml/2006/main">
              <a:ext uri="{FF2B5EF4-FFF2-40B4-BE49-F238E27FC236}">
                <a16:creationId xmlns:a16="http://schemas.microsoft.com/office/drawing/2014/main" id="{A7F776D6-A31C-4770-A947-BB080BD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576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Under what authority?</a:t>
            </a:r>
          </a:p>
        </p:txBody>
      </p:sp>
      <p:sp>
        <p:nvSpPr>
          <p:cNvPr id="19" name="broader-mark-5">
            <a:extLst xmlns:a="http://schemas.openxmlformats.org/drawingml/2006/main">
              <a:ext uri="{FF2B5EF4-FFF2-40B4-BE49-F238E27FC236}">
                <a16:creationId xmlns:a16="http://schemas.microsoft.com/office/drawing/2014/main" id="{5E32E243-ABCC-4F07-9388-3BC1C450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roader-question-5">
            <a:extLst xmlns:a="http://schemas.openxmlformats.org/drawingml/2006/main">
              <a:ext uri="{FF2B5EF4-FFF2-40B4-BE49-F238E27FC236}">
                <a16:creationId xmlns:a16="http://schemas.microsoft.com/office/drawing/2014/main" id="{348F340A-D99A-4B4D-8D9A-D82AF22F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assurance was required?</a:t>
            </a:r>
          </a:p>
        </p:txBody>
      </p:sp>
      <p:sp>
        <p:nvSpPr>
          <p:cNvPr id="21" name="broader-mark-6">
            <a:extLst xmlns:a="http://schemas.openxmlformats.org/drawingml/2006/main">
              <a:ext uri="{FF2B5EF4-FFF2-40B4-BE49-F238E27FC236}">
                <a16:creationId xmlns:a16="http://schemas.microsoft.com/office/drawing/2014/main" id="{A22905D2-CFE5-4DC3-9BE7-36AF1B8E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623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roader-question-6">
            <a:extLst xmlns:a="http://schemas.openxmlformats.org/drawingml/2006/main">
              <a:ext uri="{FF2B5EF4-FFF2-40B4-BE49-F238E27FC236}">
                <a16:creationId xmlns:a16="http://schemas.microsoft.com/office/drawing/2014/main" id="{D22A7447-5934-4E2E-A87E-0FDE2DF4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670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was signed, sealed or timestamped?</a:t>
            </a:r>
          </a:p>
        </p:txBody>
      </p:sp>
      <p:sp>
        <p:nvSpPr>
          <p:cNvPr id="23" name="broader-mark-7">
            <a:extLst xmlns:a="http://schemas.openxmlformats.org/drawingml/2006/main">
              <a:ext uri="{FF2B5EF4-FFF2-40B4-BE49-F238E27FC236}">
                <a16:creationId xmlns:a16="http://schemas.microsoft.com/office/drawing/2014/main" id="{88F46464-7230-4D64-A8A9-F3AC60A6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576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roader-question-7">
            <a:extLst xmlns:a="http://schemas.openxmlformats.org/drawingml/2006/main">
              <a:ext uri="{FF2B5EF4-FFF2-40B4-BE49-F238E27FC236}">
                <a16:creationId xmlns:a16="http://schemas.microsoft.com/office/drawing/2014/main" id="{3920D060-61AF-401B-B320-6C108D35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evidence remains afterwards?</a:t>
            </a:r>
          </a:p>
        </p:txBody>
      </p:sp>
      <p:sp>
        <p:nvSpPr>
          <p:cNvPr id="25" name="signature-core">
            <a:extLst xmlns:a="http://schemas.openxmlformats.org/drawingml/2006/main">
              <a:ext uri="{FF2B5EF4-FFF2-40B4-BE49-F238E27FC236}">
                <a16:creationId xmlns:a16="http://schemas.microsoft.com/office/drawing/2014/main" id="{91673862-55EA-4414-9945-AED4287F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The signature is an important trust event. It is not the entire trust model.</a:t>
            </a:r>
          </a:p>
        </p:txBody>
      </p:sp>
      <p:sp>
        <p:nvSpPr>
          <p:cNvPr id="26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A04EFB2E-EFB6-42CA-8949-CAA0136B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keaway">
            <a:extLst xmlns:a="http://schemas.openxmlformats.org/drawingml/2006/main">
              <a:ext uri="{FF2B5EF4-FFF2-40B4-BE49-F238E27FC236}">
                <a16:creationId xmlns:a16="http://schemas.microsoft.com/office/drawing/2014/main" id="{1787B515-A180-4A76-96D9-D40FE319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Circularo's advantage is connecting eSignature to the complete trusted process around it.</a:t>
            </a:r>
          </a:p>
        </p:txBody>
      </p:sp>
    </p:spTree>
    <p:extLst>
      <p:ext uri="{BB962C8B-B14F-4D97-AF65-F5344CB8AC3E}">
        <p14:creationId xmlns:p14="http://schemas.microsoft.com/office/powerpoint/2010/main" val="1247742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58345e25e436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660414-695E-4C8B-8EFB-E266574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15B85F15-D433-4873-8AA8-F9E1A6B4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E6E06F6-3D64-4441-A405-008564E0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D5B7FBBE-F945-421F-8E37-A30EB3B6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FC3810-D3E1-4DAD-AADE-775E4CD2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Continuous Trust &amp; Evidence Chain</a:t>
            </a:r>
          </a:p>
        </p:txBody>
      </p:sp>
      <p:sp>
        <p:nvSpPr>
          <p:cNvPr id="7" name="flow-1">
            <a:extLst xmlns:a="http://schemas.openxmlformats.org/drawingml/2006/main">
              <a:ext uri="{FF2B5EF4-FFF2-40B4-BE49-F238E27FC236}">
                <a16:creationId xmlns:a16="http://schemas.microsoft.com/office/drawing/2014/main" id="{7B9247F7-D952-4590-BF1A-BD0E8014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214438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8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E12072A8-33D1-4ADD-869C-25C6DFE7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AE7AB19B-02BF-4DF6-B3E3-056558E4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062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2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0" name="flow-2">
            <a:extLst xmlns:a="http://schemas.openxmlformats.org/drawingml/2006/main">
              <a:ext uri="{FF2B5EF4-FFF2-40B4-BE49-F238E27FC236}">
                <a16:creationId xmlns:a16="http://schemas.microsoft.com/office/drawing/2014/main" id="{DC5D3AAC-0EFF-4CF8-9332-373400CC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038" y="2095500"/>
            <a:ext cx="1214438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1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D79E3F3C-7DBE-4C18-81FB-763F30E3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2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FF3B6DAF-5927-42C4-AFCD-0FC43473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2352675"/>
            <a:ext cx="1062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2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Collaborate</a:t>
            </a:r>
          </a:p>
        </p:txBody>
      </p:sp>
      <p:sp>
        <p:nvSpPr>
          <p:cNvPr id="13" name="flow-3">
            <a:extLst xmlns:a="http://schemas.openxmlformats.org/drawingml/2006/main">
              <a:ext uri="{FF2B5EF4-FFF2-40B4-BE49-F238E27FC236}">
                <a16:creationId xmlns:a16="http://schemas.microsoft.com/office/drawing/2014/main" id="{020A1EAF-EEAF-4B5E-AFBE-47F0B3B7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95500"/>
            <a:ext cx="1214438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4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B26C5F82-FDFD-4230-AC3E-E841986D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5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2138613F-2F65-431F-97F1-4705EB70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52675"/>
            <a:ext cx="1062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2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16" name="flow-4">
            <a:extLst xmlns:a="http://schemas.openxmlformats.org/drawingml/2006/main">
              <a:ext uri="{FF2B5EF4-FFF2-40B4-BE49-F238E27FC236}">
                <a16:creationId xmlns:a16="http://schemas.microsoft.com/office/drawing/2014/main" id="{06833841-AA15-4D08-9267-14F5C9A0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713" y="2095500"/>
            <a:ext cx="1214438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7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06A588EA-3F27-48A7-9053-1A3BFAB6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18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F89176D9-1F84-4E6F-8253-99777878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913" y="2352675"/>
            <a:ext cx="1062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2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19" name="flow-5">
            <a:extLst xmlns:a="http://schemas.openxmlformats.org/drawingml/2006/main">
              <a:ext uri="{FF2B5EF4-FFF2-40B4-BE49-F238E27FC236}">
                <a16:creationId xmlns:a16="http://schemas.microsoft.com/office/drawing/2014/main" id="{00133663-C565-424F-8026-9546747C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1214438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7000FF"/>
            </a:solidFill>
            <a:prstDash val="solid"/>
          </a:ln>
        </p:spPr>
      </p:sp>
      <p:sp>
        <p:nvSpPr>
          <p:cNvPr id="20" name="flow-number-5">
            <a:extLst xmlns:a="http://schemas.openxmlformats.org/drawingml/2006/main">
              <a:ext uri="{FF2B5EF4-FFF2-40B4-BE49-F238E27FC236}">
                <a16:creationId xmlns:a16="http://schemas.microsoft.com/office/drawing/2014/main" id="{9D0296D1-DAFB-454C-8F52-FA3C2512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1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865E3A69-39F1-4F11-B4E1-5CEE5C98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52675"/>
            <a:ext cx="1062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2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Sign / Seal</a:t>
            </a:r>
          </a:p>
        </p:txBody>
      </p:sp>
      <p:sp>
        <p:nvSpPr>
          <p:cNvPr id="22" name="flow-6">
            <a:extLst xmlns:a="http://schemas.openxmlformats.org/drawingml/2006/main">
              <a:ext uri="{FF2B5EF4-FFF2-40B4-BE49-F238E27FC236}">
                <a16:creationId xmlns:a16="http://schemas.microsoft.com/office/drawing/2014/main" id="{D744A670-99A7-4990-9625-D483D7B3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388" y="2095500"/>
            <a:ext cx="1214438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3" name="flow-number-6">
            <a:extLst xmlns:a="http://schemas.openxmlformats.org/drawingml/2006/main">
              <a:ext uri="{FF2B5EF4-FFF2-40B4-BE49-F238E27FC236}">
                <a16:creationId xmlns:a16="http://schemas.microsoft.com/office/drawing/2014/main" id="{A5DC10C9-B782-453C-80B6-EC456DCD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58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4" name="flow-label-6">
            <a:extLst xmlns:a="http://schemas.openxmlformats.org/drawingml/2006/main">
              <a:ext uri="{FF2B5EF4-FFF2-40B4-BE49-F238E27FC236}">
                <a16:creationId xmlns:a16="http://schemas.microsoft.com/office/drawing/2014/main" id="{315ADCF7-04E5-4949-911E-653E7EB8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588" y="2352675"/>
            <a:ext cx="1062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2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5" name="flow-7">
            <a:extLst xmlns:a="http://schemas.openxmlformats.org/drawingml/2006/main">
              <a:ext uri="{FF2B5EF4-FFF2-40B4-BE49-F238E27FC236}">
                <a16:creationId xmlns:a16="http://schemas.microsoft.com/office/drawing/2014/main" id="{CA43CA47-D3C8-469E-BE52-C46E9675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095500"/>
            <a:ext cx="1214438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6" name="flow-number-7">
            <a:extLst xmlns:a="http://schemas.openxmlformats.org/drawingml/2006/main">
              <a:ext uri="{FF2B5EF4-FFF2-40B4-BE49-F238E27FC236}">
                <a16:creationId xmlns:a16="http://schemas.microsoft.com/office/drawing/2014/main" id="{293749D1-FB70-4EB8-AB37-E5871493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27" name="flow-label-7">
            <a:extLst xmlns:a="http://schemas.openxmlformats.org/drawingml/2006/main">
              <a:ext uri="{FF2B5EF4-FFF2-40B4-BE49-F238E27FC236}">
                <a16:creationId xmlns:a16="http://schemas.microsoft.com/office/drawing/2014/main" id="{A2F37BBE-F244-44C5-99AB-5EEC5C7A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52675"/>
            <a:ext cx="1062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2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Archive</a:t>
            </a:r>
          </a:p>
        </p:txBody>
      </p:sp>
      <p:sp>
        <p:nvSpPr>
          <p:cNvPr id="28" name="flow-8">
            <a:extLst xmlns:a="http://schemas.openxmlformats.org/drawingml/2006/main">
              <a:ext uri="{FF2B5EF4-FFF2-40B4-BE49-F238E27FC236}">
                <a16:creationId xmlns:a16="http://schemas.microsoft.com/office/drawing/2014/main" id="{CA27D371-911C-4CDE-AB88-E9E55045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063" y="2095500"/>
            <a:ext cx="1214438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9" name="flow-number-8">
            <a:extLst xmlns:a="http://schemas.openxmlformats.org/drawingml/2006/main">
              <a:ext uri="{FF2B5EF4-FFF2-40B4-BE49-F238E27FC236}">
                <a16:creationId xmlns:a16="http://schemas.microsoft.com/office/drawing/2014/main" id="{6C62AA26-C65A-4502-872F-23E57ADF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26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0" name="flow-label-8">
            <a:extLst xmlns:a="http://schemas.openxmlformats.org/drawingml/2006/main">
              <a:ext uri="{FF2B5EF4-FFF2-40B4-BE49-F238E27FC236}">
                <a16:creationId xmlns:a16="http://schemas.microsoft.com/office/drawing/2014/main" id="{A542379F-D28A-4343-BA98-F327C106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263" y="2352675"/>
            <a:ext cx="1062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2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Retrieve</a:t>
            </a:r>
          </a:p>
        </p:txBody>
      </p:sp>
      <p:sp>
        <p:nvSpPr>
          <p:cNvPr id="31" name="chain-intro">
            <a:extLst xmlns:a="http://schemas.openxmlformats.org/drawingml/2006/main">
              <a:ext uri="{FF2B5EF4-FFF2-40B4-BE49-F238E27FC236}">
                <a16:creationId xmlns:a16="http://schemas.microsoft.com/office/drawing/2014/main" id="{25AD88A1-C133-4FA1-99EE-91D8DD06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Throughout the lifecycle, Circularo can keep the important context connected:</a:t>
            </a:r>
          </a:p>
        </p:txBody>
      </p:sp>
      <p:sp>
        <p:nvSpPr>
          <p:cNvPr id="32" name="context-1-shape">
            <a:extLst xmlns:a="http://schemas.openxmlformats.org/drawingml/2006/main">
              <a:ext uri="{FF2B5EF4-FFF2-40B4-BE49-F238E27FC236}">
                <a16:creationId xmlns:a16="http://schemas.microsoft.com/office/drawing/2014/main" id="{BDD17027-1706-412A-BA07-223C960B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33" name="context-1-text">
            <a:extLst xmlns:a="http://schemas.openxmlformats.org/drawingml/2006/main">
              <a:ext uri="{FF2B5EF4-FFF2-40B4-BE49-F238E27FC236}">
                <a16:creationId xmlns:a16="http://schemas.microsoft.com/office/drawing/2014/main" id="{56713A15-CAEB-4BA5-952B-DD17DB54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0463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4" name="context-label-1">
            <a:extLst xmlns:a="http://schemas.openxmlformats.org/drawingml/2006/main">
              <a:ext uri="{FF2B5EF4-FFF2-40B4-BE49-F238E27FC236}">
                <a16:creationId xmlns:a16="http://schemas.microsoft.com/office/drawing/2014/main" id="{7C518A47-0299-40A4-AC70-411F6B01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4807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content and versions</a:t>
            </a:r>
          </a:p>
        </p:txBody>
      </p:sp>
      <p:sp>
        <p:nvSpPr>
          <p:cNvPr id="35" name="context-2-shape">
            <a:extLst xmlns:a="http://schemas.openxmlformats.org/drawingml/2006/main">
              <a:ext uri="{FF2B5EF4-FFF2-40B4-BE49-F238E27FC236}">
                <a16:creationId xmlns:a16="http://schemas.microsoft.com/office/drawing/2014/main" id="{02C17B28-6DBB-480A-A983-4C4DF691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36" name="context-2-text">
            <a:extLst xmlns:a="http://schemas.openxmlformats.org/drawingml/2006/main">
              <a:ext uri="{FF2B5EF4-FFF2-40B4-BE49-F238E27FC236}">
                <a16:creationId xmlns:a16="http://schemas.microsoft.com/office/drawing/2014/main" id="{94C4D495-1E65-4972-B111-6EEA4DAE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00463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7" name="context-label-2">
            <a:extLst xmlns:a="http://schemas.openxmlformats.org/drawingml/2006/main">
              <a:ext uri="{FF2B5EF4-FFF2-40B4-BE49-F238E27FC236}">
                <a16:creationId xmlns:a16="http://schemas.microsoft.com/office/drawing/2014/main" id="{344D3E8D-4260-4877-9002-F449E529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4807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participants and roles</a:t>
            </a:r>
          </a:p>
        </p:txBody>
      </p:sp>
      <p:sp>
        <p:nvSpPr>
          <p:cNvPr id="38" name="context-3-shape">
            <a:extLst xmlns:a="http://schemas.openxmlformats.org/drawingml/2006/main">
              <a:ext uri="{FF2B5EF4-FFF2-40B4-BE49-F238E27FC236}">
                <a16:creationId xmlns:a16="http://schemas.microsoft.com/office/drawing/2014/main" id="{C208B907-39AF-409B-8F90-6B2448B6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39" name="context-3-text">
            <a:extLst xmlns:a="http://schemas.openxmlformats.org/drawingml/2006/main">
              <a:ext uri="{FF2B5EF4-FFF2-40B4-BE49-F238E27FC236}">
                <a16:creationId xmlns:a16="http://schemas.microsoft.com/office/drawing/2014/main" id="{E7ABF29D-1E4A-480B-BB53-2D2A2730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7663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40" name="context-label-3">
            <a:extLst xmlns:a="http://schemas.openxmlformats.org/drawingml/2006/main">
              <a:ext uri="{FF2B5EF4-FFF2-40B4-BE49-F238E27FC236}">
                <a16:creationId xmlns:a16="http://schemas.microsoft.com/office/drawing/2014/main" id="{49E22533-0489-457A-91B5-92B8ED31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41" name="context-4-shape">
            <a:extLst xmlns:a="http://schemas.openxmlformats.org/drawingml/2006/main">
              <a:ext uri="{FF2B5EF4-FFF2-40B4-BE49-F238E27FC236}">
                <a16:creationId xmlns:a16="http://schemas.microsoft.com/office/drawing/2014/main" id="{51488270-1C37-405A-BC1E-7A02885D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42" name="context-4-text">
            <a:extLst xmlns:a="http://schemas.openxmlformats.org/drawingml/2006/main">
              <a:ext uri="{FF2B5EF4-FFF2-40B4-BE49-F238E27FC236}">
                <a16:creationId xmlns:a16="http://schemas.microsoft.com/office/drawing/2014/main" id="{DB0BF8E8-08AD-4900-A257-2C989758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7663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43" name="context-label-4">
            <a:extLst xmlns:a="http://schemas.openxmlformats.org/drawingml/2006/main">
              <a:ext uri="{FF2B5EF4-FFF2-40B4-BE49-F238E27FC236}">
                <a16:creationId xmlns:a16="http://schemas.microsoft.com/office/drawing/2014/main" id="{0DB7427D-C5A0-4B02-8DA8-3AAA5A03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0527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permissions and authority</a:t>
            </a:r>
          </a:p>
        </p:txBody>
      </p:sp>
      <p:sp>
        <p:nvSpPr>
          <p:cNvPr id="44" name="context-5-shape">
            <a:extLst xmlns:a="http://schemas.openxmlformats.org/drawingml/2006/main">
              <a:ext uri="{FF2B5EF4-FFF2-40B4-BE49-F238E27FC236}">
                <a16:creationId xmlns:a16="http://schemas.microsoft.com/office/drawing/2014/main" id="{BF393752-E25E-45B7-A105-2A8495B2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45" name="context-5-text">
            <a:extLst xmlns:a="http://schemas.openxmlformats.org/drawingml/2006/main">
              <a:ext uri="{FF2B5EF4-FFF2-40B4-BE49-F238E27FC236}">
                <a16:creationId xmlns:a16="http://schemas.microsoft.com/office/drawing/2014/main" id="{4FEB66CA-4A17-4352-986B-EF32290F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4863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46" name="context-label-5">
            <a:extLst xmlns:a="http://schemas.openxmlformats.org/drawingml/2006/main">
              <a:ext uri="{FF2B5EF4-FFF2-40B4-BE49-F238E27FC236}">
                <a16:creationId xmlns:a16="http://schemas.microsoft.com/office/drawing/2014/main" id="{936152DF-FF2E-4BB4-876D-16EEB373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workflow and decisions</a:t>
            </a:r>
          </a:p>
        </p:txBody>
      </p:sp>
      <p:sp>
        <p:nvSpPr>
          <p:cNvPr id="47" name="context-6-shape">
            <a:extLst xmlns:a="http://schemas.openxmlformats.org/drawingml/2006/main">
              <a:ext uri="{FF2B5EF4-FFF2-40B4-BE49-F238E27FC236}">
                <a16:creationId xmlns:a16="http://schemas.microsoft.com/office/drawing/2014/main" id="{C07AB15B-7A11-4346-B3AC-A3CDC566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48" name="context-6-text">
            <a:extLst xmlns:a="http://schemas.openxmlformats.org/drawingml/2006/main">
              <a:ext uri="{FF2B5EF4-FFF2-40B4-BE49-F238E27FC236}">
                <a16:creationId xmlns:a16="http://schemas.microsoft.com/office/drawing/2014/main" id="{81EB69D9-6C56-4970-A8EC-5C7077E7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4863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49" name="context-label-6">
            <a:extLst xmlns:a="http://schemas.openxmlformats.org/drawingml/2006/main">
              <a:ext uri="{FF2B5EF4-FFF2-40B4-BE49-F238E27FC236}">
                <a16:creationId xmlns:a16="http://schemas.microsoft.com/office/drawing/2014/main" id="{007E0D58-65EE-4C55-8EAC-B84A6216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6247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signatures, seals and timestamps</a:t>
            </a:r>
          </a:p>
        </p:txBody>
      </p:sp>
      <p:sp>
        <p:nvSpPr>
          <p:cNvPr id="50" name="context-7-shape">
            <a:extLst xmlns:a="http://schemas.openxmlformats.org/drawingml/2006/main">
              <a:ext uri="{FF2B5EF4-FFF2-40B4-BE49-F238E27FC236}">
                <a16:creationId xmlns:a16="http://schemas.microsoft.com/office/drawing/2014/main" id="{024455B2-09CC-44AA-AB35-53A00695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51" name="context-7-text">
            <a:extLst xmlns:a="http://schemas.openxmlformats.org/drawingml/2006/main">
              <a:ext uri="{FF2B5EF4-FFF2-40B4-BE49-F238E27FC236}">
                <a16:creationId xmlns:a16="http://schemas.microsoft.com/office/drawing/2014/main" id="{715FBD85-1F95-4184-89A4-8A5AB0F1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72063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52" name="context-label-7">
            <a:extLst xmlns:a="http://schemas.openxmlformats.org/drawingml/2006/main">
              <a:ext uri="{FF2B5EF4-FFF2-40B4-BE49-F238E27FC236}">
                <a16:creationId xmlns:a16="http://schemas.microsoft.com/office/drawing/2014/main" id="{4F93ABAD-066A-4B56-BC12-BD138BA6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967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audit events</a:t>
            </a:r>
          </a:p>
        </p:txBody>
      </p:sp>
      <p:sp>
        <p:nvSpPr>
          <p:cNvPr id="53" name="context-8-shape">
            <a:extLst xmlns:a="http://schemas.openxmlformats.org/drawingml/2006/main">
              <a:ext uri="{FF2B5EF4-FFF2-40B4-BE49-F238E27FC236}">
                <a16:creationId xmlns:a16="http://schemas.microsoft.com/office/drawing/2014/main" id="{95373993-C31A-4625-89F4-E31BA054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54" name="context-8-text">
            <a:extLst xmlns:a="http://schemas.openxmlformats.org/drawingml/2006/main">
              <a:ext uri="{FF2B5EF4-FFF2-40B4-BE49-F238E27FC236}">
                <a16:creationId xmlns:a16="http://schemas.microsoft.com/office/drawing/2014/main" id="{A61BD528-0AC0-49B0-8DFD-5A5AD488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72063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55" name="context-label-8">
            <a:extLst xmlns:a="http://schemas.openxmlformats.org/drawingml/2006/main">
              <a:ext uri="{FF2B5EF4-FFF2-40B4-BE49-F238E27FC236}">
                <a16:creationId xmlns:a16="http://schemas.microsoft.com/office/drawing/2014/main" id="{6E3FEC16-9447-464A-80E2-04C99AB2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1967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resulting evidence and records</a:t>
            </a:r>
          </a:p>
        </p:txBody>
      </p:sp>
      <p:sp>
        <p:nvSpPr>
          <p:cNvPr id="56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CFEA19F3-1B82-4BC2-AAB2-8A0E3BC2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akeaway">
            <a:extLst xmlns:a="http://schemas.openxmlformats.org/drawingml/2006/main">
              <a:ext uri="{FF2B5EF4-FFF2-40B4-BE49-F238E27FC236}">
                <a16:creationId xmlns:a16="http://schemas.microsoft.com/office/drawing/2014/main" id="{FBA91F23-68CD-44AC-86E7-7D9C4505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 starts before the signature and continues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171490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259da4f054ed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B8BF15-593A-4817-A924-B9FE5249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0E3109B-F5C5-4F4C-BDF5-1912D9CF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8216C5F-3C94-432C-B7B9-77B83B46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F7645E45-293D-4F03-AB15-B638E868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5D9F37-F24B-4D6A-B68D-1084BD09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SaaS: One Platform for the End-to-End Process</a:t>
            </a:r>
          </a:p>
        </p:txBody>
      </p:sp>
      <p:sp>
        <p:nvSpPr>
          <p:cNvPr id="7" name="platform-core">
            <a:extLst xmlns:a="http://schemas.openxmlformats.org/drawingml/2006/main">
              <a:ext uri="{FF2B5EF4-FFF2-40B4-BE49-F238E27FC236}">
                <a16:creationId xmlns:a16="http://schemas.microsoft.com/office/drawing/2014/main" id="{66533471-36BB-43CE-A595-B8E7F629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078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brings the major components of a trusted digital process into one connected SaaS platform.</a:t>
            </a:r>
          </a:p>
        </p:txBody>
      </p:sp>
      <p:sp>
        <p:nvSpPr>
          <p:cNvPr id="8" name="platform-number-1">
            <a:extLst xmlns:a="http://schemas.openxmlformats.org/drawingml/2006/main">
              <a:ext uri="{FF2B5EF4-FFF2-40B4-BE49-F238E27FC236}">
                <a16:creationId xmlns:a16="http://schemas.microsoft.com/office/drawing/2014/main" id="{33B2CA49-DAA5-4CB1-8B93-FAFD7259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platform-title-1">
            <a:extLst xmlns:a="http://schemas.openxmlformats.org/drawingml/2006/main">
              <a:ext uri="{FF2B5EF4-FFF2-40B4-BE49-F238E27FC236}">
                <a16:creationId xmlns:a16="http://schemas.microsoft.com/office/drawing/2014/main" id="{8519C63B-FC99-483A-A6AE-064F99B2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Content &amp; Collaboration</a:t>
            </a:r>
          </a:p>
        </p:txBody>
      </p:sp>
      <p:sp>
        <p:nvSpPr>
          <p:cNvPr id="10" name="platform-body-1">
            <a:extLst xmlns:a="http://schemas.openxmlformats.org/drawingml/2006/main">
              <a:ext uri="{FF2B5EF4-FFF2-40B4-BE49-F238E27FC236}">
                <a16:creationId xmlns:a16="http://schemas.microsoft.com/office/drawing/2014/main" id="{D15E7152-7C81-4905-96F6-9E93428B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Create · Prepare · Collaborate · Review</a:t>
            </a:r>
          </a:p>
        </p:txBody>
      </p:sp>
      <p:sp>
        <p:nvSpPr>
          <p:cNvPr id="11" name="platform-rule-1">
            <a:extLst xmlns:a="http://schemas.openxmlformats.org/drawingml/2006/main">
              <a:ext uri="{FF2B5EF4-FFF2-40B4-BE49-F238E27FC236}">
                <a16:creationId xmlns:a16="http://schemas.microsoft.com/office/drawing/2014/main" id="{2B63A9FD-E9DD-4725-9A2F-C35423D9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latform-number-2">
            <a:extLst xmlns:a="http://schemas.openxmlformats.org/drawingml/2006/main">
              <a:ext uri="{FF2B5EF4-FFF2-40B4-BE49-F238E27FC236}">
                <a16:creationId xmlns:a16="http://schemas.microsoft.com/office/drawing/2014/main" id="{F7998BC6-1644-491B-89DC-8E399A3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3" name="platform-title-2">
            <a:extLst xmlns:a="http://schemas.openxmlformats.org/drawingml/2006/main">
              <a:ext uri="{FF2B5EF4-FFF2-40B4-BE49-F238E27FC236}">
                <a16:creationId xmlns:a16="http://schemas.microsoft.com/office/drawing/2014/main" id="{CDA2C503-DC20-4094-B7A4-EBD084C5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86050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&amp; Authority</a:t>
            </a:r>
          </a:p>
        </p:txBody>
      </p:sp>
      <p:sp>
        <p:nvSpPr>
          <p:cNvPr id="14" name="platform-body-2">
            <a:extLst xmlns:a="http://schemas.openxmlformats.org/drawingml/2006/main">
              <a:ext uri="{FF2B5EF4-FFF2-40B4-BE49-F238E27FC236}">
                <a16:creationId xmlns:a16="http://schemas.microsoft.com/office/drawing/2014/main" id="{EB545DCF-1CC7-440E-BC96-FAEE4BE0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480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Identify · Represent · Authorize</a:t>
            </a:r>
          </a:p>
        </p:txBody>
      </p:sp>
      <p:sp>
        <p:nvSpPr>
          <p:cNvPr id="15" name="platform-rule-2">
            <a:extLst xmlns:a="http://schemas.openxmlformats.org/drawingml/2006/main">
              <a:ext uri="{FF2B5EF4-FFF2-40B4-BE49-F238E27FC236}">
                <a16:creationId xmlns:a16="http://schemas.microsoft.com/office/drawing/2014/main" id="{8718B213-2C8C-4D54-A473-B153D248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latform-number-3">
            <a:extLst xmlns:a="http://schemas.openxmlformats.org/drawingml/2006/main">
              <a:ext uri="{FF2B5EF4-FFF2-40B4-BE49-F238E27FC236}">
                <a16:creationId xmlns:a16="http://schemas.microsoft.com/office/drawing/2014/main" id="{69467227-95D9-4BD0-84F6-01B8A61D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7" name="platform-title-3">
            <a:extLst xmlns:a="http://schemas.openxmlformats.org/drawingml/2006/main">
              <a:ext uri="{FF2B5EF4-FFF2-40B4-BE49-F238E27FC236}">
                <a16:creationId xmlns:a16="http://schemas.microsoft.com/office/drawing/2014/main" id="{21938E4E-C6C0-4619-BAC9-48AA61D9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Workflow &amp; Approval</a:t>
            </a:r>
          </a:p>
        </p:txBody>
      </p:sp>
      <p:sp>
        <p:nvSpPr>
          <p:cNvPr id="18" name="platform-body-3">
            <a:extLst xmlns:a="http://schemas.openxmlformats.org/drawingml/2006/main">
              <a:ext uri="{FF2B5EF4-FFF2-40B4-BE49-F238E27FC236}">
                <a16:creationId xmlns:a16="http://schemas.microsoft.com/office/drawing/2014/main" id="{B6CE5ABA-86E9-44D0-AB2B-1F4A068B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Route · Decide · Approve · Control</a:t>
            </a:r>
          </a:p>
        </p:txBody>
      </p:sp>
      <p:sp>
        <p:nvSpPr>
          <p:cNvPr id="19" name="platform-rule-3">
            <a:extLst xmlns:a="http://schemas.openxmlformats.org/drawingml/2006/main">
              <a:ext uri="{FF2B5EF4-FFF2-40B4-BE49-F238E27FC236}">
                <a16:creationId xmlns:a16="http://schemas.microsoft.com/office/drawing/2014/main" id="{E5B741D6-5A13-4092-A0F0-C2CCB08F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latform-number-4">
            <a:extLst xmlns:a="http://schemas.openxmlformats.org/drawingml/2006/main">
              <a:ext uri="{FF2B5EF4-FFF2-40B4-BE49-F238E27FC236}">
                <a16:creationId xmlns:a16="http://schemas.microsoft.com/office/drawing/2014/main" id="{3778B50E-2813-4FA9-9198-AF487E6B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1" name="platform-title-4">
            <a:extLst xmlns:a="http://schemas.openxmlformats.org/drawingml/2006/main">
              <a:ext uri="{FF2B5EF4-FFF2-40B4-BE49-F238E27FC236}">
                <a16:creationId xmlns:a16="http://schemas.microsoft.com/office/drawing/2014/main" id="{49CF267F-6F4E-4F46-9DFE-80C4B23D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81400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 Services</a:t>
            </a:r>
          </a:p>
        </p:txBody>
      </p:sp>
      <p:sp>
        <p:nvSpPr>
          <p:cNvPr id="22" name="platform-body-4">
            <a:extLst xmlns:a="http://schemas.openxmlformats.org/drawingml/2006/main">
              <a:ext uri="{FF2B5EF4-FFF2-40B4-BE49-F238E27FC236}">
                <a16:creationId xmlns:a16="http://schemas.microsoft.com/office/drawing/2014/main" id="{59CD7EA6-54F3-4F1A-B447-15FA1D2A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Verify · Sign · Seal · Timestamp</a:t>
            </a:r>
          </a:p>
        </p:txBody>
      </p:sp>
      <p:sp>
        <p:nvSpPr>
          <p:cNvPr id="23" name="platform-rule-4">
            <a:extLst xmlns:a="http://schemas.openxmlformats.org/drawingml/2006/main">
              <a:ext uri="{FF2B5EF4-FFF2-40B4-BE49-F238E27FC236}">
                <a16:creationId xmlns:a16="http://schemas.microsoft.com/office/drawing/2014/main" id="{30378252-726B-44C0-8E8F-3D9B7A58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latform-number-5">
            <a:extLst xmlns:a="http://schemas.openxmlformats.org/drawingml/2006/main">
              <a:ext uri="{FF2B5EF4-FFF2-40B4-BE49-F238E27FC236}">
                <a16:creationId xmlns:a16="http://schemas.microsoft.com/office/drawing/2014/main" id="{80D31748-507A-4A23-BD28-85EC0E55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5" name="platform-title-5">
            <a:extLst xmlns:a="http://schemas.openxmlformats.org/drawingml/2006/main">
              <a:ext uri="{FF2B5EF4-FFF2-40B4-BE49-F238E27FC236}">
                <a16:creationId xmlns:a16="http://schemas.microsoft.com/office/drawing/2014/main" id="{0CEEF496-14FC-447F-808A-3E6B6D82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 &amp; Trusted Records</a:t>
            </a:r>
          </a:p>
        </p:txBody>
      </p:sp>
      <p:sp>
        <p:nvSpPr>
          <p:cNvPr id="26" name="platform-body-5">
            <a:extLst xmlns:a="http://schemas.openxmlformats.org/drawingml/2006/main">
              <a:ext uri="{FF2B5EF4-FFF2-40B4-BE49-F238E27FC236}">
                <a16:creationId xmlns:a16="http://schemas.microsoft.com/office/drawing/2014/main" id="{FEEA9C71-5BBF-4F50-B88A-998E6536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Evidence · Audit · Archive · Retrieve</a:t>
            </a:r>
          </a:p>
        </p:txBody>
      </p:sp>
      <p:sp>
        <p:nvSpPr>
          <p:cNvPr id="27" name="platform-rule-5">
            <a:extLst xmlns:a="http://schemas.openxmlformats.org/drawingml/2006/main">
              <a:ext uri="{FF2B5EF4-FFF2-40B4-BE49-F238E27FC236}">
                <a16:creationId xmlns:a16="http://schemas.microsoft.com/office/drawing/2014/main" id="{C6A0B5A6-2181-41F2-AD41-B4F71065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latform-number-6">
            <a:extLst xmlns:a="http://schemas.openxmlformats.org/drawingml/2006/main">
              <a:ext uri="{FF2B5EF4-FFF2-40B4-BE49-F238E27FC236}">
                <a16:creationId xmlns:a16="http://schemas.microsoft.com/office/drawing/2014/main" id="{772B73A3-34D5-4FF7-B93A-3E3FF4D7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9" name="platform-title-6">
            <a:extLst xmlns:a="http://schemas.openxmlformats.org/drawingml/2006/main">
              <a:ext uri="{FF2B5EF4-FFF2-40B4-BE49-F238E27FC236}">
                <a16:creationId xmlns:a16="http://schemas.microsoft.com/office/drawing/2014/main" id="{B84C22EE-DF6F-4B3E-BA8F-B2F55A49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76750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Programmable Trust</a:t>
            </a:r>
          </a:p>
        </p:txBody>
      </p:sp>
      <p:sp>
        <p:nvSpPr>
          <p:cNvPr id="30" name="platform-body-6">
            <a:extLst xmlns:a="http://schemas.openxmlformats.org/drawingml/2006/main">
              <a:ext uri="{FF2B5EF4-FFF2-40B4-BE49-F238E27FC236}">
                <a16:creationId xmlns:a16="http://schemas.microsoft.com/office/drawing/2014/main" id="{E3E8ADFC-20AD-4331-BA28-0A24934F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387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Unified Trust API · Integrations · Automation</a:t>
            </a:r>
          </a:p>
        </p:txBody>
      </p:sp>
      <p:sp>
        <p:nvSpPr>
          <p:cNvPr id="31" name="platform-rule-6">
            <a:extLst xmlns:a="http://schemas.openxmlformats.org/drawingml/2006/main">
              <a:ext uri="{FF2B5EF4-FFF2-40B4-BE49-F238E27FC236}">
                <a16:creationId xmlns:a16="http://schemas.microsoft.com/office/drawing/2014/main" id="{29BA7AFB-26C1-424C-A50F-D22EC21E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006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9B02102C-881F-43B4-9CD0-54F76164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akeaway">
            <a:extLst xmlns:a="http://schemas.openxmlformats.org/drawingml/2006/main">
              <a:ext uri="{FF2B5EF4-FFF2-40B4-BE49-F238E27FC236}">
                <a16:creationId xmlns:a16="http://schemas.microsoft.com/office/drawing/2014/main" id="{D62A916E-D8BA-4AF1-8169-4631FBA9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One platform. One connected process. One continuous evidence chain.</a:t>
            </a:r>
          </a:p>
        </p:txBody>
      </p:sp>
    </p:spTree>
    <p:extLst>
      <p:ext uri="{BB962C8B-B14F-4D97-AF65-F5344CB8AC3E}">
        <p14:creationId xmlns:p14="http://schemas.microsoft.com/office/powerpoint/2010/main" val="1297489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8aba822a14c4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AC1B50-7713-4039-B04E-B9DF2554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B23A7ED-C764-49C4-8C48-EB0A080F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E6D6954C-2B38-42E1-8BBB-4215E20E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02B91903-1B55-4926-A822-38AD5546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68704C-B26B-4C19-B992-7419E03D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Keep the Process Connected to What Was Actually Reviewed</a:t>
            </a:r>
          </a:p>
        </p:txBody>
      </p:sp>
      <p:sp>
        <p:nvSpPr>
          <p:cNvPr id="7" name="content-intro">
            <a:extLst xmlns:a="http://schemas.openxmlformats.org/drawingml/2006/main">
              <a:ext uri="{FF2B5EF4-FFF2-40B4-BE49-F238E27FC236}">
                <a16:creationId xmlns:a16="http://schemas.microsoft.com/office/drawing/2014/main" id="{C9C334B6-F4CC-47C4-80D3-49B28F93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Before approval or signing, trusted content is created, changed, discussed and reviewed.</a:t>
            </a:r>
          </a:p>
        </p:txBody>
      </p:sp>
      <p:sp>
        <p:nvSpPr>
          <p:cNvPr id="8" name="content-mark-1">
            <a:extLst xmlns:a="http://schemas.openxmlformats.org/drawingml/2006/main">
              <a:ext uri="{FF2B5EF4-FFF2-40B4-BE49-F238E27FC236}">
                <a16:creationId xmlns:a16="http://schemas.microsoft.com/office/drawing/2014/main" id="{E23ED0B3-3030-4244-934E-9A54A6D2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tent-item-1">
            <a:extLst xmlns:a="http://schemas.openxmlformats.org/drawingml/2006/main">
              <a:ext uri="{FF2B5EF4-FFF2-40B4-BE49-F238E27FC236}">
                <a16:creationId xmlns:a16="http://schemas.microsoft.com/office/drawing/2014/main" id="{9D669A7F-1A9B-485C-920D-EF6BCCFE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document preparation</a:t>
            </a:r>
          </a:p>
        </p:txBody>
      </p:sp>
      <p:sp>
        <p:nvSpPr>
          <p:cNvPr id="10" name="content-mark-2">
            <a:extLst xmlns:a="http://schemas.openxmlformats.org/drawingml/2006/main">
              <a:ext uri="{FF2B5EF4-FFF2-40B4-BE49-F238E27FC236}">
                <a16:creationId xmlns:a16="http://schemas.microsoft.com/office/drawing/2014/main" id="{22F81A7B-7380-4D93-925F-BFE5B824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ntent-item-2">
            <a:extLst xmlns:a="http://schemas.openxmlformats.org/drawingml/2006/main">
              <a:ext uri="{FF2B5EF4-FFF2-40B4-BE49-F238E27FC236}">
                <a16:creationId xmlns:a16="http://schemas.microsoft.com/office/drawing/2014/main" id="{1DFBC4F2-870D-49CA-9DF9-389634B6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collaboration</a:t>
            </a:r>
          </a:p>
        </p:txBody>
      </p:sp>
      <p:sp>
        <p:nvSpPr>
          <p:cNvPr id="12" name="content-mark-3">
            <a:extLst xmlns:a="http://schemas.openxmlformats.org/drawingml/2006/main">
              <a:ext uri="{FF2B5EF4-FFF2-40B4-BE49-F238E27FC236}">
                <a16:creationId xmlns:a16="http://schemas.microsoft.com/office/drawing/2014/main" id="{82BD56AD-92F4-40B3-883C-4247440B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ntent-item-3">
            <a:extLst xmlns:a="http://schemas.openxmlformats.org/drawingml/2006/main">
              <a:ext uri="{FF2B5EF4-FFF2-40B4-BE49-F238E27FC236}">
                <a16:creationId xmlns:a16="http://schemas.microsoft.com/office/drawing/2014/main" id="{C054FA35-A7F3-49F2-9529-074FF78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version context</a:t>
            </a:r>
          </a:p>
        </p:txBody>
      </p:sp>
      <p:sp>
        <p:nvSpPr>
          <p:cNvPr id="14" name="content-mark-4">
            <a:extLst xmlns:a="http://schemas.openxmlformats.org/drawingml/2006/main">
              <a:ext uri="{FF2B5EF4-FFF2-40B4-BE49-F238E27FC236}">
                <a16:creationId xmlns:a16="http://schemas.microsoft.com/office/drawing/2014/main" id="{2C443891-CFED-4C4E-9639-2645DD47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nt-item-4">
            <a:extLst xmlns:a="http://schemas.openxmlformats.org/drawingml/2006/main">
              <a:ext uri="{FF2B5EF4-FFF2-40B4-BE49-F238E27FC236}">
                <a16:creationId xmlns:a16="http://schemas.microsoft.com/office/drawing/2014/main" id="{0B9D9199-D083-4011-B0B5-F50FBCFF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participants</a:t>
            </a:r>
          </a:p>
        </p:txBody>
      </p:sp>
      <p:sp>
        <p:nvSpPr>
          <p:cNvPr id="16" name="content-mark-5">
            <a:extLst xmlns:a="http://schemas.openxmlformats.org/drawingml/2006/main">
              <a:ext uri="{FF2B5EF4-FFF2-40B4-BE49-F238E27FC236}">
                <a16:creationId xmlns:a16="http://schemas.microsoft.com/office/drawing/2014/main" id="{F89F3785-CE0C-4D97-A93F-3A37B0F3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ntent-item-5">
            <a:extLst xmlns:a="http://schemas.openxmlformats.org/drawingml/2006/main">
              <a:ext uri="{FF2B5EF4-FFF2-40B4-BE49-F238E27FC236}">
                <a16:creationId xmlns:a16="http://schemas.microsoft.com/office/drawing/2014/main" id="{75AB6C23-A1CF-4EE4-8AAB-7B822CD6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18" name="content-mark-6">
            <a:extLst xmlns:a="http://schemas.openxmlformats.org/drawingml/2006/main">
              <a:ext uri="{FF2B5EF4-FFF2-40B4-BE49-F238E27FC236}">
                <a16:creationId xmlns:a16="http://schemas.microsoft.com/office/drawing/2014/main" id="{6CE2BD49-A084-447F-AD55-431731C3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292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ntent-item-6">
            <a:extLst xmlns:a="http://schemas.openxmlformats.org/drawingml/2006/main">
              <a:ext uri="{FF2B5EF4-FFF2-40B4-BE49-F238E27FC236}">
                <a16:creationId xmlns:a16="http://schemas.microsoft.com/office/drawing/2014/main" id="{11A91278-5F90-4CEB-BE0F-2A9D6A4C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subsequent workflow and approval</a:t>
            </a:r>
          </a:p>
        </p:txBody>
      </p:sp>
      <p:sp>
        <p:nvSpPr>
          <p:cNvPr id="20" name="why-panel">
            <a:extLst xmlns:a="http://schemas.openxmlformats.org/drawingml/2006/main">
              <a:ext uri="{FF2B5EF4-FFF2-40B4-BE49-F238E27FC236}">
                <a16:creationId xmlns:a16="http://schemas.microsoft.com/office/drawing/2014/main" id="{8B4BF443-5EF7-4B08-A880-A5642F1A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52959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1" name="why-label">
            <a:extLst xmlns:a="http://schemas.openxmlformats.org/drawingml/2006/main">
              <a:ext uri="{FF2B5EF4-FFF2-40B4-BE49-F238E27FC236}">
                <a16:creationId xmlns:a16="http://schemas.microsoft.com/office/drawing/2014/main" id="{C1BC4B57-60E1-4925-A83A-ABDCE252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WHY IT MATTERS</a:t>
            </a:r>
          </a:p>
        </p:txBody>
      </p:sp>
      <p:sp>
        <p:nvSpPr>
          <p:cNvPr id="22" name="why-text">
            <a:extLst xmlns:a="http://schemas.openxmlformats.org/drawingml/2006/main">
              <a:ext uri="{FF2B5EF4-FFF2-40B4-BE49-F238E27FC236}">
                <a16:creationId xmlns:a16="http://schemas.microsoft.com/office/drawing/2014/main" id="{43556C1F-B0A4-4AC5-B988-2AD08404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signature on the final document is more valuable when the organization can also understand the process that produced the authoritative version.</a:t>
            </a:r>
          </a:p>
        </p:txBody>
      </p:sp>
      <p:sp>
        <p:nvSpPr>
          <p:cNvPr id="23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FBB381C3-B08E-4EB4-8DA3-F76E4D76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FFD1C830-08F1-4AB9-9FB4-273A33BB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trusted process begins with the content itself.</a:t>
            </a:r>
          </a:p>
        </p:txBody>
      </p:sp>
    </p:spTree>
    <p:extLst>
      <p:ext uri="{BB962C8B-B14F-4D97-AF65-F5344CB8AC3E}">
        <p14:creationId xmlns:p14="http://schemas.microsoft.com/office/powerpoint/2010/main" val="3681634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b039ff228401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CB4924-5B04-48FE-A592-06063F67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AE449F3-98A8-4067-BF8B-A77F9FDF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056766B-17E8-4FC1-8B93-C435F98D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BE731C3F-9AF2-4B7E-929A-6EC75720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D4639F-1811-4121-9CE3-DEF4CB95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Know Who Participated, Who Decided and How the Decision Was Reached</a:t>
            </a:r>
          </a:p>
        </p:txBody>
      </p:sp>
      <p:sp>
        <p:nvSpPr>
          <p:cNvPr id="7" name="identity-intro">
            <a:extLst xmlns:a="http://schemas.openxmlformats.org/drawingml/2006/main">
              <a:ext uri="{FF2B5EF4-FFF2-40B4-BE49-F238E27FC236}">
                <a16:creationId xmlns:a16="http://schemas.microsoft.com/office/drawing/2014/main" id="{4F51FED7-C7AA-402B-A85B-FB9F3EDA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078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connects people and organizational process around the content.</a:t>
            </a:r>
          </a:p>
        </p:txBody>
      </p: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14385E27-802D-4384-B5AF-C2E9264D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203454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9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D94891AA-E7D1-4A2C-9AB2-AAB9C3CF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56B8F674-41BA-45F2-9C59-F0E90387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67025"/>
            <a:ext cx="18821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Identify</a:t>
            </a:r>
          </a:p>
        </p:txBody>
      </p:sp>
      <p:sp>
        <p:nvSpPr>
          <p:cNvPr id="11" name="flow-2">
            <a:extLst xmlns:a="http://schemas.openxmlformats.org/drawingml/2006/main">
              <a:ext uri="{FF2B5EF4-FFF2-40B4-BE49-F238E27FC236}">
                <a16:creationId xmlns:a16="http://schemas.microsoft.com/office/drawing/2014/main" id="{C99E84E1-F041-42C7-8B28-B25CD6A6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140" y="2609850"/>
            <a:ext cx="203454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2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B8134E4F-F0AB-4397-B179-D4BBA12A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40" y="2686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3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A2F9DD29-005D-4EFB-BB1A-D237D407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40" y="2867025"/>
            <a:ext cx="18821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Route</a:t>
            </a:r>
          </a:p>
        </p:txBody>
      </p:sp>
      <p:sp>
        <p:nvSpPr>
          <p:cNvPr id="14" name="flow-3">
            <a:extLst xmlns:a="http://schemas.openxmlformats.org/drawingml/2006/main">
              <a:ext uri="{FF2B5EF4-FFF2-40B4-BE49-F238E27FC236}">
                <a16:creationId xmlns:a16="http://schemas.microsoft.com/office/drawing/2014/main" id="{C9A3EA65-F33B-4F80-B114-3DC51F5B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2609850"/>
            <a:ext cx="203454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5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19E1FE19-9C79-40CB-9988-3A818BFD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2686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6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C4BCEFF9-A51D-49CE-ADB5-7CD06502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2867025"/>
            <a:ext cx="18821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17" name="flow-4">
            <a:extLst xmlns:a="http://schemas.openxmlformats.org/drawingml/2006/main">
              <a:ext uri="{FF2B5EF4-FFF2-40B4-BE49-F238E27FC236}">
                <a16:creationId xmlns:a16="http://schemas.microsoft.com/office/drawing/2014/main" id="{4EEA8F04-B4BF-4B69-90FD-0378BC3B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020" y="2609850"/>
            <a:ext cx="203454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8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95093528-8924-40E8-834F-2D20CC7D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686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19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AC8FF52D-F8A9-455E-AAE4-98167BAA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867025"/>
            <a:ext cx="18821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Decide</a:t>
            </a:r>
          </a:p>
        </p:txBody>
      </p:sp>
      <p:sp>
        <p:nvSpPr>
          <p:cNvPr id="20" name="flow-5">
            <a:extLst xmlns:a="http://schemas.openxmlformats.org/drawingml/2006/main">
              <a:ext uri="{FF2B5EF4-FFF2-40B4-BE49-F238E27FC236}">
                <a16:creationId xmlns:a16="http://schemas.microsoft.com/office/drawing/2014/main" id="{C31C85DB-7587-4F0E-8C6A-C3F7611A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960" y="2609850"/>
            <a:ext cx="203454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7000FF"/>
            </a:solidFill>
            <a:prstDash val="solid"/>
          </a:ln>
        </p:spPr>
      </p:sp>
      <p:sp>
        <p:nvSpPr>
          <p:cNvPr id="21" name="flow-number-5">
            <a:extLst xmlns:a="http://schemas.openxmlformats.org/drawingml/2006/main">
              <a:ext uri="{FF2B5EF4-FFF2-40B4-BE49-F238E27FC236}">
                <a16:creationId xmlns:a16="http://schemas.microsoft.com/office/drawing/2014/main" id="{7E06455A-8BFE-43C1-928E-FA5E9C78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86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2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CEAAC7A2-17BA-4D14-924B-D9AE2AA5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867025"/>
            <a:ext cx="18821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23" name="identity-number-1">
            <a:extLst xmlns:a="http://schemas.openxmlformats.org/drawingml/2006/main">
              <a:ext uri="{FF2B5EF4-FFF2-40B4-BE49-F238E27FC236}">
                <a16:creationId xmlns:a16="http://schemas.microsoft.com/office/drawing/2014/main" id="{16D1D0A7-5CDB-467C-9243-7BDD1B57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24" name="identity-item-1">
            <a:extLst xmlns:a="http://schemas.openxmlformats.org/drawingml/2006/main">
              <a:ext uri="{FF2B5EF4-FFF2-40B4-BE49-F238E27FC236}">
                <a16:creationId xmlns:a16="http://schemas.microsoft.com/office/drawing/2014/main" id="{5F8A5CB3-C0D5-482F-AD23-CA3847CE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90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participants</a:t>
            </a:r>
          </a:p>
        </p:txBody>
      </p:sp>
      <p:sp>
        <p:nvSpPr>
          <p:cNvPr id="25" name="identity-number-2">
            <a:extLst xmlns:a="http://schemas.openxmlformats.org/drawingml/2006/main">
              <a:ext uri="{FF2B5EF4-FFF2-40B4-BE49-F238E27FC236}">
                <a16:creationId xmlns:a16="http://schemas.microsoft.com/office/drawing/2014/main" id="{316DB05C-F552-40BC-9D1C-602FC46B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26" name="identity-item-2">
            <a:extLst xmlns:a="http://schemas.openxmlformats.org/drawingml/2006/main">
              <a:ext uri="{FF2B5EF4-FFF2-40B4-BE49-F238E27FC236}">
                <a16:creationId xmlns:a16="http://schemas.microsoft.com/office/drawing/2014/main" id="{84C9D924-C7A9-4B70-995F-C18D8FFD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00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roles and permissions</a:t>
            </a:r>
          </a:p>
        </p:txBody>
      </p:sp>
      <p:sp>
        <p:nvSpPr>
          <p:cNvPr id="27" name="identity-number-3">
            <a:extLst xmlns:a="http://schemas.openxmlformats.org/drawingml/2006/main">
              <a:ext uri="{FF2B5EF4-FFF2-40B4-BE49-F238E27FC236}">
                <a16:creationId xmlns:a16="http://schemas.microsoft.com/office/drawing/2014/main" id="{BE0C70A8-CE9D-4923-879D-4F220252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28" name="identity-item-3">
            <a:extLst xmlns:a="http://schemas.openxmlformats.org/drawingml/2006/main">
              <a:ext uri="{FF2B5EF4-FFF2-40B4-BE49-F238E27FC236}">
                <a16:creationId xmlns:a16="http://schemas.microsoft.com/office/drawing/2014/main" id="{DB727B52-E2BF-4B87-B8A3-7C4CDA34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29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workflow</a:t>
            </a:r>
          </a:p>
        </p:txBody>
      </p:sp>
      <p:sp>
        <p:nvSpPr>
          <p:cNvPr id="29" name="identity-number-4">
            <a:extLst xmlns:a="http://schemas.openxmlformats.org/drawingml/2006/main">
              <a:ext uri="{FF2B5EF4-FFF2-40B4-BE49-F238E27FC236}">
                <a16:creationId xmlns:a16="http://schemas.microsoft.com/office/drawing/2014/main" id="{52993BD4-EC08-40B5-BC34-854689BE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0" name="identity-item-4">
            <a:extLst xmlns:a="http://schemas.openxmlformats.org/drawingml/2006/main">
              <a:ext uri="{FF2B5EF4-FFF2-40B4-BE49-F238E27FC236}">
                <a16:creationId xmlns:a16="http://schemas.microsoft.com/office/drawing/2014/main" id="{C7A5881A-2D5A-4032-AA5C-1B26C454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482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approval sequence</a:t>
            </a:r>
          </a:p>
        </p:txBody>
      </p:sp>
      <p:sp>
        <p:nvSpPr>
          <p:cNvPr id="31" name="identity-number-5">
            <a:extLst xmlns:a="http://schemas.openxmlformats.org/drawingml/2006/main">
              <a:ext uri="{FF2B5EF4-FFF2-40B4-BE49-F238E27FC236}">
                <a16:creationId xmlns:a16="http://schemas.microsoft.com/office/drawing/2014/main" id="{48564588-57BB-4129-9AE5-65B509E3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2" name="identity-item-5">
            <a:extLst xmlns:a="http://schemas.openxmlformats.org/drawingml/2006/main">
              <a:ext uri="{FF2B5EF4-FFF2-40B4-BE49-F238E27FC236}">
                <a16:creationId xmlns:a16="http://schemas.microsoft.com/office/drawing/2014/main" id="{CC0B15C1-67A1-4BDC-A0A8-02B08191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90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decisions</a:t>
            </a:r>
          </a:p>
        </p:txBody>
      </p:sp>
      <p:sp>
        <p:nvSpPr>
          <p:cNvPr id="33" name="identity-number-6">
            <a:extLst xmlns:a="http://schemas.openxmlformats.org/drawingml/2006/main">
              <a:ext uri="{FF2B5EF4-FFF2-40B4-BE49-F238E27FC236}">
                <a16:creationId xmlns:a16="http://schemas.microsoft.com/office/drawing/2014/main" id="{EDB2FCFD-BE64-461C-B19A-F2E835E1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3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4" name="identity-item-6">
            <a:extLst xmlns:a="http://schemas.openxmlformats.org/drawingml/2006/main">
              <a:ext uri="{FF2B5EF4-FFF2-40B4-BE49-F238E27FC236}">
                <a16:creationId xmlns:a16="http://schemas.microsoft.com/office/drawing/2014/main" id="{FC5B5555-5452-448B-B38C-45A2A83C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00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business rules</a:t>
            </a:r>
          </a:p>
        </p:txBody>
      </p:sp>
      <p:sp>
        <p:nvSpPr>
          <p:cNvPr id="35" name="identity-number-7">
            <a:extLst xmlns:a="http://schemas.openxmlformats.org/drawingml/2006/main">
              <a:ext uri="{FF2B5EF4-FFF2-40B4-BE49-F238E27FC236}">
                <a16:creationId xmlns:a16="http://schemas.microsoft.com/office/drawing/2014/main" id="{512CCF4D-C233-4472-8072-6BDB56F7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6" name="identity-item-7">
            <a:extLst xmlns:a="http://schemas.openxmlformats.org/drawingml/2006/main">
              <a:ext uri="{FF2B5EF4-FFF2-40B4-BE49-F238E27FC236}">
                <a16:creationId xmlns:a16="http://schemas.microsoft.com/office/drawing/2014/main" id="{B626FA0E-3864-4F7A-8E7A-C5926E1D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29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resulting execution</a:t>
            </a:r>
          </a:p>
        </p:txBody>
      </p:sp>
      <p:sp>
        <p:nvSpPr>
          <p:cNvPr id="37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6B530366-59BA-4645-B0D6-B2A87DFA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akeaway">
            <a:extLst xmlns:a="http://schemas.openxmlformats.org/drawingml/2006/main">
              <a:ext uri="{FF2B5EF4-FFF2-40B4-BE49-F238E27FC236}">
                <a16:creationId xmlns:a16="http://schemas.microsoft.com/office/drawing/2014/main" id="{C110D4C6-0298-4E0F-A55C-06ABF826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organization needs to know whether the right participant made the right decision within the right process.</a:t>
            </a:r>
          </a:p>
        </p:txBody>
      </p:sp>
    </p:spTree>
    <p:extLst>
      <p:ext uri="{BB962C8B-B14F-4D97-AF65-F5344CB8AC3E}">
        <p14:creationId xmlns:p14="http://schemas.microsoft.com/office/powerpoint/2010/main" val="10267171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bf85d1c9c41b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827E89-EF6A-47C8-B386-C047EC34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1B3FA2D-77F9-403D-BC16-E0821209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6EC595AC-2CB6-4A63-8501-4CF2C12C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F3670174-0C94-40D6-BE36-A3A91A1B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C00B11-B0E6-4942-AAE5-B095B02A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Different Transactions Require Different Forms of Trust</a:t>
            </a:r>
          </a:p>
        </p:txBody>
      </p:sp>
      <p:sp>
        <p:nvSpPr>
          <p:cNvPr id="7" name="trust-intro">
            <a:extLst xmlns:a="http://schemas.openxmlformats.org/drawingml/2006/main">
              <a:ext uri="{FF2B5EF4-FFF2-40B4-BE49-F238E27FC236}">
                <a16:creationId xmlns:a16="http://schemas.microsoft.com/office/drawing/2014/main" id="{42382BEF-C9B1-4F8B-8F55-EEF186EB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078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 business process may require different combinations of:</a:t>
            </a:r>
          </a:p>
        </p:txBody>
      </p:sp>
      <p:sp>
        <p:nvSpPr>
          <p:cNvPr id="8" name="trust-service-1-shape">
            <a:extLst xmlns:a="http://schemas.openxmlformats.org/drawingml/2006/main">
              <a:ext uri="{FF2B5EF4-FFF2-40B4-BE49-F238E27FC236}">
                <a16:creationId xmlns:a16="http://schemas.microsoft.com/office/drawing/2014/main" id="{A8C8187D-DF77-4FED-B18F-1B2A2AC5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trust-service-1-text">
            <a:extLst xmlns:a="http://schemas.openxmlformats.org/drawingml/2006/main">
              <a:ext uri="{FF2B5EF4-FFF2-40B4-BE49-F238E27FC236}">
                <a16:creationId xmlns:a16="http://schemas.microsoft.com/office/drawing/2014/main" id="{949CA181-50A8-4467-B90A-E701EBA2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trust-service-label-1">
            <a:extLst xmlns:a="http://schemas.openxmlformats.org/drawingml/2006/main">
              <a:ext uri="{FF2B5EF4-FFF2-40B4-BE49-F238E27FC236}">
                <a16:creationId xmlns:a16="http://schemas.microsoft.com/office/drawing/2014/main" id="{B47070E8-BB76-4957-825E-04A16700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 verification</a:t>
            </a:r>
          </a:p>
        </p:txBody>
      </p:sp>
      <p:sp>
        <p:nvSpPr>
          <p:cNvPr id="11" name="trust-service-2-shape">
            <a:extLst xmlns:a="http://schemas.openxmlformats.org/drawingml/2006/main">
              <a:ext uri="{FF2B5EF4-FFF2-40B4-BE49-F238E27FC236}">
                <a16:creationId xmlns:a16="http://schemas.microsoft.com/office/drawing/2014/main" id="{667DAEFA-41FB-4F87-8227-6D5FC70A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2" name="trust-service-2-text">
            <a:extLst xmlns:a="http://schemas.openxmlformats.org/drawingml/2006/main">
              <a:ext uri="{FF2B5EF4-FFF2-40B4-BE49-F238E27FC236}">
                <a16:creationId xmlns:a16="http://schemas.microsoft.com/office/drawing/2014/main" id="{B2EF52B0-F70A-4E81-A7D8-599F359C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194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3" name="trust-service-label-2">
            <a:extLst xmlns:a="http://schemas.openxmlformats.org/drawingml/2006/main">
              <a:ext uri="{FF2B5EF4-FFF2-40B4-BE49-F238E27FC236}">
                <a16:creationId xmlns:a16="http://schemas.microsoft.com/office/drawing/2014/main" id="{637591DD-46C7-43FD-9898-55B3190D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03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digital signatures</a:t>
            </a:r>
          </a:p>
        </p:txBody>
      </p:sp>
      <p:sp>
        <p:nvSpPr>
          <p:cNvPr id="14" name="trust-service-3-shape">
            <a:extLst xmlns:a="http://schemas.openxmlformats.org/drawingml/2006/main">
              <a:ext uri="{FF2B5EF4-FFF2-40B4-BE49-F238E27FC236}">
                <a16:creationId xmlns:a16="http://schemas.microsoft.com/office/drawing/2014/main" id="{AD5134BB-7E8E-42C3-87FC-A4F331B5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5" name="trust-service-3-text">
            <a:extLst xmlns:a="http://schemas.openxmlformats.org/drawingml/2006/main">
              <a:ext uri="{FF2B5EF4-FFF2-40B4-BE49-F238E27FC236}">
                <a16:creationId xmlns:a16="http://schemas.microsoft.com/office/drawing/2014/main" id="{C8B06BC4-010F-437F-8FDA-BA61317C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6" name="trust-service-label-3">
            <a:extLst xmlns:a="http://schemas.openxmlformats.org/drawingml/2006/main">
              <a:ext uri="{FF2B5EF4-FFF2-40B4-BE49-F238E27FC236}">
                <a16:creationId xmlns:a16="http://schemas.microsoft.com/office/drawing/2014/main" id="{D7231FA1-E474-4BD2-9CFB-C3F62B1F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organizational seals</a:t>
            </a:r>
          </a:p>
        </p:txBody>
      </p:sp>
      <p:sp>
        <p:nvSpPr>
          <p:cNvPr id="17" name="trust-service-4-shape">
            <a:extLst xmlns:a="http://schemas.openxmlformats.org/drawingml/2006/main">
              <a:ext uri="{FF2B5EF4-FFF2-40B4-BE49-F238E27FC236}">
                <a16:creationId xmlns:a16="http://schemas.microsoft.com/office/drawing/2014/main" id="{2BD04322-D1DC-4A0C-B562-B7A918F8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8" name="trust-service-4-text">
            <a:extLst xmlns:a="http://schemas.openxmlformats.org/drawingml/2006/main">
              <a:ext uri="{FF2B5EF4-FFF2-40B4-BE49-F238E27FC236}">
                <a16:creationId xmlns:a16="http://schemas.microsoft.com/office/drawing/2014/main" id="{1D76FC53-2B6F-4B62-98A8-E12BACC6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19" name="trust-service-label-4">
            <a:extLst xmlns:a="http://schemas.openxmlformats.org/drawingml/2006/main">
              <a:ext uri="{FF2B5EF4-FFF2-40B4-BE49-F238E27FC236}">
                <a16:creationId xmlns:a16="http://schemas.microsoft.com/office/drawing/2014/main" id="{9FA4082B-F0D2-4BB9-A88C-E619404B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timestamps</a:t>
            </a:r>
          </a:p>
        </p:txBody>
      </p:sp>
      <p:sp>
        <p:nvSpPr>
          <p:cNvPr id="20" name="trust-service-5-shape">
            <a:extLst xmlns:a="http://schemas.openxmlformats.org/drawingml/2006/main">
              <a:ext uri="{FF2B5EF4-FFF2-40B4-BE49-F238E27FC236}">
                <a16:creationId xmlns:a16="http://schemas.microsoft.com/office/drawing/2014/main" id="{134253DE-44BB-46DC-BB87-260414B0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trust-service-5-text">
            <a:extLst xmlns:a="http://schemas.openxmlformats.org/drawingml/2006/main">
              <a:ext uri="{FF2B5EF4-FFF2-40B4-BE49-F238E27FC236}">
                <a16:creationId xmlns:a16="http://schemas.microsoft.com/office/drawing/2014/main" id="{20F7BD9D-5E72-4AE1-8643-F5B54862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2" name="trust-service-label-5">
            <a:extLst xmlns:a="http://schemas.openxmlformats.org/drawingml/2006/main">
              <a:ext uri="{FF2B5EF4-FFF2-40B4-BE49-F238E27FC236}">
                <a16:creationId xmlns:a16="http://schemas.microsoft.com/office/drawing/2014/main" id="{A881771A-CBDE-4959-AEF5-9A1EE48E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external trust services</a:t>
            </a:r>
          </a:p>
        </p:txBody>
      </p:sp>
      <p:sp>
        <p:nvSpPr>
          <p:cNvPr id="23" name="trust-service-6-shape">
            <a:extLst xmlns:a="http://schemas.openxmlformats.org/drawingml/2006/main">
              <a:ext uri="{FF2B5EF4-FFF2-40B4-BE49-F238E27FC236}">
                <a16:creationId xmlns:a16="http://schemas.microsoft.com/office/drawing/2014/main" id="{B956C1CF-69CE-4777-85E5-124248FC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4" name="trust-service-6-text">
            <a:extLst xmlns:a="http://schemas.openxmlformats.org/drawingml/2006/main">
              <a:ext uri="{FF2B5EF4-FFF2-40B4-BE49-F238E27FC236}">
                <a16:creationId xmlns:a16="http://schemas.microsoft.com/office/drawing/2014/main" id="{9018B0ED-ED2A-443D-8E10-73FAE28E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5" name="trust-service-label-6">
            <a:extLst xmlns:a="http://schemas.openxmlformats.org/drawingml/2006/main">
              <a:ext uri="{FF2B5EF4-FFF2-40B4-BE49-F238E27FC236}">
                <a16:creationId xmlns:a16="http://schemas.microsoft.com/office/drawing/2014/main" id="{DFA1EF4D-A4F1-47B3-B307-8B1095D9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national or enterprise identity services</a:t>
            </a:r>
          </a:p>
        </p:txBody>
      </p:sp>
      <p:sp>
        <p:nvSpPr>
          <p:cNvPr id="26" name="orchestration-message">
            <a:extLst xmlns:a="http://schemas.openxmlformats.org/drawingml/2006/main">
              <a:ext uri="{FF2B5EF4-FFF2-40B4-BE49-F238E27FC236}">
                <a16:creationId xmlns:a16="http://schemas.microsoft.com/office/drawing/2014/main" id="{78D3B936-F46E-427E-A0AA-0710B510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078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can orchestrate the appropriate trust mechanisms within the process.</a:t>
            </a:r>
          </a:p>
        </p:txBody>
      </p:sp>
      <p:sp>
        <p:nvSpPr>
          <p:cNvPr id="27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26600ABE-9985-4A8B-B226-AACFD618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85BFECCF-C184-43A7-BE6E-EF4AC3FF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 services become part of the business process rather than isolated events outside it.</a:t>
            </a:r>
          </a:p>
        </p:txBody>
      </p:sp>
    </p:spTree>
    <p:extLst>
      <p:ext uri="{BB962C8B-B14F-4D97-AF65-F5344CB8AC3E}">
        <p14:creationId xmlns:p14="http://schemas.microsoft.com/office/powerpoint/2010/main" val="9399224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fcf689b584bf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9C2CD7-8D86-494F-A310-B05E1305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33E7CF4-6975-4370-A3AB-77D2CB9F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66EAC57C-9176-4A5C-954D-2F199880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08D7A978-8B88-41A2-8F2C-8CBC3C72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EE7394-C7B3-49D4-A233-CDCEDC92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The Objective Is the Trusted Outcome</a:t>
            </a:r>
          </a:p>
        </p:txBody>
      </p:sp>
      <p:sp>
        <p:nvSpPr>
          <p:cNvPr id="7" name="flow-1">
            <a:extLst xmlns:a="http://schemas.openxmlformats.org/drawingml/2006/main">
              <a:ext uri="{FF2B5EF4-FFF2-40B4-BE49-F238E27FC236}">
                <a16:creationId xmlns:a16="http://schemas.microsoft.com/office/drawing/2014/main" id="{D8C87974-1F45-45A7-86E6-FDBD632C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0AC6BBBD-A2F0-46DF-B578-FF5A6BCD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E35B8AF7-2EB1-4478-8206-42A1A64E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Content</a:t>
            </a:r>
          </a:p>
        </p:txBody>
      </p:sp>
      <p:sp>
        <p:nvSpPr>
          <p:cNvPr id="10" name="flow-2">
            <a:extLst xmlns:a="http://schemas.openxmlformats.org/drawingml/2006/main">
              <a:ext uri="{FF2B5EF4-FFF2-40B4-BE49-F238E27FC236}">
                <a16:creationId xmlns:a16="http://schemas.microsoft.com/office/drawing/2014/main" id="{A809A12A-FA36-42E4-A4FE-8B65622C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3360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1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CFD5C888-71F6-4E58-9D7F-6112B672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09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2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F83CFEF5-268E-4529-8AA6-34931F06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907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3" name="flow-3">
            <a:extLst xmlns:a="http://schemas.openxmlformats.org/drawingml/2006/main">
              <a:ext uri="{FF2B5EF4-FFF2-40B4-BE49-F238E27FC236}">
                <a16:creationId xmlns:a16="http://schemas.microsoft.com/office/drawing/2014/main" id="{1D54C481-9B4C-4B98-A675-30990760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3360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A4A4EF50-DB7A-4D08-BF94-605E7C95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09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5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935BD795-EA42-4193-AA3D-81777666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907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6" name="flow-4">
            <a:extLst xmlns:a="http://schemas.openxmlformats.org/drawingml/2006/main">
              <a:ext uri="{FF2B5EF4-FFF2-40B4-BE49-F238E27FC236}">
                <a16:creationId xmlns:a16="http://schemas.microsoft.com/office/drawing/2014/main" id="{89FB4D7F-8C2D-414D-ABB7-8CDEF892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7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9B9010E4-D225-4A00-969D-3C77CC95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18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77C4CB8C-95EE-4DC3-800C-F4F7D4D3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907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Workflow</a:t>
            </a:r>
          </a:p>
        </p:txBody>
      </p:sp>
      <p:sp>
        <p:nvSpPr>
          <p:cNvPr id="19" name="flow-5">
            <a:extLst xmlns:a="http://schemas.openxmlformats.org/drawingml/2006/main">
              <a:ext uri="{FF2B5EF4-FFF2-40B4-BE49-F238E27FC236}">
                <a16:creationId xmlns:a16="http://schemas.microsoft.com/office/drawing/2014/main" id="{490C2167-5E1F-4D4C-86A9-EB4B3F5A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0" name="flow-number-5">
            <a:extLst xmlns:a="http://schemas.openxmlformats.org/drawingml/2006/main">
              <a:ext uri="{FF2B5EF4-FFF2-40B4-BE49-F238E27FC236}">
                <a16:creationId xmlns:a16="http://schemas.microsoft.com/office/drawing/2014/main" id="{0032AE48-B049-41CA-8A28-C2083464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09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1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F02303AE-C85D-471E-9F64-A81910D0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907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22" name="flow-6">
            <a:extLst xmlns:a="http://schemas.openxmlformats.org/drawingml/2006/main">
              <a:ext uri="{FF2B5EF4-FFF2-40B4-BE49-F238E27FC236}">
                <a16:creationId xmlns:a16="http://schemas.microsoft.com/office/drawing/2014/main" id="{9DFCB497-EA9D-4955-BB66-CCE70326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7000FF"/>
            </a:solidFill>
            <a:prstDash val="solid"/>
          </a:ln>
        </p:spPr>
      </p:sp>
      <p:sp>
        <p:nvSpPr>
          <p:cNvPr id="23" name="flow-number-6">
            <a:extLst xmlns:a="http://schemas.openxmlformats.org/drawingml/2006/main">
              <a:ext uri="{FF2B5EF4-FFF2-40B4-BE49-F238E27FC236}">
                <a16:creationId xmlns:a16="http://schemas.microsoft.com/office/drawing/2014/main" id="{25610E16-8C29-4B4C-8C9F-D260550F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4" name="flow-label-6">
            <a:extLst xmlns:a="http://schemas.openxmlformats.org/drawingml/2006/main">
              <a:ext uri="{FF2B5EF4-FFF2-40B4-BE49-F238E27FC236}">
                <a16:creationId xmlns:a16="http://schemas.microsoft.com/office/drawing/2014/main" id="{7C5AA3A5-0602-4A8D-91AC-3AD0A914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907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 Services</a:t>
            </a:r>
          </a:p>
        </p:txBody>
      </p:sp>
      <p:sp>
        <p:nvSpPr>
          <p:cNvPr id="25" name="flow-7">
            <a:extLst xmlns:a="http://schemas.openxmlformats.org/drawingml/2006/main">
              <a:ext uri="{FF2B5EF4-FFF2-40B4-BE49-F238E27FC236}">
                <a16:creationId xmlns:a16="http://schemas.microsoft.com/office/drawing/2014/main" id="{CE3AE84F-36F0-4DFD-82E0-B190C3E0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33600"/>
            <a:ext cx="1409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6" name="flow-number-7">
            <a:extLst xmlns:a="http://schemas.openxmlformats.org/drawingml/2006/main">
              <a:ext uri="{FF2B5EF4-FFF2-40B4-BE49-F238E27FC236}">
                <a16:creationId xmlns:a16="http://schemas.microsoft.com/office/drawing/2014/main" id="{9F1F3D0C-FDD3-4067-AC68-BD49927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09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27" name="flow-label-7">
            <a:extLst xmlns:a="http://schemas.openxmlformats.org/drawingml/2006/main">
              <a:ext uri="{FF2B5EF4-FFF2-40B4-BE49-F238E27FC236}">
                <a16:creationId xmlns:a16="http://schemas.microsoft.com/office/drawing/2014/main" id="{DFD099CA-3E36-43A6-AAD4-0B7C2311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907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8" name="converge-line">
            <a:extLst xmlns:a="http://schemas.openxmlformats.org/drawingml/2006/main">
              <a:ext uri="{FF2B5EF4-FFF2-40B4-BE49-F238E27FC236}">
                <a16:creationId xmlns:a16="http://schemas.microsoft.com/office/drawing/2014/main" id="{412D2F2B-3BF8-4F1A-8725-A095B546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62250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rusted-outcome">
            <a:extLst xmlns:a="http://schemas.openxmlformats.org/drawingml/2006/main">
              <a:ext uri="{FF2B5EF4-FFF2-40B4-BE49-F238E27FC236}">
                <a16:creationId xmlns:a16="http://schemas.microsoft.com/office/drawing/2014/main" id="{E8A53810-ADF6-4619-8678-844985EC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95650"/>
            <a:ext cx="4095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rusted-outcome-label">
            <a:extLst xmlns:a="http://schemas.openxmlformats.org/drawingml/2006/main">
              <a:ext uri="{FF2B5EF4-FFF2-40B4-BE49-F238E27FC236}">
                <a16:creationId xmlns:a16="http://schemas.microsoft.com/office/drawing/2014/main" id="{70AC4EF1-5757-48D7-AF0B-CF113787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528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 BUSINESS OUTCOME</a:t>
            </a:r>
          </a:p>
        </p:txBody>
      </p:sp>
      <p:sp>
        <p:nvSpPr>
          <p:cNvPr id="31" name="orchestration-definition">
            <a:extLst xmlns:a="http://schemas.openxmlformats.org/drawingml/2006/main">
              <a:ext uri="{FF2B5EF4-FFF2-40B4-BE49-F238E27FC236}">
                <a16:creationId xmlns:a16="http://schemas.microsoft.com/office/drawing/2014/main" id="{2956D83D-10F9-411F-9526-350783CB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 Orchestration is the platform capability.</a:t>
            </a:r>
          </a:p>
        </p:txBody>
      </p:sp>
      <p:sp>
        <p:nvSpPr>
          <p:cNvPr id="32" name="execution-definition">
            <a:extLst xmlns:a="http://schemas.openxmlformats.org/drawingml/2006/main">
              <a:ext uri="{FF2B5EF4-FFF2-40B4-BE49-F238E27FC236}">
                <a16:creationId xmlns:a16="http://schemas.microsoft.com/office/drawing/2014/main" id="{0433F3B8-734F-4810-B328-68173AF8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AEFF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C9AEFF"/>
                </a:solidFill>
                <a:latin typeface="Spartan"/>
                <a:ea typeface="Spartan"/>
                <a:cs typeface="Spartan"/>
              </a:rPr>
              <a:t>Trusted Execution is the outcome.</a:t>
            </a:r>
          </a:p>
        </p:txBody>
      </p:sp>
      <p:sp>
        <p:nvSpPr>
          <p:cNvPr id="33" name="trusted-execution-definition">
            <a:extLst xmlns:a="http://schemas.openxmlformats.org/drawingml/2006/main">
              <a:ext uri="{FF2B5EF4-FFF2-40B4-BE49-F238E27FC236}">
                <a16:creationId xmlns:a16="http://schemas.microsoft.com/office/drawing/2014/main" id="{0139D76B-E2D5-4B59-8386-2ABA0006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0782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 Execution is the controlled execution of a trusted digital action with the appropriate identity, authority, process, assurance and retained evidence.</a:t>
            </a:r>
          </a:p>
        </p:txBody>
      </p:sp>
    </p:spTree>
    <p:extLst>
      <p:ext uri="{BB962C8B-B14F-4D97-AF65-F5344CB8AC3E}">
        <p14:creationId xmlns:p14="http://schemas.microsoft.com/office/powerpoint/2010/main" val="7313775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50a90367442b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A3A44E-C89C-46DD-AE3F-88592FD9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609F688-B1F4-4288-9768-D936B98E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A848CA9-AC10-4860-8761-620D92C8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29ED5CFD-8CF4-44DD-9BB4-CA3F161A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9A182C-102A-472D-97D5-FCEBDF7A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Trusted Execution Is More Than Signing</a:t>
            </a:r>
          </a:p>
        </p:txBody>
      </p:sp>
      <p:sp>
        <p:nvSpPr>
          <p:cNvPr id="7" name="assurance-intro">
            <a:extLst xmlns:a="http://schemas.openxmlformats.org/drawingml/2006/main">
              <a:ext uri="{FF2B5EF4-FFF2-40B4-BE49-F238E27FC236}">
                <a16:creationId xmlns:a16="http://schemas.microsoft.com/office/drawing/2014/main" id="{425F6B6D-A157-418D-8673-2551AB07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078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Different actions require different forms of assurance.</a:t>
            </a:r>
          </a:p>
        </p:txBody>
      </p:sp>
      <p:sp>
        <p:nvSpPr>
          <p:cNvPr id="8" name="assurance-1-shape">
            <a:extLst xmlns:a="http://schemas.openxmlformats.org/drawingml/2006/main">
              <a:ext uri="{FF2B5EF4-FFF2-40B4-BE49-F238E27FC236}">
                <a16:creationId xmlns:a16="http://schemas.microsoft.com/office/drawing/2014/main" id="{7B0E0B7F-8CB9-415E-812E-25059673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assurance-1-text">
            <a:extLst xmlns:a="http://schemas.openxmlformats.org/drawingml/2006/main">
              <a:ext uri="{FF2B5EF4-FFF2-40B4-BE49-F238E27FC236}">
                <a16:creationId xmlns:a16="http://schemas.microsoft.com/office/drawing/2014/main" id="{7062DDD7-A08B-46F4-AA30-BAAC9192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assurance-title-1">
            <a:extLst xmlns:a="http://schemas.openxmlformats.org/drawingml/2006/main">
              <a:ext uri="{FF2B5EF4-FFF2-40B4-BE49-F238E27FC236}">
                <a16:creationId xmlns:a16="http://schemas.microsoft.com/office/drawing/2014/main" id="{19348A34-A399-4070-B409-74D4BDCA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 Assurance</a:t>
            </a:r>
          </a:p>
        </p:txBody>
      </p:sp>
      <p:sp>
        <p:nvSpPr>
          <p:cNvPr id="11" name="assurance-body-1">
            <a:extLst xmlns:a="http://schemas.openxmlformats.org/drawingml/2006/main">
              <a:ext uri="{FF2B5EF4-FFF2-40B4-BE49-F238E27FC236}">
                <a16:creationId xmlns:a16="http://schemas.microsoft.com/office/drawing/2014/main" id="{6C9CD962-88A5-40A3-B0E7-600DEA87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approved? Was the correct process followed?</a:t>
            </a:r>
          </a:p>
        </p:txBody>
      </p:sp>
      <p:sp>
        <p:nvSpPr>
          <p:cNvPr id="12" name="assurance-2-shape">
            <a:extLst xmlns:a="http://schemas.openxmlformats.org/drawingml/2006/main">
              <a:ext uri="{FF2B5EF4-FFF2-40B4-BE49-F238E27FC236}">
                <a16:creationId xmlns:a16="http://schemas.microsoft.com/office/drawing/2014/main" id="{270CF0D9-6397-4EDD-8E60-10A397AC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86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assurance-2-text">
            <a:extLst xmlns:a="http://schemas.openxmlformats.org/drawingml/2006/main">
              <a:ext uri="{FF2B5EF4-FFF2-40B4-BE49-F238E27FC236}">
                <a16:creationId xmlns:a16="http://schemas.microsoft.com/office/drawing/2014/main" id="{88CF7B5A-F632-4B28-95D4-EA24FE9F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908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assurance-title-2">
            <a:extLst xmlns:a="http://schemas.openxmlformats.org/drawingml/2006/main">
              <a:ext uri="{FF2B5EF4-FFF2-40B4-BE49-F238E27FC236}">
                <a16:creationId xmlns:a16="http://schemas.microsoft.com/office/drawing/2014/main" id="{5D28D43B-483D-4A0B-ADD8-7DE4A5B4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Personal Assurance</a:t>
            </a:r>
          </a:p>
        </p:txBody>
      </p:sp>
      <p:sp>
        <p:nvSpPr>
          <p:cNvPr id="15" name="assurance-body-2">
            <a:extLst xmlns:a="http://schemas.openxmlformats.org/drawingml/2006/main">
              <a:ext uri="{FF2B5EF4-FFF2-40B4-BE49-F238E27FC236}">
                <a16:creationId xmlns:a16="http://schemas.microsoft.com/office/drawing/2014/main" id="{1424F67A-15B5-4245-A11C-F1AA8C50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9575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personally authorized or signed? Can their identity be established?</a:t>
            </a:r>
          </a:p>
        </p:txBody>
      </p:sp>
      <p:sp>
        <p:nvSpPr>
          <p:cNvPr id="16" name="assurance-3-shape">
            <a:extLst xmlns:a="http://schemas.openxmlformats.org/drawingml/2006/main">
              <a:ext uri="{FF2B5EF4-FFF2-40B4-BE49-F238E27FC236}">
                <a16:creationId xmlns:a16="http://schemas.microsoft.com/office/drawing/2014/main" id="{F999B5DE-49AF-4AC6-BC21-F46B5CEF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7" name="assurance-3-text">
            <a:extLst xmlns:a="http://schemas.openxmlformats.org/drawingml/2006/main">
              <a:ext uri="{FF2B5EF4-FFF2-40B4-BE49-F238E27FC236}">
                <a16:creationId xmlns:a16="http://schemas.microsoft.com/office/drawing/2014/main" id="{3D8A95BB-91D6-4737-82AB-7E1C014E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908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assurance-title-3">
            <a:extLst xmlns:a="http://schemas.openxmlformats.org/drawingml/2006/main">
              <a:ext uri="{FF2B5EF4-FFF2-40B4-BE49-F238E27FC236}">
                <a16:creationId xmlns:a16="http://schemas.microsoft.com/office/drawing/2014/main" id="{80385975-8D41-404B-8F08-6939715C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Organizational Assurance</a:t>
            </a:r>
          </a:p>
        </p:txBody>
      </p:sp>
      <p:sp>
        <p:nvSpPr>
          <p:cNvPr id="19" name="assurance-body-3">
            <a:extLst xmlns:a="http://schemas.openxmlformats.org/drawingml/2006/main">
              <a:ext uri="{FF2B5EF4-FFF2-40B4-BE49-F238E27FC236}">
                <a16:creationId xmlns:a16="http://schemas.microsoft.com/office/drawing/2014/main" id="{5DCE0A87-27DD-480C-BC04-77166D1F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Did this officially originate from the organization? Can authenticity and integrity be verified?</a:t>
            </a:r>
          </a:p>
        </p:txBody>
      </p:sp>
      <p:sp>
        <p:nvSpPr>
          <p:cNvPr id="20" name="assurance-4-shape">
            <a:extLst xmlns:a="http://schemas.openxmlformats.org/drawingml/2006/main">
              <a:ext uri="{FF2B5EF4-FFF2-40B4-BE49-F238E27FC236}">
                <a16:creationId xmlns:a16="http://schemas.microsoft.com/office/drawing/2014/main" id="{5BED09CF-2F60-49D8-BA53-5B70003E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assurance-4-text">
            <a:extLst xmlns:a="http://schemas.openxmlformats.org/drawingml/2006/main">
              <a:ext uri="{FF2B5EF4-FFF2-40B4-BE49-F238E27FC236}">
                <a16:creationId xmlns:a16="http://schemas.microsoft.com/office/drawing/2014/main" id="{F1F28DA6-AACD-499F-AE25-81A2FC47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908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2" name="assurance-title-4">
            <a:extLst xmlns:a="http://schemas.openxmlformats.org/drawingml/2006/main">
              <a:ext uri="{FF2B5EF4-FFF2-40B4-BE49-F238E27FC236}">
                <a16:creationId xmlns:a16="http://schemas.microsoft.com/office/drawing/2014/main" id="{4176436D-4CEA-4458-B932-0A69330B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147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 Assurance</a:t>
            </a:r>
          </a:p>
        </p:txBody>
      </p:sp>
      <p:sp>
        <p:nvSpPr>
          <p:cNvPr id="23" name="assurance-body-4">
            <a:extLst xmlns:a="http://schemas.openxmlformats.org/drawingml/2006/main">
              <a:ext uri="{FF2B5EF4-FFF2-40B4-BE49-F238E27FC236}">
                <a16:creationId xmlns:a16="http://schemas.microsoft.com/office/drawing/2014/main" id="{B06A57E3-E330-4BF9-99A5-377BF3C8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Can the organization subsequently prove the content, participants, decisions, trust events and process history?</a:t>
            </a:r>
          </a:p>
        </p:txBody>
      </p:sp>
      <p:sp>
        <p:nvSpPr>
          <p:cNvPr id="24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32A0EA05-8E5B-4477-A1A0-11C0C32B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37FD6BF6-C6F2-41C0-B531-D458CA65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combines the assurance required by the process rather than treating every transaction as simply “send document for signature.”</a:t>
            </a:r>
          </a:p>
        </p:txBody>
      </p:sp>
    </p:spTree>
    <p:extLst>
      <p:ext uri="{BB962C8B-B14F-4D97-AF65-F5344CB8AC3E}">
        <p14:creationId xmlns:p14="http://schemas.microsoft.com/office/powerpoint/2010/main" val="16503203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8f92404c34ef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5E24F3-B0AD-499A-A05B-D7806815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8D99870-F423-4D67-9E2C-537EDD35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4EAFC1C4-C6EB-4BC6-8100-9162A6D9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39590621-E1D4-4699-A540-1B6ECB52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D38474-4C99-48CB-99EA-87398A5E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The Output Should Not Simply Be a PDF</a:t>
            </a:r>
          </a:p>
        </p:txBody>
      </p:sp>
      <p:sp>
        <p:nvSpPr>
          <p:cNvPr id="7" name="evidence-intro">
            <a:extLst xmlns:a="http://schemas.openxmlformats.org/drawingml/2006/main">
              <a:ext uri="{FF2B5EF4-FFF2-40B4-BE49-F238E27FC236}">
                <a16:creationId xmlns:a16="http://schemas.microsoft.com/office/drawing/2014/main" id="{2FB6F5BD-3048-4430-914A-96719D1A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078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 trusted process can produce a verifiable record combining:</a:t>
            </a:r>
          </a:p>
        </p:txBody>
      </p:sp>
      <p:sp>
        <p:nvSpPr>
          <p:cNvPr id="8" name="document-core">
            <a:extLst xmlns:a="http://schemas.openxmlformats.org/drawingml/2006/main">
              <a:ext uri="{FF2B5EF4-FFF2-40B4-BE49-F238E27FC236}">
                <a16:creationId xmlns:a16="http://schemas.microsoft.com/office/drawing/2014/main" id="{BC268FE6-CF6F-47A3-B46A-84447900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200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ocument-core-label">
            <a:extLst xmlns:a="http://schemas.openxmlformats.org/drawingml/2006/main">
              <a:ext uri="{FF2B5EF4-FFF2-40B4-BE49-F238E27FC236}">
                <a16:creationId xmlns:a16="http://schemas.microsoft.com/office/drawing/2014/main" id="{5D481C77-D829-4246-9C81-B7A2E5D5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52775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VERIFIABLE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RECORD</a:t>
            </a:r>
          </a:p>
        </p:txBody>
      </p:sp>
      <p:sp>
        <p:nvSpPr>
          <p:cNvPr id="10" name="evidence-mark-0-0">
            <a:extLst xmlns:a="http://schemas.openxmlformats.org/drawingml/2006/main">
              <a:ext uri="{FF2B5EF4-FFF2-40B4-BE49-F238E27FC236}">
                <a16:creationId xmlns:a16="http://schemas.microsoft.com/office/drawing/2014/main" id="{2868C9FC-66C2-4AA2-AE4F-0A900C59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55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vidence-item-0-0">
            <a:extLst xmlns:a="http://schemas.openxmlformats.org/drawingml/2006/main">
              <a:ext uri="{FF2B5EF4-FFF2-40B4-BE49-F238E27FC236}">
                <a16:creationId xmlns:a16="http://schemas.microsoft.com/office/drawing/2014/main" id="{11272CD9-3AC1-405E-BB2F-A4F3B1F0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authoritative document version</a:t>
            </a:r>
          </a:p>
        </p:txBody>
      </p:sp>
      <p:sp>
        <p:nvSpPr>
          <p:cNvPr id="12" name="evidence-mark-0-1">
            <a:extLst xmlns:a="http://schemas.openxmlformats.org/drawingml/2006/main">
              <a:ext uri="{FF2B5EF4-FFF2-40B4-BE49-F238E27FC236}">
                <a16:creationId xmlns:a16="http://schemas.microsoft.com/office/drawing/2014/main" id="{D8EADEED-C2BF-4CA1-A465-5438FD6C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idence-item-0-1">
            <a:extLst xmlns:a="http://schemas.openxmlformats.org/drawingml/2006/main">
              <a:ext uri="{FF2B5EF4-FFF2-40B4-BE49-F238E27FC236}">
                <a16:creationId xmlns:a16="http://schemas.microsoft.com/office/drawing/2014/main" id="{09825534-93EE-48B4-908C-76A2FF04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identities</a:t>
            </a:r>
          </a:p>
        </p:txBody>
      </p:sp>
      <p:sp>
        <p:nvSpPr>
          <p:cNvPr id="14" name="evidence-mark-0-2">
            <a:extLst xmlns:a="http://schemas.openxmlformats.org/drawingml/2006/main">
              <a:ext uri="{FF2B5EF4-FFF2-40B4-BE49-F238E27FC236}">
                <a16:creationId xmlns:a16="http://schemas.microsoft.com/office/drawing/2014/main" id="{A5A93313-DC41-4A82-B2F9-80A3B374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42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item-0-2">
            <a:extLst xmlns:a="http://schemas.openxmlformats.org/drawingml/2006/main">
              <a:ext uri="{FF2B5EF4-FFF2-40B4-BE49-F238E27FC236}">
                <a16:creationId xmlns:a16="http://schemas.microsoft.com/office/drawing/2014/main" id="{440C8740-86A8-4A0A-9F0E-092CC3FA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organizational roles</a:t>
            </a:r>
          </a:p>
        </p:txBody>
      </p:sp>
      <p:sp>
        <p:nvSpPr>
          <p:cNvPr id="16" name="evidence-mark-0-3">
            <a:extLst xmlns:a="http://schemas.openxmlformats.org/drawingml/2006/main">
              <a:ext uri="{FF2B5EF4-FFF2-40B4-BE49-F238E27FC236}">
                <a16:creationId xmlns:a16="http://schemas.microsoft.com/office/drawing/2014/main" id="{CC14A51E-F5E0-4410-87D6-162F1150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idence-item-0-3">
            <a:extLst xmlns:a="http://schemas.openxmlformats.org/drawingml/2006/main">
              <a:ext uri="{FF2B5EF4-FFF2-40B4-BE49-F238E27FC236}">
                <a16:creationId xmlns:a16="http://schemas.microsoft.com/office/drawing/2014/main" id="{A590686E-70E1-44DC-A997-0FB42D33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approvals and decisions</a:t>
            </a:r>
          </a:p>
        </p:txBody>
      </p:sp>
      <p:sp>
        <p:nvSpPr>
          <p:cNvPr id="18" name="evidence-mark-0-4">
            <a:extLst xmlns:a="http://schemas.openxmlformats.org/drawingml/2006/main">
              <a:ext uri="{FF2B5EF4-FFF2-40B4-BE49-F238E27FC236}">
                <a16:creationId xmlns:a16="http://schemas.microsoft.com/office/drawing/2014/main" id="{EC01DCDC-B80D-428D-A5A3-69B96F19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vidence-item-0-4">
            <a:extLst xmlns:a="http://schemas.openxmlformats.org/drawingml/2006/main">
              <a:ext uri="{FF2B5EF4-FFF2-40B4-BE49-F238E27FC236}">
                <a16:creationId xmlns:a16="http://schemas.microsoft.com/office/drawing/2014/main" id="{22278BD2-F513-423D-834E-00B890F9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signatures and seals</a:t>
            </a:r>
          </a:p>
        </p:txBody>
      </p:sp>
      <p:sp>
        <p:nvSpPr>
          <p:cNvPr id="20" name="evidence-mark-1-0">
            <a:extLst xmlns:a="http://schemas.openxmlformats.org/drawingml/2006/main">
              <a:ext uri="{FF2B5EF4-FFF2-40B4-BE49-F238E27FC236}">
                <a16:creationId xmlns:a16="http://schemas.microsoft.com/office/drawing/2014/main" id="{E35ED339-D4E3-4521-93A8-51A077B3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955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vidence-item-1-0">
            <a:extLst xmlns:a="http://schemas.openxmlformats.org/drawingml/2006/main">
              <a:ext uri="{FF2B5EF4-FFF2-40B4-BE49-F238E27FC236}">
                <a16:creationId xmlns:a16="http://schemas.microsoft.com/office/drawing/2014/main" id="{DFF510C8-C7BD-46CE-B23A-74DE8AA3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timestamps</a:t>
            </a:r>
          </a:p>
        </p:txBody>
      </p:sp>
      <p:sp>
        <p:nvSpPr>
          <p:cNvPr id="22" name="evidence-mark-1-1">
            <a:extLst xmlns:a="http://schemas.openxmlformats.org/drawingml/2006/main">
              <a:ext uri="{FF2B5EF4-FFF2-40B4-BE49-F238E27FC236}">
                <a16:creationId xmlns:a16="http://schemas.microsoft.com/office/drawing/2014/main" id="{E123CD73-2A6B-4BF6-86F0-52EF043F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99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vidence-item-1-1">
            <a:extLst xmlns:a="http://schemas.openxmlformats.org/drawingml/2006/main">
              <a:ext uri="{FF2B5EF4-FFF2-40B4-BE49-F238E27FC236}">
                <a16:creationId xmlns:a16="http://schemas.microsoft.com/office/drawing/2014/main" id="{10065C99-76E2-442B-94C6-0724F90F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86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audit events</a:t>
            </a:r>
          </a:p>
        </p:txBody>
      </p:sp>
      <p:sp>
        <p:nvSpPr>
          <p:cNvPr id="24" name="evidence-mark-1-2">
            <a:extLst xmlns:a="http://schemas.openxmlformats.org/drawingml/2006/main">
              <a:ext uri="{FF2B5EF4-FFF2-40B4-BE49-F238E27FC236}">
                <a16:creationId xmlns:a16="http://schemas.microsoft.com/office/drawing/2014/main" id="{4692F579-8051-43C3-B3B0-00FCAF00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242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vidence-item-1-2">
            <a:extLst xmlns:a="http://schemas.openxmlformats.org/drawingml/2006/main">
              <a:ext uri="{FF2B5EF4-FFF2-40B4-BE49-F238E27FC236}">
                <a16:creationId xmlns:a16="http://schemas.microsoft.com/office/drawing/2014/main" id="{C62107DD-2B50-42E2-A8FE-46CC217F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00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process history</a:t>
            </a:r>
          </a:p>
        </p:txBody>
      </p:sp>
      <p:sp>
        <p:nvSpPr>
          <p:cNvPr id="26" name="evidence-mark-1-3">
            <a:extLst xmlns:a="http://schemas.openxmlformats.org/drawingml/2006/main">
              <a:ext uri="{FF2B5EF4-FFF2-40B4-BE49-F238E27FC236}">
                <a16:creationId xmlns:a16="http://schemas.microsoft.com/office/drawing/2014/main" id="{F45F6D85-AC2A-47AC-8EA6-6CD52363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386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vidence-item-1-3">
            <a:extLst xmlns:a="http://schemas.openxmlformats.org/drawingml/2006/main">
              <a:ext uri="{FF2B5EF4-FFF2-40B4-BE49-F238E27FC236}">
                <a16:creationId xmlns:a16="http://schemas.microsoft.com/office/drawing/2014/main" id="{8F15DF9D-6EB7-4109-A28C-A2FEF78D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retention metadata</a:t>
            </a:r>
          </a:p>
        </p:txBody>
      </p:sp>
      <p:sp>
        <p:nvSpPr>
          <p:cNvPr id="28" name="evidence-mark-1-4">
            <a:extLst xmlns:a="http://schemas.openxmlformats.org/drawingml/2006/main">
              <a:ext uri="{FF2B5EF4-FFF2-40B4-BE49-F238E27FC236}">
                <a16:creationId xmlns:a16="http://schemas.microsoft.com/office/drawing/2014/main" id="{FB35F4E5-0D59-462D-9663-0FDFC67D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529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vidence-item-1-4">
            <a:extLst xmlns:a="http://schemas.openxmlformats.org/drawingml/2006/main">
              <a:ext uri="{FF2B5EF4-FFF2-40B4-BE49-F238E27FC236}">
                <a16:creationId xmlns:a16="http://schemas.microsoft.com/office/drawing/2014/main" id="{3DA3B71F-0593-4BEA-8D7A-B70BD249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supporting evidence</a:t>
            </a:r>
          </a:p>
        </p:txBody>
      </p:sp>
      <p:sp>
        <p:nvSpPr>
          <p:cNvPr id="30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C468A6B4-764B-4174-916B-EB9EC3B1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keaway">
            <a:extLst xmlns:a="http://schemas.openxmlformats.org/drawingml/2006/main">
              <a:ext uri="{FF2B5EF4-FFF2-40B4-BE49-F238E27FC236}">
                <a16:creationId xmlns:a16="http://schemas.microsoft.com/office/drawing/2014/main" id="{2AFDF807-7B2F-4577-A4A3-AED8FD31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result is not simply a completed transaction. It becomes durable institutional evidence.</a:t>
            </a:r>
          </a:p>
        </p:txBody>
      </p:sp>
    </p:spTree>
    <p:extLst>
      <p:ext uri="{BB962C8B-B14F-4D97-AF65-F5344CB8AC3E}">
        <p14:creationId xmlns:p14="http://schemas.microsoft.com/office/powerpoint/2010/main" val="439320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b82287fa744e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C797FC-5E13-4113-B3C6-FE300376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406FDD5-2E47-463F-BF31-9D1AA616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EE70EEEF-6A22-40ED-B2AF-08F8727E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12A820DA-4C59-4359-B675-2818AD4C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4702EA-80AE-4D9B-86B0-AAF5840C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144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Completed File Is Not the Same as a Trusted Record</a:t>
            </a:r>
          </a:p>
        </p:txBody>
      </p:sp>
      <p:sp>
        <p:nvSpPr>
          <p:cNvPr id="7" name="completed-panel">
            <a:extLst xmlns:a="http://schemas.openxmlformats.org/drawingml/2006/main">
              <a:ext uri="{FF2B5EF4-FFF2-40B4-BE49-F238E27FC236}">
                <a16:creationId xmlns:a16="http://schemas.microsoft.com/office/drawing/2014/main" id="{D3F11D16-54EE-4D67-9A97-A39DB012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4191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completed-label">
            <a:extLst xmlns:a="http://schemas.openxmlformats.org/drawingml/2006/main">
              <a:ext uri="{FF2B5EF4-FFF2-40B4-BE49-F238E27FC236}">
                <a16:creationId xmlns:a16="http://schemas.microsoft.com/office/drawing/2014/main" id="{A4A44F3B-7EED-4A59-A3B2-B75CF6EF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COMPLETED DOCUMENT</a:t>
            </a:r>
          </a:p>
        </p:txBody>
      </p:sp>
      <p:sp>
        <p:nvSpPr>
          <p:cNvPr id="9" name="completed-text">
            <a:extLst xmlns:a="http://schemas.openxmlformats.org/drawingml/2006/main">
              <a:ext uri="{FF2B5EF4-FFF2-40B4-BE49-F238E27FC236}">
                <a16:creationId xmlns:a16="http://schemas.microsoft.com/office/drawing/2014/main" id="{D9311014-9F9D-4AD4-A8BC-9F4464C5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The final content.</a:t>
            </a:r>
          </a:p>
        </p:txBody>
      </p:sp>
      <p:sp>
        <p:nvSpPr>
          <p:cNvPr id="10" name="record-panel">
            <a:extLst xmlns:a="http://schemas.openxmlformats.org/drawingml/2006/main">
              <a:ext uri="{FF2B5EF4-FFF2-40B4-BE49-F238E27FC236}">
                <a16:creationId xmlns:a16="http://schemas.microsoft.com/office/drawing/2014/main" id="{C2954FC8-FEDD-4662-8B7E-5E8E93B2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09800"/>
            <a:ext cx="56769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ord-label">
            <a:extLst xmlns:a="http://schemas.openxmlformats.org/drawingml/2006/main">
              <a:ext uri="{FF2B5EF4-FFF2-40B4-BE49-F238E27FC236}">
                <a16:creationId xmlns:a16="http://schemas.microsoft.com/office/drawing/2014/main" id="{ACEC435B-BD01-449A-999E-1D113056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RECORD</a:t>
            </a:r>
          </a:p>
        </p:txBody>
      </p:sp>
      <p:sp>
        <p:nvSpPr>
          <p:cNvPr id="12" name="record-text">
            <a:extLst xmlns:a="http://schemas.openxmlformats.org/drawingml/2006/main">
              <a:ext uri="{FF2B5EF4-FFF2-40B4-BE49-F238E27FC236}">
                <a16:creationId xmlns:a16="http://schemas.microsoft.com/office/drawing/2014/main" id="{07EFC91A-D3A4-4F76-80A8-E88D7902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The final content plus the context and evidence required to understand and verify what happened.</a:t>
            </a:r>
          </a:p>
        </p:txBody>
      </p:sp>
      <p:sp>
        <p:nvSpPr>
          <p:cNvPr id="13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C1336AA1-615D-424A-B607-BA06D9F4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RECORD</a:t>
            </a:r>
          </a:p>
        </p:txBody>
      </p:sp>
      <p:sp>
        <p:nvSpPr>
          <p:cNvPr id="14" name="formula">
            <a:extLst xmlns:a="http://schemas.openxmlformats.org/drawingml/2006/main">
              <a:ext uri="{FF2B5EF4-FFF2-40B4-BE49-F238E27FC236}">
                <a16:creationId xmlns:a16="http://schemas.microsoft.com/office/drawing/2014/main" id="{AC99F0AB-27AA-47B4-8958-205E6A42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078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Document + Identity + Roles + Decisions + Approvals + Trust Events + Audit History + Evidence</a:t>
            </a:r>
          </a:p>
        </p:txBody>
      </p:sp>
      <p:sp>
        <p:nvSpPr>
          <p:cNvPr id="15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E02EC08C-D1B4-422A-98E8-D0900D98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8C702A2C-4F1D-49D8-9E74-3C6F2894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preserves more than the output. It preserves the chain behind the outcome.</a:t>
            </a:r>
          </a:p>
        </p:txBody>
      </p:sp>
    </p:spTree>
    <p:extLst>
      <p:ext uri="{BB962C8B-B14F-4D97-AF65-F5344CB8AC3E}">
        <p14:creationId xmlns:p14="http://schemas.microsoft.com/office/powerpoint/2010/main" val="10332254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16e4fc3604113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F0D94D-B5AA-4365-8EB7-B4957C77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691EEFB-9A1E-4717-91C7-DAA20F17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1F0BFFF-DAAB-4BFF-B844-7422792E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2D871AB4-3B47-4786-B95F-D55C05A0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EAA945-0548-486F-88B3-99D592F3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The Process Ends. The Value of the Record Does Not.</a:t>
            </a:r>
          </a:p>
        </p:txBody>
      </p:sp>
      <p:sp>
        <p:nvSpPr>
          <p:cNvPr id="7" name="flow-1">
            <a:extLst xmlns:a="http://schemas.openxmlformats.org/drawingml/2006/main">
              <a:ext uri="{FF2B5EF4-FFF2-40B4-BE49-F238E27FC236}">
                <a16:creationId xmlns:a16="http://schemas.microsoft.com/office/drawing/2014/main" id="{F538373F-F83C-43C0-B804-5C9B8E2C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203454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889F8F5B-E033-4F58-A947-48DF6B6D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7E328B0A-90DF-4151-A489-C516D41A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8821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10" name="flow-2">
            <a:extLst xmlns:a="http://schemas.openxmlformats.org/drawingml/2006/main">
              <a:ext uri="{FF2B5EF4-FFF2-40B4-BE49-F238E27FC236}">
                <a16:creationId xmlns:a16="http://schemas.microsoft.com/office/drawing/2014/main" id="{32BB3574-F3A2-4480-9F5E-69371E19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140" y="2076450"/>
            <a:ext cx="203454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1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0EFC5B8E-8360-4823-9CF2-102FB308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40" y="21526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2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C93FD1E4-68D5-4741-B70D-63493387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40" y="2333625"/>
            <a:ext cx="18821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Audit</a:t>
            </a:r>
          </a:p>
        </p:txBody>
      </p:sp>
      <p:sp>
        <p:nvSpPr>
          <p:cNvPr id="13" name="flow-3">
            <a:extLst xmlns:a="http://schemas.openxmlformats.org/drawingml/2006/main">
              <a:ext uri="{FF2B5EF4-FFF2-40B4-BE49-F238E27FC236}">
                <a16:creationId xmlns:a16="http://schemas.microsoft.com/office/drawing/2014/main" id="{0781C1EA-75C1-49DE-AE76-FE93407C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2076450"/>
            <a:ext cx="203454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7000FF"/>
            </a:solidFill>
            <a:prstDash val="solid"/>
          </a:ln>
        </p:spPr>
      </p:sp>
      <p:sp>
        <p:nvSpPr>
          <p:cNvPr id="14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16A865B8-4B00-4119-91AC-9B27805E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21526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5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5D42C32A-5CF9-4852-B26A-57CF4219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2333625"/>
            <a:ext cx="18821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Archive</a:t>
            </a:r>
          </a:p>
        </p:txBody>
      </p:sp>
      <p:sp>
        <p:nvSpPr>
          <p:cNvPr id="16" name="flow-4">
            <a:extLst xmlns:a="http://schemas.openxmlformats.org/drawingml/2006/main">
              <a:ext uri="{FF2B5EF4-FFF2-40B4-BE49-F238E27FC236}">
                <a16:creationId xmlns:a16="http://schemas.microsoft.com/office/drawing/2014/main" id="{DEA1C61B-793B-4123-A1B4-57AE334E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020" y="2076450"/>
            <a:ext cx="203454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7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9E8C3802-82B0-4B0D-BD42-1185F1E7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1526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18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792C64CC-EA6C-4006-8CA6-BF97066B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333625"/>
            <a:ext cx="18821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Search</a:t>
            </a:r>
          </a:p>
        </p:txBody>
      </p:sp>
      <p:sp>
        <p:nvSpPr>
          <p:cNvPr id="19" name="flow-5">
            <a:extLst xmlns:a="http://schemas.openxmlformats.org/drawingml/2006/main">
              <a:ext uri="{FF2B5EF4-FFF2-40B4-BE49-F238E27FC236}">
                <a16:creationId xmlns:a16="http://schemas.microsoft.com/office/drawing/2014/main" id="{838B8C5C-3EA2-4EEB-8023-706C7CCA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960" y="2076450"/>
            <a:ext cx="203454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0" name="flow-number-5">
            <a:extLst xmlns:a="http://schemas.openxmlformats.org/drawingml/2006/main">
              <a:ext uri="{FF2B5EF4-FFF2-40B4-BE49-F238E27FC236}">
                <a16:creationId xmlns:a16="http://schemas.microsoft.com/office/drawing/2014/main" id="{1FC508A7-4366-4FA4-8F1E-63F05AD7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526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1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77C23DEE-D56A-4468-B49E-A7D4F96A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33625"/>
            <a:ext cx="18821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Retrieve</a:t>
            </a:r>
          </a:p>
        </p:txBody>
      </p:sp>
      <p:sp>
        <p:nvSpPr>
          <p:cNvPr id="22" name="records-label">
            <a:extLst xmlns:a="http://schemas.openxmlformats.org/drawingml/2006/main">
              <a:ext uri="{FF2B5EF4-FFF2-40B4-BE49-F238E27FC236}">
                <a16:creationId xmlns:a16="http://schemas.microsoft.com/office/drawing/2014/main" id="{906FC479-FE66-439D-BB8F-A48E30A8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RECORDS CAN REMAIN</a:t>
            </a:r>
          </a:p>
        </p:txBody>
      </p:sp>
      <p:sp>
        <p:nvSpPr>
          <p:cNvPr id="23" name="record-state-1">
            <a:extLst xmlns:a="http://schemas.openxmlformats.org/drawingml/2006/main">
              <a:ext uri="{FF2B5EF4-FFF2-40B4-BE49-F238E27FC236}">
                <a16:creationId xmlns:a16="http://schemas.microsoft.com/office/drawing/2014/main" id="{DD1B79D3-4CDA-4257-A06E-521FB9E2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searchable</a:t>
            </a:r>
          </a:p>
        </p:txBody>
      </p:sp>
      <p:sp>
        <p:nvSpPr>
          <p:cNvPr id="24" name="record-state-2">
            <a:extLst xmlns:a="http://schemas.openxmlformats.org/drawingml/2006/main">
              <a:ext uri="{FF2B5EF4-FFF2-40B4-BE49-F238E27FC236}">
                <a16:creationId xmlns:a16="http://schemas.microsoft.com/office/drawing/2014/main" id="{A04D2EC0-1DBB-425F-9F75-44A3BDF3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24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attributable</a:t>
            </a:r>
          </a:p>
        </p:txBody>
      </p:sp>
      <p:sp>
        <p:nvSpPr>
          <p:cNvPr id="25" name="record-state-3">
            <a:extLst xmlns:a="http://schemas.openxmlformats.org/drawingml/2006/main">
              <a:ext uri="{FF2B5EF4-FFF2-40B4-BE49-F238E27FC236}">
                <a16:creationId xmlns:a16="http://schemas.microsoft.com/office/drawing/2014/main" id="{7345BC25-B5E2-4A9F-8BA2-53CD4C78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permission-controlled</a:t>
            </a:r>
          </a:p>
        </p:txBody>
      </p:sp>
      <p:sp>
        <p:nvSpPr>
          <p:cNvPr id="26" name="record-state-4">
            <a:extLst xmlns:a="http://schemas.openxmlformats.org/drawingml/2006/main">
              <a:ext uri="{FF2B5EF4-FFF2-40B4-BE49-F238E27FC236}">
                <a16:creationId xmlns:a16="http://schemas.microsoft.com/office/drawing/2014/main" id="{16080F7D-748C-45E3-A2ED-2711F697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00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auditable</a:t>
            </a:r>
          </a:p>
        </p:txBody>
      </p:sp>
      <p:sp>
        <p:nvSpPr>
          <p:cNvPr id="27" name="record-state-5">
            <a:extLst xmlns:a="http://schemas.openxmlformats.org/drawingml/2006/main">
              <a:ext uri="{FF2B5EF4-FFF2-40B4-BE49-F238E27FC236}">
                <a16:creationId xmlns:a16="http://schemas.microsoft.com/office/drawing/2014/main" id="{09964E8A-CFF8-4948-AFD0-BDC9902D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retrievable</a:t>
            </a:r>
          </a:p>
        </p:txBody>
      </p:sp>
      <p:sp>
        <p:nvSpPr>
          <p:cNvPr id="28" name="record-state-6">
            <a:extLst xmlns:a="http://schemas.openxmlformats.org/drawingml/2006/main">
              <a:ext uri="{FF2B5EF4-FFF2-40B4-BE49-F238E27FC236}">
                <a16:creationId xmlns:a16="http://schemas.microsoft.com/office/drawing/2014/main" id="{DD3FB0DA-FF04-4670-BE25-9E9C196A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connected to original process context</a:t>
            </a:r>
          </a:p>
        </p:txBody>
      </p:sp>
      <p:sp>
        <p:nvSpPr>
          <p:cNvPr id="29" name="archive-role">
            <a:extLst xmlns:a="http://schemas.openxmlformats.org/drawingml/2006/main">
              <a:ext uri="{FF2B5EF4-FFF2-40B4-BE49-F238E27FC236}">
                <a16:creationId xmlns:a16="http://schemas.microsoft.com/office/drawing/2014/main" id="{C23113DF-A9F4-4721-8FE8-DA294B9A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23812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rchive-role-label">
            <a:extLst xmlns:a="http://schemas.openxmlformats.org/drawingml/2006/main">
              <a:ext uri="{FF2B5EF4-FFF2-40B4-BE49-F238E27FC236}">
                <a16:creationId xmlns:a16="http://schemas.microsoft.com/office/drawing/2014/main" id="{CC76A468-D188-48EE-B636-E92ACA62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09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ROLE OF THE ARCHIVE</a:t>
            </a:r>
          </a:p>
        </p:txBody>
      </p:sp>
      <p:sp>
        <p:nvSpPr>
          <p:cNvPr id="31" name="archive-role-text">
            <a:extLst xmlns:a="http://schemas.openxmlformats.org/drawingml/2006/main">
              <a:ext uri="{FF2B5EF4-FFF2-40B4-BE49-F238E27FC236}">
                <a16:creationId xmlns:a16="http://schemas.microsoft.com/office/drawing/2014/main" id="{54E4090D-C799-4723-9B1F-515B2D4F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671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organization's trusted record of what happened.</a:t>
            </a:r>
          </a:p>
        </p:txBody>
      </p:sp>
      <p:sp>
        <p:nvSpPr>
          <p:cNvPr id="32" name="future-bridge">
            <a:extLst xmlns:a="http://schemas.openxmlformats.org/drawingml/2006/main">
              <a:ext uri="{FF2B5EF4-FFF2-40B4-BE49-F238E27FC236}">
                <a16:creationId xmlns:a16="http://schemas.microsoft.com/office/drawing/2014/main" id="{79F18813-0DAA-4FB2-A2FF-F93BCC14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078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Well-governed trusted records also create a stronger foundation for analytics, automation and AI because the underlying context has provenance and evidence.</a:t>
            </a:r>
          </a:p>
        </p:txBody>
      </p:sp>
    </p:spTree>
    <p:extLst>
      <p:ext uri="{BB962C8B-B14F-4D97-AF65-F5344CB8AC3E}">
        <p14:creationId xmlns:p14="http://schemas.microsoft.com/office/powerpoint/2010/main" val="13169983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db796baae4e8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8621CE-80C5-4118-9261-8441954C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23CEA8A-2D87-4915-8202-87C582C4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D9304D4-9731-44D6-A8A0-DC9E0736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725D8EAF-2292-41BB-A162-41BEEBEF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067549-FB5B-456D-BE40-BBA5D4EA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Unified Trust API · Integrations · Automation</a:t>
            </a:r>
          </a:p>
        </p:txBody>
      </p:sp>
      <p:sp>
        <p:nvSpPr>
          <p:cNvPr id="7" name="programmable-intro">
            <a:extLst xmlns:a="http://schemas.openxmlformats.org/drawingml/2006/main">
              <a:ext uri="{FF2B5EF4-FFF2-40B4-BE49-F238E27FC236}">
                <a16:creationId xmlns:a16="http://schemas.microsoft.com/office/drawing/2014/main" id="{9D80CB58-B78E-48A6-B060-063686D3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3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Circularo's trust capabilities should not be confined to users working directly inside Circularo. Enterprise applications and digital services can participate through programmable interfaces.</a:t>
            </a:r>
          </a:p>
        </p:txBody>
      </p:sp>
      <p:sp>
        <p:nvSpPr>
          <p:cNvPr id="8" name="programmable-label-1">
            <a:extLst xmlns:a="http://schemas.openxmlformats.org/drawingml/2006/main">
              <a:ext uri="{FF2B5EF4-FFF2-40B4-BE49-F238E27FC236}">
                <a16:creationId xmlns:a16="http://schemas.microsoft.com/office/drawing/2014/main" id="{EE742CBA-BF37-4735-A145-FABEA051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UNIFIED TRUST API</a:t>
            </a:r>
          </a:p>
        </p:txBody>
      </p:sp>
      <p:sp>
        <p:nvSpPr>
          <p:cNvPr id="9" name="programmable-body-1">
            <a:extLst xmlns:a="http://schemas.openxmlformats.org/drawingml/2006/main">
              <a:ext uri="{FF2B5EF4-FFF2-40B4-BE49-F238E27FC236}">
                <a16:creationId xmlns:a16="http://schemas.microsoft.com/office/drawing/2014/main" id="{52C5712A-DF65-4355-9153-EB2D62C1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Expose governed Circularo capabilities through a common integration layer.</a:t>
            </a:r>
          </a:p>
        </p:txBody>
      </p:sp>
      <p:sp>
        <p:nvSpPr>
          <p:cNvPr id="10" name="programmable-label-2">
            <a:extLst xmlns:a="http://schemas.openxmlformats.org/drawingml/2006/main">
              <a:ext uri="{FF2B5EF4-FFF2-40B4-BE49-F238E27FC236}">
                <a16:creationId xmlns:a16="http://schemas.microsoft.com/office/drawing/2014/main" id="{832B2AFA-F39C-40A7-9E02-B038EA7A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ENTERPRISE INTEGRATIONS</a:t>
            </a:r>
          </a:p>
        </p:txBody>
      </p:sp>
      <p:sp>
        <p:nvSpPr>
          <p:cNvPr id="11" name="programmable-body-2">
            <a:extLst xmlns:a="http://schemas.openxmlformats.org/drawingml/2006/main">
              <a:ext uri="{FF2B5EF4-FFF2-40B4-BE49-F238E27FC236}">
                <a16:creationId xmlns:a16="http://schemas.microsoft.com/office/drawing/2014/main" id="{84D2AB99-028C-48EF-924E-6220662F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Connect business applications, identity systems, trust providers, repositories and enterprise workflows.</a:t>
            </a:r>
          </a:p>
        </p:txBody>
      </p:sp>
      <p:sp>
        <p:nvSpPr>
          <p:cNvPr id="12" name="programmable-label-3">
            <a:extLst xmlns:a="http://schemas.openxmlformats.org/drawingml/2006/main">
              <a:ext uri="{FF2B5EF4-FFF2-40B4-BE49-F238E27FC236}">
                <a16:creationId xmlns:a16="http://schemas.microsoft.com/office/drawing/2014/main" id="{78C85C1D-C96B-4C75-A541-0E787573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AUTOMATION</a:t>
            </a:r>
          </a:p>
        </p:txBody>
      </p:sp>
      <p:sp>
        <p:nvSpPr>
          <p:cNvPr id="13" name="programmable-body-3">
            <a:extLst xmlns:a="http://schemas.openxmlformats.org/drawingml/2006/main">
              <a:ext uri="{FF2B5EF4-FFF2-40B4-BE49-F238E27FC236}">
                <a16:creationId xmlns:a16="http://schemas.microsoft.com/office/drawing/2014/main" id="{F4F1AB48-1BE2-4219-9A60-5EB8EDFE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Initiate and execute repeatable trusted processes without requiring every step to be performed manually.</a:t>
            </a:r>
          </a:p>
        </p:txBody>
      </p:sp>
      <p:sp>
        <p:nvSpPr>
          <p:cNvPr id="14" name="api-layer-1">
            <a:extLst xmlns:a="http://schemas.openxmlformats.org/drawingml/2006/main">
              <a:ext uri="{FF2B5EF4-FFF2-40B4-BE49-F238E27FC236}">
                <a16:creationId xmlns:a16="http://schemas.microsoft.com/office/drawing/2014/main" id="{EED023EF-62BA-4E99-8544-6B87B768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04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api-layer-label-1">
            <a:extLst xmlns:a="http://schemas.openxmlformats.org/drawingml/2006/main">
              <a:ext uri="{FF2B5EF4-FFF2-40B4-BE49-F238E27FC236}">
                <a16:creationId xmlns:a16="http://schemas.microsoft.com/office/drawing/2014/main" id="{C8176722-6FC8-4C70-99B3-C74626A2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CRM / ERP / DMS / Business Application</a:t>
            </a:r>
          </a:p>
        </p:txBody>
      </p:sp>
      <p:sp>
        <p:nvSpPr>
          <p:cNvPr id="16" name="api-layer-2">
            <a:extLst xmlns:a="http://schemas.openxmlformats.org/drawingml/2006/main">
              <a:ext uri="{FF2B5EF4-FFF2-40B4-BE49-F238E27FC236}">
                <a16:creationId xmlns:a16="http://schemas.microsoft.com/office/drawing/2014/main" id="{F879E47B-D6A4-4083-A306-C4D3D9FA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504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api-layer-label-2">
            <a:extLst xmlns:a="http://schemas.openxmlformats.org/drawingml/2006/main">
              <a:ext uri="{FF2B5EF4-FFF2-40B4-BE49-F238E27FC236}">
                <a16:creationId xmlns:a16="http://schemas.microsoft.com/office/drawing/2014/main" id="{01138B00-1997-408A-AC17-AF0E0240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Unified Trust API</a:t>
            </a:r>
          </a:p>
        </p:txBody>
      </p:sp>
      <p:sp>
        <p:nvSpPr>
          <p:cNvPr id="18" name="api-layer-3">
            <a:extLst xmlns:a="http://schemas.openxmlformats.org/drawingml/2006/main">
              <a:ext uri="{FF2B5EF4-FFF2-40B4-BE49-F238E27FC236}">
                <a16:creationId xmlns:a16="http://schemas.microsoft.com/office/drawing/2014/main" id="{1E34AF40-E067-4DB2-9FC9-B1BED615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api-layer-label-3">
            <a:extLst xmlns:a="http://schemas.openxmlformats.org/drawingml/2006/main">
              <a:ext uri="{FF2B5EF4-FFF2-40B4-BE49-F238E27FC236}">
                <a16:creationId xmlns:a16="http://schemas.microsoft.com/office/drawing/2014/main" id="{A94CC00D-BC63-47ED-9A2A-0AC85FE3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Workflow · Approval · Identity · Signing · Sealing · Trust Services · Evidence</a:t>
            </a:r>
          </a:p>
        </p:txBody>
      </p:sp>
      <p:sp>
        <p:nvSpPr>
          <p:cNvPr id="20" name="api-layer-4">
            <a:extLst xmlns:a="http://schemas.openxmlformats.org/drawingml/2006/main">
              <a:ext uri="{FF2B5EF4-FFF2-40B4-BE49-F238E27FC236}">
                <a16:creationId xmlns:a16="http://schemas.microsoft.com/office/drawing/2014/main" id="{02318532-5D7D-4113-B185-E69EE9FE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504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1" name="api-layer-label-4">
            <a:extLst xmlns:a="http://schemas.openxmlformats.org/drawingml/2006/main">
              <a:ext uri="{FF2B5EF4-FFF2-40B4-BE49-F238E27FC236}">
                <a16:creationId xmlns:a16="http://schemas.microsoft.com/office/drawing/2014/main" id="{DE7466B6-2A41-4221-B08A-5FDE375E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Outcome + Evidence</a:t>
            </a:r>
          </a:p>
        </p:txBody>
      </p:sp>
      <p:sp>
        <p:nvSpPr>
          <p:cNvPr id="22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703C6A39-31A4-4B89-9648-C1C51C9B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keaway">
            <a:extLst xmlns:a="http://schemas.openxmlformats.org/drawingml/2006/main">
              <a:ext uri="{FF2B5EF4-FFF2-40B4-BE49-F238E27FC236}">
                <a16:creationId xmlns:a16="http://schemas.microsoft.com/office/drawing/2014/main" id="{3DFCCBF0-20D8-4692-9BD6-4C7EAB06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makes trust programmable without disconnecting execution from governance and evidence.</a:t>
            </a:r>
          </a:p>
        </p:txBody>
      </p:sp>
    </p:spTree>
    <p:extLst>
      <p:ext uri="{BB962C8B-B14F-4D97-AF65-F5344CB8AC3E}">
        <p14:creationId xmlns:p14="http://schemas.microsoft.com/office/powerpoint/2010/main" val="13355928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7e4c6d681420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0C4B4F-9C20-4C93-8EC0-EA573057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C8949BA-7748-48D5-9C0C-2B481F0D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44FCF31-1472-49DD-9FCD-E6B64010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B63D4E7E-7FA4-4CD8-AE78-19C3B467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2ADD76-85A4-4126-ABD7-385E8C5B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Built for People Today — Ready for Applications, Automation and AI</a:t>
            </a:r>
          </a:p>
        </p:txBody>
      </p:sp>
      <p:sp>
        <p:nvSpPr>
          <p:cNvPr id="7" name="flow-1">
            <a:extLst xmlns:a="http://schemas.openxmlformats.org/drawingml/2006/main">
              <a:ext uri="{FF2B5EF4-FFF2-40B4-BE49-F238E27FC236}">
                <a16:creationId xmlns:a16="http://schemas.microsoft.com/office/drawing/2014/main" id="{A337497B-5E00-4D8E-8D48-FA088950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25812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ADE24319-439D-47BD-BC79-BD8145E7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BFC3F357-54CF-4C75-BBF4-4440CCCB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Human-operated</a:t>
            </a:r>
          </a:p>
        </p:txBody>
      </p:sp>
      <p:sp>
        <p:nvSpPr>
          <p:cNvPr id="10" name="flow-2">
            <a:extLst xmlns:a="http://schemas.openxmlformats.org/drawingml/2006/main">
              <a:ext uri="{FF2B5EF4-FFF2-40B4-BE49-F238E27FC236}">
                <a16:creationId xmlns:a16="http://schemas.microsoft.com/office/drawing/2014/main" id="{B48CD72C-C7B5-4407-BAC8-BFF5BD4D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66950"/>
            <a:ext cx="25812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1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FE737066-2B68-4E8B-9477-AAA9BCB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4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2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3DAFB07D-DBFB-41F9-9604-023A3C40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2412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Integrated</a:t>
            </a:r>
          </a:p>
        </p:txBody>
      </p:sp>
      <p:sp>
        <p:nvSpPr>
          <p:cNvPr id="13" name="flow-3">
            <a:extLst xmlns:a="http://schemas.openxmlformats.org/drawingml/2006/main">
              <a:ext uri="{FF2B5EF4-FFF2-40B4-BE49-F238E27FC236}">
                <a16:creationId xmlns:a16="http://schemas.microsoft.com/office/drawing/2014/main" id="{0DE01FFB-EB44-4341-A87C-8C00E7DB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66950"/>
            <a:ext cx="25812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0C121AAB-D091-40A7-8601-01EB8BF7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4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5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49F118EE-483F-40DB-83CF-60810FA4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2412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Automated</a:t>
            </a:r>
          </a:p>
        </p:txBody>
      </p:sp>
      <p:sp>
        <p:nvSpPr>
          <p:cNvPr id="16" name="flow-4">
            <a:extLst xmlns:a="http://schemas.openxmlformats.org/drawingml/2006/main">
              <a:ext uri="{FF2B5EF4-FFF2-40B4-BE49-F238E27FC236}">
                <a16:creationId xmlns:a16="http://schemas.microsoft.com/office/drawing/2014/main" id="{D6E01AEC-72E2-4D59-8FCE-FF845799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66950"/>
            <a:ext cx="25812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7000FF"/>
            </a:solidFill>
            <a:prstDash val="solid"/>
          </a:ln>
        </p:spPr>
      </p:sp>
      <p:sp>
        <p:nvSpPr>
          <p:cNvPr id="17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DD394617-8DC1-4CD8-817A-96F67D65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4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18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22B3F187-F9A0-4CEC-8CAB-261C107A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2412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AI-assisted</a:t>
            </a:r>
          </a:p>
        </p:txBody>
      </p:sp>
      <p:sp>
        <p:nvSpPr>
          <p:cNvPr id="19" name="ai-architecture">
            <a:extLst xmlns:a="http://schemas.openxmlformats.org/drawingml/2006/main">
              <a:ext uri="{FF2B5EF4-FFF2-40B4-BE49-F238E27FC236}">
                <a16:creationId xmlns:a16="http://schemas.microsoft.com/office/drawing/2014/main" id="{434758F6-F63D-4E20-A42D-B381B07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same trust capabilities can be exposed to applications, integrations and automation through the Unified Trust API.</a:t>
            </a:r>
          </a:p>
        </p:txBody>
      </p:sp>
      <p:sp>
        <p:nvSpPr>
          <p:cNvPr id="20" name="ai-can-label">
            <a:extLst xmlns:a="http://schemas.openxmlformats.org/drawingml/2006/main">
              <a:ext uri="{FF2B5EF4-FFF2-40B4-BE49-F238E27FC236}">
                <a16:creationId xmlns:a16="http://schemas.microsoft.com/office/drawing/2014/main" id="{2185C8C6-FAC0-4AC5-8462-9892F473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 FOUNDATION FOR FUTURE AI-DRIVEN OPERATIONS</a:t>
            </a:r>
          </a:p>
        </p:txBody>
      </p:sp>
      <p:sp>
        <p:nvSpPr>
          <p:cNvPr id="21" name="ai-mark-1">
            <a:extLst xmlns:a="http://schemas.openxmlformats.org/drawingml/2006/main">
              <a:ext uri="{FF2B5EF4-FFF2-40B4-BE49-F238E27FC236}">
                <a16:creationId xmlns:a16="http://schemas.microsoft.com/office/drawing/2014/main" id="{8A3D0639-2EDC-45A4-B415-B07CED1A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i-item-1">
            <a:extLst xmlns:a="http://schemas.openxmlformats.org/drawingml/2006/main">
              <a:ext uri="{FF2B5EF4-FFF2-40B4-BE49-F238E27FC236}">
                <a16:creationId xmlns:a16="http://schemas.microsoft.com/office/drawing/2014/main" id="{9A643ACF-EC29-4C77-A1C9-8B57763A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prepare content</a:t>
            </a:r>
          </a:p>
        </p:txBody>
      </p:sp>
      <p:sp>
        <p:nvSpPr>
          <p:cNvPr id="23" name="ai-mark-2">
            <a:extLst xmlns:a="http://schemas.openxmlformats.org/drawingml/2006/main">
              <a:ext uri="{FF2B5EF4-FFF2-40B4-BE49-F238E27FC236}">
                <a16:creationId xmlns:a16="http://schemas.microsoft.com/office/drawing/2014/main" id="{0F57DB38-5D47-435E-9AA7-DD215299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957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i-item-2">
            <a:extLst xmlns:a="http://schemas.openxmlformats.org/drawingml/2006/main">
              <a:ext uri="{FF2B5EF4-FFF2-40B4-BE49-F238E27FC236}">
                <a16:creationId xmlns:a16="http://schemas.microsoft.com/office/drawing/2014/main" id="{3028E1D3-001D-4152-86C8-320836F5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extract or analyse information</a:t>
            </a:r>
          </a:p>
        </p:txBody>
      </p:sp>
      <p:sp>
        <p:nvSpPr>
          <p:cNvPr id="25" name="ai-mark-3">
            <a:extLst xmlns:a="http://schemas.openxmlformats.org/drawingml/2006/main">
              <a:ext uri="{FF2B5EF4-FFF2-40B4-BE49-F238E27FC236}">
                <a16:creationId xmlns:a16="http://schemas.microsoft.com/office/drawing/2014/main" id="{C73429F2-86CA-4249-B52B-DD021334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i-item-3">
            <a:extLst xmlns:a="http://schemas.openxmlformats.org/drawingml/2006/main">
              <a:ext uri="{FF2B5EF4-FFF2-40B4-BE49-F238E27FC236}">
                <a16:creationId xmlns:a16="http://schemas.microsoft.com/office/drawing/2014/main" id="{32F73944-F60D-4CA0-BCA4-EF591297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initiate permitted workflows</a:t>
            </a:r>
          </a:p>
        </p:txBody>
      </p:sp>
      <p:sp>
        <p:nvSpPr>
          <p:cNvPr id="27" name="ai-mark-4">
            <a:extLst xmlns:a="http://schemas.openxmlformats.org/drawingml/2006/main">
              <a:ext uri="{FF2B5EF4-FFF2-40B4-BE49-F238E27FC236}">
                <a16:creationId xmlns:a16="http://schemas.microsoft.com/office/drawing/2014/main" id="{45CECFDA-4DFC-4921-AFD6-D0D381E7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529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i-item-4">
            <a:extLst xmlns:a="http://schemas.openxmlformats.org/drawingml/2006/main">
              <a:ext uri="{FF2B5EF4-FFF2-40B4-BE49-F238E27FC236}">
                <a16:creationId xmlns:a16="http://schemas.microsoft.com/office/drawing/2014/main" id="{F903BD76-7F75-4A36-9782-5EB92A93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291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request human approval</a:t>
            </a:r>
          </a:p>
        </p:txBody>
      </p:sp>
      <p:sp>
        <p:nvSpPr>
          <p:cNvPr id="29" name="ai-mark-5">
            <a:extLst xmlns:a="http://schemas.openxmlformats.org/drawingml/2006/main">
              <a:ext uri="{FF2B5EF4-FFF2-40B4-BE49-F238E27FC236}">
                <a16:creationId xmlns:a16="http://schemas.microsoft.com/office/drawing/2014/main" id="{F0BE9A96-4600-4EB8-9B3D-B311B85F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01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i-item-5">
            <a:extLst xmlns:a="http://schemas.openxmlformats.org/drawingml/2006/main">
              <a:ext uri="{FF2B5EF4-FFF2-40B4-BE49-F238E27FC236}">
                <a16:creationId xmlns:a16="http://schemas.microsoft.com/office/drawing/2014/main" id="{F119150B-D75A-408F-B892-F89EB113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invoke permitted services through integrations</a:t>
            </a:r>
          </a:p>
        </p:txBody>
      </p:sp>
      <p:sp>
        <p:nvSpPr>
          <p:cNvPr id="31" name="ai-mark-6">
            <a:extLst xmlns:a="http://schemas.openxmlformats.org/drawingml/2006/main">
              <a:ext uri="{FF2B5EF4-FFF2-40B4-BE49-F238E27FC236}">
                <a16:creationId xmlns:a16="http://schemas.microsoft.com/office/drawing/2014/main" id="{5734BB18-6C41-4D40-BF59-AB268C82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01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i-item-6">
            <a:extLst xmlns:a="http://schemas.openxmlformats.org/drawingml/2006/main">
              <a:ext uri="{FF2B5EF4-FFF2-40B4-BE49-F238E27FC236}">
                <a16:creationId xmlns:a16="http://schemas.microsoft.com/office/drawing/2014/main" id="{5BF3FE4D-56C5-44E2-9ABE-1646F3F2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863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operate within processes that retain evidence and auditability</a:t>
            </a:r>
          </a:p>
        </p:txBody>
      </p:sp>
      <p:sp>
        <p:nvSpPr>
          <p:cNvPr id="33" name="ai-distinction">
            <a:extLst xmlns:a="http://schemas.openxmlformats.org/drawingml/2006/main">
              <a:ext uri="{FF2B5EF4-FFF2-40B4-BE49-F238E27FC236}">
                <a16:creationId xmlns:a16="http://schemas.microsoft.com/office/drawing/2014/main" id="{54910AD9-F432-4973-A1B0-0AFFA3AC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10782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i-distinction-text">
            <a:extLst xmlns:a="http://schemas.openxmlformats.org/drawingml/2006/main">
              <a:ext uri="{FF2B5EF4-FFF2-40B4-BE49-F238E27FC236}">
                <a16:creationId xmlns:a16="http://schemas.microsoft.com/office/drawing/2014/main" id="{498CB94D-80E2-48A2-859D-8FF4C0B0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 readiness is an extension of the platform architecture, not the primary SaaS story. Customer-facing claims must reflect approved current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9409054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29c41f7eb466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F3F5DF-A509-47B2-A051-A21A1BB2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D8ABE40-670E-4D46-8456-77608891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8C5A958-203A-4AC1-B5FD-D6DD03A0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EE818A11-6844-4B3F-8F90-1F9C3783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185818-819C-4B60-A303-6D279DDD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From Point Solutions to an End-to-End Trust Platform</a:t>
            </a:r>
          </a:p>
        </p:txBody>
      </p:sp>
      <p:sp>
        <p:nvSpPr>
          <p:cNvPr id="7" name="fragmented-label">
            <a:extLst xmlns:a="http://schemas.openxmlformats.org/drawingml/2006/main">
              <a:ext uri="{FF2B5EF4-FFF2-40B4-BE49-F238E27FC236}">
                <a16:creationId xmlns:a16="http://schemas.microsoft.com/office/drawing/2014/main" id="{6FFCE383-BEFB-4F4D-9706-71C48F62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FRAGMENTED APPROACH</a:t>
            </a:r>
          </a:p>
        </p:txBody>
      </p:sp>
      <p:sp>
        <p:nvSpPr>
          <p:cNvPr id="8" name="circularo-label">
            <a:extLst xmlns:a="http://schemas.openxmlformats.org/drawingml/2006/main">
              <a:ext uri="{FF2B5EF4-FFF2-40B4-BE49-F238E27FC236}">
                <a16:creationId xmlns:a16="http://schemas.microsoft.com/office/drawing/2014/main" id="{03DF691C-72F2-4031-95F9-4BF3F2FA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9" name="fragmented-1">
            <a:extLst xmlns:a="http://schemas.openxmlformats.org/drawingml/2006/main">
              <a:ext uri="{FF2B5EF4-FFF2-40B4-BE49-F238E27FC236}">
                <a16:creationId xmlns:a16="http://schemas.microsoft.com/office/drawing/2014/main" id="{B045877B-2158-49CF-904C-9A322987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Content</a:t>
            </a:r>
          </a:p>
        </p:txBody>
      </p:sp>
      <p:sp>
        <p:nvSpPr>
          <p:cNvPr id="10" name="fragmented-drop-1">
            <a:extLst xmlns:a="http://schemas.openxmlformats.org/drawingml/2006/main">
              <a:ext uri="{FF2B5EF4-FFF2-40B4-BE49-F238E27FC236}">
                <a16:creationId xmlns:a16="http://schemas.microsoft.com/office/drawing/2014/main" id="{FD978DE9-720F-4AEE-B519-1CBF96E4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ragmented-2">
            <a:extLst xmlns:a="http://schemas.openxmlformats.org/drawingml/2006/main">
              <a:ext uri="{FF2B5EF4-FFF2-40B4-BE49-F238E27FC236}">
                <a16:creationId xmlns:a16="http://schemas.microsoft.com/office/drawing/2014/main" id="{65883F80-1D32-48FB-97E7-E89BFEA3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Collaboration tool</a:t>
            </a:r>
          </a:p>
        </p:txBody>
      </p:sp>
      <p:sp>
        <p:nvSpPr>
          <p:cNvPr id="12" name="fragmented-drop-2">
            <a:extLst xmlns:a="http://schemas.openxmlformats.org/drawingml/2006/main">
              <a:ext uri="{FF2B5EF4-FFF2-40B4-BE49-F238E27FC236}">
                <a16:creationId xmlns:a16="http://schemas.microsoft.com/office/drawing/2014/main" id="{9CE48AF2-A46D-432B-A94E-0A1492DC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285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ragmented-3">
            <a:extLst xmlns:a="http://schemas.openxmlformats.org/drawingml/2006/main">
              <a:ext uri="{FF2B5EF4-FFF2-40B4-BE49-F238E27FC236}">
                <a16:creationId xmlns:a16="http://schemas.microsoft.com/office/drawing/2014/main" id="{04CD4956-7274-457D-954F-36BD9469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 / approval tool</a:t>
            </a:r>
          </a:p>
        </p:txBody>
      </p:sp>
      <p:sp>
        <p:nvSpPr>
          <p:cNvPr id="14" name="fragmented-drop-3">
            <a:extLst xmlns:a="http://schemas.openxmlformats.org/drawingml/2006/main">
              <a:ext uri="{FF2B5EF4-FFF2-40B4-BE49-F238E27FC236}">
                <a16:creationId xmlns:a16="http://schemas.microsoft.com/office/drawing/2014/main" id="{29E1783A-F2A3-470F-BA28-598340F1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85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ragmented-4">
            <a:extLst xmlns:a="http://schemas.openxmlformats.org/drawingml/2006/main">
              <a:ext uri="{FF2B5EF4-FFF2-40B4-BE49-F238E27FC236}">
                <a16:creationId xmlns:a16="http://schemas.microsoft.com/office/drawing/2014/main" id="{08CB9468-0FDD-481E-9392-839E2CF4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eSignature platform</a:t>
            </a:r>
          </a:p>
        </p:txBody>
      </p:sp>
      <p:sp>
        <p:nvSpPr>
          <p:cNvPr id="16" name="fragmented-drop-4">
            <a:extLst xmlns:a="http://schemas.openxmlformats.org/drawingml/2006/main">
              <a:ext uri="{FF2B5EF4-FFF2-40B4-BE49-F238E27FC236}">
                <a16:creationId xmlns:a16="http://schemas.microsoft.com/office/drawing/2014/main" id="{D8C93FFC-62AA-40A4-8B5B-9517AD0A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285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ragmented-5">
            <a:extLst xmlns:a="http://schemas.openxmlformats.org/drawingml/2006/main">
              <a:ext uri="{FF2B5EF4-FFF2-40B4-BE49-F238E27FC236}">
                <a16:creationId xmlns:a16="http://schemas.microsoft.com/office/drawing/2014/main" id="{DB3EDC4B-4868-4E7C-B9F6-B2A2BAEE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Storage</a:t>
            </a:r>
          </a:p>
        </p:txBody>
      </p:sp>
      <p:sp>
        <p:nvSpPr>
          <p:cNvPr id="18" name="fragmented-drop-5">
            <a:extLst xmlns:a="http://schemas.openxmlformats.org/drawingml/2006/main">
              <a:ext uri="{FF2B5EF4-FFF2-40B4-BE49-F238E27FC236}">
                <a16:creationId xmlns:a16="http://schemas.microsoft.com/office/drawing/2014/main" id="{26349EE9-D91E-44F5-A6CC-5A3918CF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285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ragmented-6">
            <a:extLst xmlns:a="http://schemas.openxmlformats.org/drawingml/2006/main">
              <a:ext uri="{FF2B5EF4-FFF2-40B4-BE49-F238E27FC236}">
                <a16:creationId xmlns:a16="http://schemas.microsoft.com/office/drawing/2014/main" id="{9E234EB8-2D1B-4A88-94F4-2C16B832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82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Separate audit fragments</a:t>
            </a:r>
          </a:p>
        </p:txBody>
      </p:sp>
      <p:sp>
        <p:nvSpPr>
          <p:cNvPr id="20" name="fragmented-result">
            <a:extLst xmlns:a="http://schemas.openxmlformats.org/drawingml/2006/main">
              <a:ext uri="{FF2B5EF4-FFF2-40B4-BE49-F238E27FC236}">
                <a16:creationId xmlns:a16="http://schemas.microsoft.com/office/drawing/2014/main" id="{12379ED7-25BF-4051-AF7E-B6CFF2C8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Result: fragmented context, fragmented accountability, fragmented evidence.</a:t>
            </a:r>
          </a:p>
        </p:txBody>
      </p:sp>
      <p:sp>
        <p:nvSpPr>
          <p:cNvPr id="21" name="flow-1">
            <a:extLst xmlns:a="http://schemas.openxmlformats.org/drawingml/2006/main">
              <a:ext uri="{FF2B5EF4-FFF2-40B4-BE49-F238E27FC236}">
                <a16:creationId xmlns:a16="http://schemas.microsoft.com/office/drawing/2014/main" id="{53122D57-4060-4C8A-A32D-E5FA73F2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1525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2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930E84A1-2499-410A-8678-344B8585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384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23" name="flow-2">
            <a:extLst xmlns:a="http://schemas.openxmlformats.org/drawingml/2006/main">
              <a:ext uri="{FF2B5EF4-FFF2-40B4-BE49-F238E27FC236}">
                <a16:creationId xmlns:a16="http://schemas.microsoft.com/office/drawing/2014/main" id="{1C35CEB2-C22A-4BA3-A65A-ABDA42AF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57450"/>
            <a:ext cx="11525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4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513881C1-C141-465E-AF2B-A460F175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384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Collaborate</a:t>
            </a:r>
          </a:p>
        </p:txBody>
      </p:sp>
      <p:sp>
        <p:nvSpPr>
          <p:cNvPr id="25" name="flow-3">
            <a:extLst xmlns:a="http://schemas.openxmlformats.org/drawingml/2006/main">
              <a:ext uri="{FF2B5EF4-FFF2-40B4-BE49-F238E27FC236}">
                <a16:creationId xmlns:a16="http://schemas.microsoft.com/office/drawing/2014/main" id="{4A546A52-88FD-4A5C-9885-180F0C30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57450"/>
            <a:ext cx="11525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6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9E60FC55-FF9E-4152-BA03-7BAFA45E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27" name="flow-4">
            <a:extLst xmlns:a="http://schemas.openxmlformats.org/drawingml/2006/main">
              <a:ext uri="{FF2B5EF4-FFF2-40B4-BE49-F238E27FC236}">
                <a16:creationId xmlns:a16="http://schemas.microsoft.com/office/drawing/2014/main" id="{3CF7E810-924E-4113-86F8-3EB88814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457450"/>
            <a:ext cx="11525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8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0E812749-EB2E-44BB-BA6C-01203A9B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6384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29" name="flow-1">
            <a:extLst xmlns:a="http://schemas.openxmlformats.org/drawingml/2006/main">
              <a:ext uri="{FF2B5EF4-FFF2-40B4-BE49-F238E27FC236}">
                <a16:creationId xmlns:a16="http://schemas.microsoft.com/office/drawing/2014/main" id="{294B5431-1E59-413F-BE2A-B19808AA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11525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30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27A2357D-EA1D-4811-ADB8-3FA2DFC0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04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</a:t>
            </a:r>
          </a:p>
        </p:txBody>
      </p:sp>
      <p:sp>
        <p:nvSpPr>
          <p:cNvPr id="31" name="flow-2">
            <a:extLst xmlns:a="http://schemas.openxmlformats.org/drawingml/2006/main">
              <a:ext uri="{FF2B5EF4-FFF2-40B4-BE49-F238E27FC236}">
                <a16:creationId xmlns:a16="http://schemas.microsoft.com/office/drawing/2014/main" id="{8327B775-E8B5-48E3-A33E-96C74CFE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19450"/>
            <a:ext cx="11525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7000FF"/>
            </a:solidFill>
            <a:prstDash val="solid"/>
          </a:ln>
        </p:spPr>
      </p:sp>
      <p:sp>
        <p:nvSpPr>
          <p:cNvPr id="32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0E7C6AB3-043B-49C7-B199-8A9D4FFC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004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Execute</a:t>
            </a:r>
          </a:p>
        </p:txBody>
      </p:sp>
      <p:sp>
        <p:nvSpPr>
          <p:cNvPr id="33" name="flow-3">
            <a:extLst xmlns:a="http://schemas.openxmlformats.org/drawingml/2006/main">
              <a:ext uri="{FF2B5EF4-FFF2-40B4-BE49-F238E27FC236}">
                <a16:creationId xmlns:a16="http://schemas.microsoft.com/office/drawing/2014/main" id="{61522450-2A55-4FFC-A127-8164B68C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19450"/>
            <a:ext cx="11525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34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9FA83E2C-22C2-4DA2-94B2-9D081AA7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35" name="flow-4">
            <a:extLst xmlns:a="http://schemas.openxmlformats.org/drawingml/2006/main">
              <a:ext uri="{FF2B5EF4-FFF2-40B4-BE49-F238E27FC236}">
                <a16:creationId xmlns:a16="http://schemas.microsoft.com/office/drawing/2014/main" id="{DA30CE07-8A0A-44DF-9772-498FA7D1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219450"/>
            <a:ext cx="11525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36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26EBF0C0-9948-4C31-A53E-5AC275EE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4004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Record</a:t>
            </a:r>
          </a:p>
        </p:txBody>
      </p:sp>
      <p:sp>
        <p:nvSpPr>
          <p:cNvPr id="37" name="connected-label">
            <a:extLst xmlns:a="http://schemas.openxmlformats.org/drawingml/2006/main">
              <a:ext uri="{FF2B5EF4-FFF2-40B4-BE49-F238E27FC236}">
                <a16:creationId xmlns:a16="http://schemas.microsoft.com/office/drawing/2014/main" id="{E4933236-6355-4CCD-9145-A5E3455A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767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CONNECTED THROUGH</a:t>
            </a:r>
          </a:p>
        </p:txBody>
      </p:sp>
      <p:sp>
        <p:nvSpPr>
          <p:cNvPr id="38" name="connected-items">
            <a:extLst xmlns:a="http://schemas.openxmlformats.org/drawingml/2006/main">
              <a:ext uri="{FF2B5EF4-FFF2-40B4-BE49-F238E27FC236}">
                <a16:creationId xmlns:a16="http://schemas.microsoft.com/office/drawing/2014/main" id="{FB344E67-60B9-4BD6-8AB3-75BD34D1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5067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18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Content + Identity + Authority + Workflow + Trust Services + Evidence + Unified Trust API</a:t>
            </a:r>
          </a:p>
        </p:txBody>
      </p:sp>
      <p:sp>
        <p:nvSpPr>
          <p:cNvPr id="39" name="connected-result">
            <a:extLst xmlns:a="http://schemas.openxmlformats.org/drawingml/2006/main">
              <a:ext uri="{FF2B5EF4-FFF2-40B4-BE49-F238E27FC236}">
                <a16:creationId xmlns:a16="http://schemas.microsoft.com/office/drawing/2014/main" id="{D74A454D-748E-4505-84C7-EB28BA5D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00650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Result: a continuous, governed and verifiable process.</a:t>
            </a:r>
          </a:p>
        </p:txBody>
      </p:sp>
    </p:spTree>
    <p:extLst>
      <p:ext uri="{BB962C8B-B14F-4D97-AF65-F5344CB8AC3E}">
        <p14:creationId xmlns:p14="http://schemas.microsoft.com/office/powerpoint/2010/main" val="16014194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d1a9ce2e5484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9B7C71-2A3F-41BC-BE38-935E3866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65EB2F6-680B-45DC-BD30-154571BB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C261E55-A6FC-41EC-958D-C83FD532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 ·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AC3B60DB-7526-4320-ACB6-16F8FEAE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6655046E-88B6-4F49-8581-099D190C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ONE PLATFORM. ONE CONTINUOUS EVIDENCE CHAIN.</a:t>
            </a:r>
          </a:p>
        </p:txBody>
      </p:sp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BE64B77-439A-443B-AA2D-8BA649C8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5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SaaS</a:t>
            </a:r>
          </a:p>
        </p:txBody>
      </p:sp>
      <p:sp>
        <p:nvSpPr>
          <p:cNvPr id="8" name="close-proposition">
            <a:extLst xmlns:a="http://schemas.openxmlformats.org/drawingml/2006/main">
              <a:ext uri="{FF2B5EF4-FFF2-40B4-BE49-F238E27FC236}">
                <a16:creationId xmlns:a16="http://schemas.microsoft.com/office/drawing/2014/main" id="{51699F5B-B5E5-486F-AA40-C15467AC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SaaS connects content, collaboration, identity, workflow, approval, digital signatures, trust services, evidence and trusted records within one end-to-end platform.</a:t>
            </a:r>
          </a:p>
        </p:txBody>
      </p:sp>
      <p:sp>
        <p:nvSpPr>
          <p:cNvPr id="9" name="close-context">
            <a:extLst xmlns:a="http://schemas.openxmlformats.org/drawingml/2006/main">
              <a:ext uri="{FF2B5EF4-FFF2-40B4-BE49-F238E27FC236}">
                <a16:creationId xmlns:a16="http://schemas.microsoft.com/office/drawing/2014/main" id="{DCDE8CC4-9B50-414B-AF98-3AA73E87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From the moment trusted content is created to the moment the resulting record is archived and retrieved, Circularo helps maintain the context required to understand and verify what happened.</a:t>
            </a:r>
          </a:p>
        </p:txBody>
      </p:sp>
      <p:sp>
        <p:nvSpPr>
          <p:cNvPr id="10" name="close-step-1-shape">
            <a:extLst xmlns:a="http://schemas.openxmlformats.org/drawingml/2006/main">
              <a:ext uri="{FF2B5EF4-FFF2-40B4-BE49-F238E27FC236}">
                <a16:creationId xmlns:a16="http://schemas.microsoft.com/office/drawing/2014/main" id="{4D83490A-78C6-43CA-91FF-7BA6E1DE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287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19050">
            <a:solidFill>
              <a:srgbClr val="6E51DA"/>
            </a:solidFill>
            <a:prstDash val="solid"/>
          </a:ln>
        </p:spPr>
      </p:sp>
      <p:sp>
        <p:nvSpPr>
          <p:cNvPr id="11" name="close-step-1-text">
            <a:extLst xmlns:a="http://schemas.openxmlformats.org/drawingml/2006/main">
              <a:ext uri="{FF2B5EF4-FFF2-40B4-BE49-F238E27FC236}">
                <a16:creationId xmlns:a16="http://schemas.microsoft.com/office/drawing/2014/main" id="{10860583-14A2-4DE4-96D7-19FEDB3D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2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3AFC262-6CEF-4DC6-8656-40DCD334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1447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3" name="close-step-2-shape">
            <a:extLst xmlns:a="http://schemas.openxmlformats.org/drawingml/2006/main">
              <a:ext uri="{FF2B5EF4-FFF2-40B4-BE49-F238E27FC236}">
                <a16:creationId xmlns:a16="http://schemas.microsoft.com/office/drawing/2014/main" id="{D4CEBD60-EF3C-4FD9-A499-97F92B77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574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19050">
            <a:solidFill>
              <a:srgbClr val="6E51DA"/>
            </a:solidFill>
            <a:prstDash val="solid"/>
          </a:ln>
        </p:spPr>
      </p:sp>
      <p:sp>
        <p:nvSpPr>
          <p:cNvPr id="14" name="close-step-2-text">
            <a:extLst xmlns:a="http://schemas.openxmlformats.org/drawingml/2006/main">
              <a:ext uri="{FF2B5EF4-FFF2-40B4-BE49-F238E27FC236}">
                <a16:creationId xmlns:a16="http://schemas.microsoft.com/office/drawing/2014/main" id="{6944D78E-F093-4D7A-B2FA-69734129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52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5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4B494B72-DF21-4106-ACA7-E071E63E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431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COLLABORATE</a:t>
            </a:r>
          </a:p>
        </p:txBody>
      </p:sp>
      <p:sp>
        <p:nvSpPr>
          <p:cNvPr id="16" name="close-step-3-shape">
            <a:extLst xmlns:a="http://schemas.openxmlformats.org/drawingml/2006/main">
              <a:ext uri="{FF2B5EF4-FFF2-40B4-BE49-F238E27FC236}">
                <a16:creationId xmlns:a16="http://schemas.microsoft.com/office/drawing/2014/main" id="{88EADC1C-03E6-449B-B7E1-9439DD8C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19050">
            <a:solidFill>
              <a:srgbClr val="6E51DA"/>
            </a:solidFill>
            <a:prstDash val="solid"/>
          </a:ln>
        </p:spPr>
      </p:sp>
      <p:sp>
        <p:nvSpPr>
          <p:cNvPr id="17" name="close-step-3-text">
            <a:extLst xmlns:a="http://schemas.openxmlformats.org/drawingml/2006/main">
              <a:ext uri="{FF2B5EF4-FFF2-40B4-BE49-F238E27FC236}">
                <a16:creationId xmlns:a16="http://schemas.microsoft.com/office/drawing/2014/main" id="{40149A43-2592-4DA6-A328-2568B83A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close-label-3">
            <a:extLst xmlns:a="http://schemas.openxmlformats.org/drawingml/2006/main">
              <a:ext uri="{FF2B5EF4-FFF2-40B4-BE49-F238E27FC236}">
                <a16:creationId xmlns:a16="http://schemas.microsoft.com/office/drawing/2014/main" id="{CDB4C82C-A95E-4876-9A94-8AD9D53E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7177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19" name="close-step-4-shape">
            <a:extLst xmlns:a="http://schemas.openxmlformats.org/drawingml/2006/main">
              <a:ext uri="{FF2B5EF4-FFF2-40B4-BE49-F238E27FC236}">
                <a16:creationId xmlns:a16="http://schemas.microsoft.com/office/drawing/2014/main" id="{5B12EC3B-E842-4194-B095-A6952EB3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147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19050">
            <a:solidFill>
              <a:srgbClr val="6E51DA"/>
            </a:solidFill>
            <a:prstDash val="solid"/>
          </a:ln>
        </p:spPr>
      </p:sp>
      <p:sp>
        <p:nvSpPr>
          <p:cNvPr id="20" name="close-step-4-text">
            <a:extLst xmlns:a="http://schemas.openxmlformats.org/drawingml/2006/main">
              <a:ext uri="{FF2B5EF4-FFF2-40B4-BE49-F238E27FC236}">
                <a16:creationId xmlns:a16="http://schemas.microsoft.com/office/drawing/2014/main" id="{BEA72E90-8165-48FD-8362-5BD8CC7F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09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1" name="close-label-4">
            <a:extLst xmlns:a="http://schemas.openxmlformats.org/drawingml/2006/main">
              <a:ext uri="{FF2B5EF4-FFF2-40B4-BE49-F238E27FC236}">
                <a16:creationId xmlns:a16="http://schemas.microsoft.com/office/drawing/2014/main" id="{65104855-94B3-4442-AB9A-91BA7225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004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TRUST</a:t>
            </a:r>
          </a:p>
        </p:txBody>
      </p:sp>
      <p:sp>
        <p:nvSpPr>
          <p:cNvPr id="22" name="close-step-5-shape">
            <a:extLst xmlns:a="http://schemas.openxmlformats.org/drawingml/2006/main">
              <a:ext uri="{FF2B5EF4-FFF2-40B4-BE49-F238E27FC236}">
                <a16:creationId xmlns:a16="http://schemas.microsoft.com/office/drawing/2014/main" id="{07633BB2-E403-47AD-A382-21296091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433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3" name="close-step-5-text">
            <a:extLst xmlns:a="http://schemas.openxmlformats.org/drawingml/2006/main">
              <a:ext uri="{FF2B5EF4-FFF2-40B4-BE49-F238E27FC236}">
                <a16:creationId xmlns:a16="http://schemas.microsoft.com/office/drawing/2014/main" id="{2C42201C-EB47-41D9-A504-2751C1F0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3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4" name="close-label-5">
            <a:extLst xmlns:a="http://schemas.openxmlformats.org/drawingml/2006/main">
              <a:ext uri="{FF2B5EF4-FFF2-40B4-BE49-F238E27FC236}">
                <a16:creationId xmlns:a16="http://schemas.microsoft.com/office/drawing/2014/main" id="{C3B219FD-8CFC-4279-80B0-9EE5EAB3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2907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EXECUTE</a:t>
            </a:r>
          </a:p>
        </p:txBody>
      </p:sp>
      <p:sp>
        <p:nvSpPr>
          <p:cNvPr id="25" name="close-step-6-shape">
            <a:extLst xmlns:a="http://schemas.openxmlformats.org/drawingml/2006/main">
              <a:ext uri="{FF2B5EF4-FFF2-40B4-BE49-F238E27FC236}">
                <a16:creationId xmlns:a16="http://schemas.microsoft.com/office/drawing/2014/main" id="{09659734-DE05-4F7D-A825-86411D38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720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19050">
            <a:solidFill>
              <a:srgbClr val="6E51DA"/>
            </a:solidFill>
            <a:prstDash val="solid"/>
          </a:ln>
        </p:spPr>
      </p:sp>
      <p:sp>
        <p:nvSpPr>
          <p:cNvPr id="26" name="close-step-6-text">
            <a:extLst xmlns:a="http://schemas.openxmlformats.org/drawingml/2006/main">
              <a:ext uri="{FF2B5EF4-FFF2-40B4-BE49-F238E27FC236}">
                <a16:creationId xmlns:a16="http://schemas.microsoft.com/office/drawing/2014/main" id="{C3E50FD2-9317-4B59-AEE9-D2BB25E9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67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7" name="close-label-6">
            <a:extLst xmlns:a="http://schemas.openxmlformats.org/drawingml/2006/main">
              <a:ext uri="{FF2B5EF4-FFF2-40B4-BE49-F238E27FC236}">
                <a16:creationId xmlns:a16="http://schemas.microsoft.com/office/drawing/2014/main" id="{679DA96A-C1FE-4143-A15A-61E138F1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577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8" name="close-step-7-shape">
            <a:extLst xmlns:a="http://schemas.openxmlformats.org/drawingml/2006/main">
              <a:ext uri="{FF2B5EF4-FFF2-40B4-BE49-F238E27FC236}">
                <a16:creationId xmlns:a16="http://schemas.microsoft.com/office/drawing/2014/main" id="{51BC3A64-F65F-43A5-B2A5-50C24D02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006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19050">
            <a:solidFill>
              <a:srgbClr val="6E51DA"/>
            </a:solidFill>
            <a:prstDash val="solid"/>
          </a:ln>
        </p:spPr>
      </p:sp>
      <p:sp>
        <p:nvSpPr>
          <p:cNvPr id="29" name="close-step-7-text">
            <a:extLst xmlns:a="http://schemas.openxmlformats.org/drawingml/2006/main">
              <a:ext uri="{FF2B5EF4-FFF2-40B4-BE49-F238E27FC236}">
                <a16:creationId xmlns:a16="http://schemas.microsoft.com/office/drawing/2014/main" id="{A3F9B705-0AEA-468E-BA13-03495AFE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95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0" name="close-label-7">
            <a:extLst xmlns:a="http://schemas.openxmlformats.org/drawingml/2006/main">
              <a:ext uri="{FF2B5EF4-FFF2-40B4-BE49-F238E27FC236}">
                <a16:creationId xmlns:a16="http://schemas.microsoft.com/office/drawing/2014/main" id="{5B4ACA98-4DAE-44B5-B76C-9638E60A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8637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RECORD</a:t>
            </a:r>
          </a:p>
        </p:txBody>
      </p:sp>
      <p:sp>
        <p:nvSpPr>
          <p:cNvPr id="31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B5701C16-3BFA-4879-B9E8-424B8B32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keaway">
            <a:extLst xmlns:a="http://schemas.openxmlformats.org/drawingml/2006/main">
              <a:ext uri="{FF2B5EF4-FFF2-40B4-BE49-F238E27FC236}">
                <a16:creationId xmlns:a16="http://schemas.microsoft.com/office/drawing/2014/main" id="{57CCCC65-0159-4AF6-916B-9FB9EEAF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One platform · One connected process · One continuous evidence chain · One Unified Trust API</a:t>
            </a:r>
          </a:p>
        </p:txBody>
      </p:sp>
    </p:spTree>
    <p:extLst>
      <p:ext uri="{BB962C8B-B14F-4D97-AF65-F5344CB8AC3E}">
        <p14:creationId xmlns:p14="http://schemas.microsoft.com/office/powerpoint/2010/main" val="18540694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be9c54dc84e6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D68915-D5DC-4F9E-806E-67D8F24B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92EE2C1-7AE0-4CB0-A92C-3225A361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8969E99-F307-4C67-826D-24812311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APPENDIX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8A4B94B2-E625-4770-A896-0DB50D78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93B886-1F10-4241-9853-46418514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Internal Narrative Summary</a:t>
            </a:r>
          </a:p>
        </p:txBody>
      </p:sp>
      <p:sp>
        <p:nvSpPr>
          <p:cNvPr id="7" name="summary-1-shape">
            <a:extLst xmlns:a="http://schemas.openxmlformats.org/drawingml/2006/main">
              <a:ext uri="{FF2B5EF4-FFF2-40B4-BE49-F238E27FC236}">
                <a16:creationId xmlns:a16="http://schemas.microsoft.com/office/drawing/2014/main" id="{07FE87F6-F189-4370-9971-1FB77B71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8" name="summary-1-text">
            <a:extLst xmlns:a="http://schemas.openxmlformats.org/drawingml/2006/main">
              <a:ext uri="{FF2B5EF4-FFF2-40B4-BE49-F238E27FC236}">
                <a16:creationId xmlns:a16="http://schemas.microsoft.com/office/drawing/2014/main" id="{EC599DDE-534C-4994-993B-9BCA0ADB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8838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summary-text-1">
            <a:extLst xmlns:a="http://schemas.openxmlformats.org/drawingml/2006/main">
              <a:ext uri="{FF2B5EF4-FFF2-40B4-BE49-F238E27FC236}">
                <a16:creationId xmlns:a16="http://schemas.microsoft.com/office/drawing/2014/main" id="{CFC1F6A0-BB1C-43C4-8462-266C52E4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Fragmented tools fragment accountability and evidence.</a:t>
            </a:r>
          </a:p>
        </p:txBody>
      </p:sp>
      <p:sp>
        <p:nvSpPr>
          <p:cNvPr id="10" name="summary-rule-1">
            <a:extLst xmlns:a="http://schemas.openxmlformats.org/drawingml/2006/main">
              <a:ext uri="{FF2B5EF4-FFF2-40B4-BE49-F238E27FC236}">
                <a16:creationId xmlns:a16="http://schemas.microsoft.com/office/drawing/2014/main" id="{5BFEB9CB-BD7A-4789-963A-CD2B3FE9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mmary-2-shape">
            <a:extLst xmlns:a="http://schemas.openxmlformats.org/drawingml/2006/main">
              <a:ext uri="{FF2B5EF4-FFF2-40B4-BE49-F238E27FC236}">
                <a16:creationId xmlns:a16="http://schemas.microsoft.com/office/drawing/2014/main" id="{CE705312-DD99-453D-AFB4-F016890C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2" name="summary-2-text">
            <a:extLst xmlns:a="http://schemas.openxmlformats.org/drawingml/2006/main">
              <a:ext uri="{FF2B5EF4-FFF2-40B4-BE49-F238E27FC236}">
                <a16:creationId xmlns:a16="http://schemas.microsoft.com/office/drawing/2014/main" id="{D6407AE2-B029-45CF-810D-F8C7FB38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1788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3" name="summary-text-2">
            <a:extLst xmlns:a="http://schemas.openxmlformats.org/drawingml/2006/main">
              <a:ext uri="{FF2B5EF4-FFF2-40B4-BE49-F238E27FC236}">
                <a16:creationId xmlns:a16="http://schemas.microsoft.com/office/drawing/2014/main" id="{B4A3E432-C6D4-4FB8-8B95-49ADF1D5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71775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 starts before the signature.</a:t>
            </a:r>
          </a:p>
        </p:txBody>
      </p:sp>
      <p:sp>
        <p:nvSpPr>
          <p:cNvPr id="14" name="summary-rule-2">
            <a:extLst xmlns:a="http://schemas.openxmlformats.org/drawingml/2006/main">
              <a:ext uri="{FF2B5EF4-FFF2-40B4-BE49-F238E27FC236}">
                <a16:creationId xmlns:a16="http://schemas.microsoft.com/office/drawing/2014/main" id="{D2830BD7-F52F-4C4C-B324-FC486EB8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mmary-3-shape">
            <a:extLst xmlns:a="http://schemas.openxmlformats.org/drawingml/2006/main">
              <a:ext uri="{FF2B5EF4-FFF2-40B4-BE49-F238E27FC236}">
                <a16:creationId xmlns:a16="http://schemas.microsoft.com/office/drawing/2014/main" id="{2F7041BB-1B19-4C6B-9254-9FD70FBC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6" name="summary-3-text">
            <a:extLst xmlns:a="http://schemas.openxmlformats.org/drawingml/2006/main">
              <a:ext uri="{FF2B5EF4-FFF2-40B4-BE49-F238E27FC236}">
                <a16:creationId xmlns:a16="http://schemas.microsoft.com/office/drawing/2014/main" id="{F0B291A6-EF1E-47C4-8CF1-BA46947C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4738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7" name="summary-text-3">
            <a:extLst xmlns:a="http://schemas.openxmlformats.org/drawingml/2006/main">
              <a:ext uri="{FF2B5EF4-FFF2-40B4-BE49-F238E27FC236}">
                <a16:creationId xmlns:a16="http://schemas.microsoft.com/office/drawing/2014/main" id="{56059FD0-0CD4-47BE-A192-CA0670E0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14725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connects the end-to-end process.</a:t>
            </a:r>
          </a:p>
        </p:txBody>
      </p:sp>
      <p:sp>
        <p:nvSpPr>
          <p:cNvPr id="18" name="summary-rule-3">
            <a:extLst xmlns:a="http://schemas.openxmlformats.org/drawingml/2006/main">
              <a:ext uri="{FF2B5EF4-FFF2-40B4-BE49-F238E27FC236}">
                <a16:creationId xmlns:a16="http://schemas.microsoft.com/office/drawing/2014/main" id="{A8D76A2C-EB18-469D-8F4D-54FD541C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ummary-4-shape">
            <a:extLst xmlns:a="http://schemas.openxmlformats.org/drawingml/2006/main">
              <a:ext uri="{FF2B5EF4-FFF2-40B4-BE49-F238E27FC236}">
                <a16:creationId xmlns:a16="http://schemas.microsoft.com/office/drawing/2014/main" id="{5EC6BE8D-1751-42BE-8B8E-275F8124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0" name="summary-4-text">
            <a:extLst xmlns:a="http://schemas.openxmlformats.org/drawingml/2006/main">
              <a:ext uri="{FF2B5EF4-FFF2-40B4-BE49-F238E27FC236}">
                <a16:creationId xmlns:a16="http://schemas.microsoft.com/office/drawing/2014/main" id="{BAD3A952-D39A-4109-B59F-71D9F17C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7688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1" name="summary-text-4">
            <a:extLst xmlns:a="http://schemas.openxmlformats.org/drawingml/2006/main">
              <a:ext uri="{FF2B5EF4-FFF2-40B4-BE49-F238E27FC236}">
                <a16:creationId xmlns:a16="http://schemas.microsoft.com/office/drawing/2014/main" id="{904474DD-8330-4575-8177-EFE5E08E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57675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 Orchestration coordinates the required controls and trust mechanisms.</a:t>
            </a:r>
          </a:p>
        </p:txBody>
      </p:sp>
      <p:sp>
        <p:nvSpPr>
          <p:cNvPr id="22" name="summary-rule-4">
            <a:extLst xmlns:a="http://schemas.openxmlformats.org/drawingml/2006/main">
              <a:ext uri="{FF2B5EF4-FFF2-40B4-BE49-F238E27FC236}">
                <a16:creationId xmlns:a16="http://schemas.microsoft.com/office/drawing/2014/main" id="{745A3C48-6A5D-46FB-9942-88705D3F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mmary-5-shape">
            <a:extLst xmlns:a="http://schemas.openxmlformats.org/drawingml/2006/main">
              <a:ext uri="{FF2B5EF4-FFF2-40B4-BE49-F238E27FC236}">
                <a16:creationId xmlns:a16="http://schemas.microsoft.com/office/drawing/2014/main" id="{9EDE6D3E-52C4-4718-8BD9-30B2424A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4" name="summary-5-text">
            <a:extLst xmlns:a="http://schemas.openxmlformats.org/drawingml/2006/main">
              <a:ext uri="{FF2B5EF4-FFF2-40B4-BE49-F238E27FC236}">
                <a16:creationId xmlns:a16="http://schemas.microsoft.com/office/drawing/2014/main" id="{CC17EBBA-4424-44D5-BF1D-9477343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0638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5" name="summary-text-5">
            <a:extLst xmlns:a="http://schemas.openxmlformats.org/drawingml/2006/main">
              <a:ext uri="{FF2B5EF4-FFF2-40B4-BE49-F238E27FC236}">
                <a16:creationId xmlns:a16="http://schemas.microsoft.com/office/drawing/2014/main" id="{990FAAA2-57F4-44C0-8280-58D80997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00625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Execution is the resulting governed and verifiable outcome.</a:t>
            </a:r>
          </a:p>
        </p:txBody>
      </p:sp>
      <p:sp>
        <p:nvSpPr>
          <p:cNvPr id="26" name="summary-6-shape">
            <a:extLst xmlns:a="http://schemas.openxmlformats.org/drawingml/2006/main">
              <a:ext uri="{FF2B5EF4-FFF2-40B4-BE49-F238E27FC236}">
                <a16:creationId xmlns:a16="http://schemas.microsoft.com/office/drawing/2014/main" id="{9BC72E32-8202-411A-BD36-41572836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7" name="summary-6-text">
            <a:extLst xmlns:a="http://schemas.openxmlformats.org/drawingml/2006/main">
              <a:ext uri="{FF2B5EF4-FFF2-40B4-BE49-F238E27FC236}">
                <a16:creationId xmlns:a16="http://schemas.microsoft.com/office/drawing/2014/main" id="{1B871673-ACE9-4C0C-A7E8-8CB194B5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28838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8" name="summary-text-6">
            <a:extLst xmlns:a="http://schemas.openxmlformats.org/drawingml/2006/main">
              <a:ext uri="{FF2B5EF4-FFF2-40B4-BE49-F238E27FC236}">
                <a16:creationId xmlns:a16="http://schemas.microsoft.com/office/drawing/2014/main" id="{CDD59DFE-CF5D-4859-B715-68BADC43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28825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Every execution creates institutional evidence.</a:t>
            </a:r>
          </a:p>
        </p:txBody>
      </p:sp>
      <p:sp>
        <p:nvSpPr>
          <p:cNvPr id="29" name="summary-rule-6">
            <a:extLst xmlns:a="http://schemas.openxmlformats.org/drawingml/2006/main">
              <a:ext uri="{FF2B5EF4-FFF2-40B4-BE49-F238E27FC236}">
                <a16:creationId xmlns:a16="http://schemas.microsoft.com/office/drawing/2014/main" id="{95EC761A-7EE8-4FC4-9A39-AD2EB447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ummary-7-shape">
            <a:extLst xmlns:a="http://schemas.openxmlformats.org/drawingml/2006/main">
              <a:ext uri="{FF2B5EF4-FFF2-40B4-BE49-F238E27FC236}">
                <a16:creationId xmlns:a16="http://schemas.microsoft.com/office/drawing/2014/main" id="{5A060582-DF23-4688-8D91-CD4F5CDD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31" name="summary-7-text">
            <a:extLst xmlns:a="http://schemas.openxmlformats.org/drawingml/2006/main">
              <a:ext uri="{FF2B5EF4-FFF2-40B4-BE49-F238E27FC236}">
                <a16:creationId xmlns:a16="http://schemas.microsoft.com/office/drawing/2014/main" id="{25740F29-AFBA-4500-8A4C-EB9D4C80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1788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2" name="summary-text-7">
            <a:extLst xmlns:a="http://schemas.openxmlformats.org/drawingml/2006/main">
              <a:ext uri="{FF2B5EF4-FFF2-40B4-BE49-F238E27FC236}">
                <a16:creationId xmlns:a16="http://schemas.microsoft.com/office/drawing/2014/main" id="{DBFFA2E0-A0A9-4055-8C3E-47560351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71775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 becomes a trusted record rather than merely a stored file.</a:t>
            </a:r>
          </a:p>
        </p:txBody>
      </p:sp>
      <p:sp>
        <p:nvSpPr>
          <p:cNvPr id="33" name="summary-rule-7">
            <a:extLst xmlns:a="http://schemas.openxmlformats.org/drawingml/2006/main">
              <a:ext uri="{FF2B5EF4-FFF2-40B4-BE49-F238E27FC236}">
                <a16:creationId xmlns:a16="http://schemas.microsoft.com/office/drawing/2014/main" id="{E0EBAD09-89EC-465F-B390-17A1AEF0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909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ummary-8-shape">
            <a:extLst xmlns:a="http://schemas.openxmlformats.org/drawingml/2006/main">
              <a:ext uri="{FF2B5EF4-FFF2-40B4-BE49-F238E27FC236}">
                <a16:creationId xmlns:a16="http://schemas.microsoft.com/office/drawing/2014/main" id="{A906ACD7-9806-43D6-B08C-384F2BDE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35" name="summary-8-text">
            <a:extLst xmlns:a="http://schemas.openxmlformats.org/drawingml/2006/main">
              <a:ext uri="{FF2B5EF4-FFF2-40B4-BE49-F238E27FC236}">
                <a16:creationId xmlns:a16="http://schemas.microsoft.com/office/drawing/2014/main" id="{0874748D-B4A7-4B14-B101-78BFC8F9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4738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6" name="summary-text-8">
            <a:extLst xmlns:a="http://schemas.openxmlformats.org/drawingml/2006/main">
              <a:ext uri="{FF2B5EF4-FFF2-40B4-BE49-F238E27FC236}">
                <a16:creationId xmlns:a16="http://schemas.microsoft.com/office/drawing/2014/main" id="{0380701D-1B89-428E-A64B-7CACD8F1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14725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Unified Trust API extends the same model into enterprise applications, integrations and automation.</a:t>
            </a:r>
          </a:p>
        </p:txBody>
      </p:sp>
      <p:sp>
        <p:nvSpPr>
          <p:cNvPr id="37" name="summary-rule-8">
            <a:extLst xmlns:a="http://schemas.openxmlformats.org/drawingml/2006/main">
              <a:ext uri="{FF2B5EF4-FFF2-40B4-BE49-F238E27FC236}">
                <a16:creationId xmlns:a16="http://schemas.microsoft.com/office/drawing/2014/main" id="{E17E4476-E986-488E-841C-16D4B7B6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ummary-9-shape">
            <a:extLst xmlns:a="http://schemas.openxmlformats.org/drawingml/2006/main">
              <a:ext uri="{FF2B5EF4-FFF2-40B4-BE49-F238E27FC236}">
                <a16:creationId xmlns:a16="http://schemas.microsoft.com/office/drawing/2014/main" id="{311F8B6F-5423-4CAD-BF43-4D5E5BFC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39" name="summary-9-text">
            <a:extLst xmlns:a="http://schemas.openxmlformats.org/drawingml/2006/main">
              <a:ext uri="{FF2B5EF4-FFF2-40B4-BE49-F238E27FC236}">
                <a16:creationId xmlns:a16="http://schemas.microsoft.com/office/drawing/2014/main" id="{CA43D64A-C2F6-408C-9B31-1A779873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57688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40" name="summary-text-9">
            <a:extLst xmlns:a="http://schemas.openxmlformats.org/drawingml/2006/main">
              <a:ext uri="{FF2B5EF4-FFF2-40B4-BE49-F238E27FC236}">
                <a16:creationId xmlns:a16="http://schemas.microsoft.com/office/drawing/2014/main" id="{2C4F3975-928D-45EC-B5E6-93907A05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7675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architecture creates a natural foundation for increasingly AI-driven operations without making Agentic AI the primary SaaS proposition.</a:t>
            </a:r>
          </a:p>
        </p:txBody>
      </p:sp>
    </p:spTree>
    <p:extLst>
      <p:ext uri="{BB962C8B-B14F-4D97-AF65-F5344CB8AC3E}">
        <p14:creationId xmlns:p14="http://schemas.microsoft.com/office/powerpoint/2010/main" val="11707542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acbcd17594f1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A32FC5-D70B-4B17-9655-E77E0531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3D168EF-7EE5-48D4-9CEA-AB70B63D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84095963-3DAE-4E1C-9FF4-C5DEB12E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APPENDIX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C040C5B3-4BCB-419D-92DA-58E539A3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7B2FFF-6033-4295-A2B4-56D291AE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Internal Positioning Guardrails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D8657992-8909-41EC-95F1-9C55E1AB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5E10714F-FC20-48B3-8FF1-E9D9458D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55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Electronic signatures remain a core Circularo capability; the narrative expands the context around them.</a:t>
            </a:r>
          </a:p>
        </p:txBody>
      </p:sp>
      <p:sp>
        <p:nvSpPr>
          <p:cNvPr id="9" name="bullet-rule-1">
            <a:extLst xmlns:a="http://schemas.openxmlformats.org/drawingml/2006/main">
              <a:ext uri="{FF2B5EF4-FFF2-40B4-BE49-F238E27FC236}">
                <a16:creationId xmlns:a16="http://schemas.microsoft.com/office/drawing/2014/main" id="{518E0E7C-AA69-4A46-B4FB-0605BA07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80B53FCB-738C-46EC-AE27-5A78C2E9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4CAEA63D-2D58-4D1F-A1B5-A7B821FB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55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Do not position Circularo as replacing every enterprise application, identity provider or trust service.</a:t>
            </a:r>
          </a:p>
        </p:txBody>
      </p:sp>
      <p:sp>
        <p:nvSpPr>
          <p:cNvPr id="12" name="bullet-rule-2">
            <a:extLst xmlns:a="http://schemas.openxmlformats.org/drawingml/2006/main">
              <a:ext uri="{FF2B5EF4-FFF2-40B4-BE49-F238E27FC236}">
                <a16:creationId xmlns:a16="http://schemas.microsoft.com/office/drawing/2014/main" id="{2CC693AA-A187-4765-A53B-D6BD6D8A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B6DFD743-2E13-4763-A297-46E03700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2EF5E2D-3637-4FE3-9B77-CFEE6404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55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platform advantage is connection, orchestration, execution and evidence.</a:t>
            </a:r>
          </a:p>
        </p:txBody>
      </p:sp>
      <p:sp>
        <p:nvSpPr>
          <p:cNvPr id="15" name="bullet-rule-3">
            <a:extLst xmlns:a="http://schemas.openxmlformats.org/drawingml/2006/main">
              <a:ext uri="{FF2B5EF4-FFF2-40B4-BE49-F238E27FC236}">
                <a16:creationId xmlns:a16="http://schemas.microsoft.com/office/drawing/2014/main" id="{F8A17F05-543C-4670-AC5A-7050705C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4">
            <a:extLst xmlns:a="http://schemas.openxmlformats.org/drawingml/2006/main">
              <a:ext uri="{FF2B5EF4-FFF2-40B4-BE49-F238E27FC236}">
                <a16:creationId xmlns:a16="http://schemas.microsoft.com/office/drawing/2014/main" id="{63535B00-AD95-4BE2-9147-8A78E67B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19297017-FE80-4B42-A842-65BF4F52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55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Use Trust Orchestration for the platform capability and Trusted Execution for the outcome.</a:t>
            </a:r>
          </a:p>
        </p:txBody>
      </p:sp>
      <p:sp>
        <p:nvSpPr>
          <p:cNvPr id="18" name="bullet-rule-4">
            <a:extLst xmlns:a="http://schemas.openxmlformats.org/drawingml/2006/main">
              <a:ext uri="{FF2B5EF4-FFF2-40B4-BE49-F238E27FC236}">
                <a16:creationId xmlns:a16="http://schemas.microsoft.com/office/drawing/2014/main" id="{E0997DE9-7D79-4FA2-8FCB-2921FE0A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5">
            <a:extLst xmlns:a="http://schemas.openxmlformats.org/drawingml/2006/main">
              <a:ext uri="{FF2B5EF4-FFF2-40B4-BE49-F238E27FC236}">
                <a16:creationId xmlns:a16="http://schemas.microsoft.com/office/drawing/2014/main" id="{30FDE203-F950-479F-A99B-EA77976E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text-5">
            <a:extLst xmlns:a="http://schemas.openxmlformats.org/drawingml/2006/main">
              <a:ext uri="{FF2B5EF4-FFF2-40B4-BE49-F238E27FC236}">
                <a16:creationId xmlns:a16="http://schemas.microsoft.com/office/drawing/2014/main" id="{29C738F5-EEBB-4694-B8A0-A5D88555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55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Treat Unified Trust API, integrations and automation as a core part of the SaaS platform story.</a:t>
            </a:r>
          </a:p>
        </p:txBody>
      </p:sp>
      <p:sp>
        <p:nvSpPr>
          <p:cNvPr id="21" name="bullet-rule-5">
            <a:extLst xmlns:a="http://schemas.openxmlformats.org/drawingml/2006/main">
              <a:ext uri="{FF2B5EF4-FFF2-40B4-BE49-F238E27FC236}">
                <a16:creationId xmlns:a16="http://schemas.microsoft.com/office/drawing/2014/main" id="{9EAB70A7-4E53-43D8-9D5E-0AF021E7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6">
            <a:extLst xmlns:a="http://schemas.openxmlformats.org/drawingml/2006/main">
              <a:ext uri="{FF2B5EF4-FFF2-40B4-BE49-F238E27FC236}">
                <a16:creationId xmlns:a16="http://schemas.microsoft.com/office/drawing/2014/main" id="{FCC921A3-5F1D-478A-A622-37F7937F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text-6">
            <a:extLst xmlns:a="http://schemas.openxmlformats.org/drawingml/2006/main">
              <a:ext uri="{FF2B5EF4-FFF2-40B4-BE49-F238E27FC236}">
                <a16:creationId xmlns:a16="http://schemas.microsoft.com/office/drawing/2014/main" id="{FCBD12D8-4751-4F65-87EB-DCD8F974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55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Treat Agentic AI readiness as an architectural extension and future-facing advantage, not the main SaaS narrative.</a:t>
            </a:r>
          </a:p>
        </p:txBody>
      </p:sp>
      <p:sp>
        <p:nvSpPr>
          <p:cNvPr id="24" name="bullet-rule-6">
            <a:extLst xmlns:a="http://schemas.openxmlformats.org/drawingml/2006/main">
              <a:ext uri="{FF2B5EF4-FFF2-40B4-BE49-F238E27FC236}">
                <a16:creationId xmlns:a16="http://schemas.microsoft.com/office/drawing/2014/main" id="{887EE671-EC2F-46CA-A1D2-5030D4B1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7">
            <a:extLst xmlns:a="http://schemas.openxmlformats.org/drawingml/2006/main">
              <a:ext uri="{FF2B5EF4-FFF2-40B4-BE49-F238E27FC236}">
                <a16:creationId xmlns:a16="http://schemas.microsoft.com/office/drawing/2014/main" id="{236030CB-AE54-4B1B-96D1-5EC42F27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text-7">
            <a:extLst xmlns:a="http://schemas.openxmlformats.org/drawingml/2006/main">
              <a:ext uri="{FF2B5EF4-FFF2-40B4-BE49-F238E27FC236}">
                <a16:creationId xmlns:a16="http://schemas.microsoft.com/office/drawing/2014/main" id="{8AEA1BEA-9529-4C6F-B81A-0880C31B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55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Current product, integration, compliance and AI claims must be validated against canonical approved knowledge before external use.</a:t>
            </a:r>
          </a:p>
        </p:txBody>
      </p:sp>
    </p:spTree>
    <p:extLst>
      <p:ext uri="{BB962C8B-B14F-4D97-AF65-F5344CB8AC3E}">
        <p14:creationId xmlns:p14="http://schemas.microsoft.com/office/powerpoint/2010/main" val="629951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2026-09-05T12:31:48.9830000Z</dcterms:created>
  <dcterms:modified xsi:type="dcterms:W3CDTF">2026-09-05T12:31:48.9830000Z</dcterms:modified>
</coreProperties>
</file>