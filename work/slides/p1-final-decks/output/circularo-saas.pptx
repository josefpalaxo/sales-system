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01aa44be234443" /><Relationship Type="http://schemas.openxmlformats.org/officeDocument/2006/relationships/extended-properties" Target="/docProps/app.xml" Id="Rc5b62b6180224a84" /><Relationship Type="http://schemas.openxmlformats.org/officeDocument/2006/relationships/officeDocument" Target="/ppt/presentation.xml" Id="Re2523889910545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981ea07d1d4a20"/>
  </p:sldMasterIdLst>
  <p:notesMasterIdLst>
    <p:notesMasterId xmlns:r="http://schemas.openxmlformats.org/officeDocument/2006/relationships" r:id="Rfc8f71066b2a4eb8"/>
  </p:notesMasterIdLst>
  <p:sldIdLst>
    <p:sldId xmlns:r="http://schemas.openxmlformats.org/officeDocument/2006/relationships" id="256" r:id="Rf75acfa385f14e26"/>
    <p:sldId xmlns:r="http://schemas.openxmlformats.org/officeDocument/2006/relationships" id="257" r:id="Rc5f3bb57353a40d0"/>
    <p:sldId xmlns:r="http://schemas.openxmlformats.org/officeDocument/2006/relationships" id="258" r:id="R5a07306729a3471b"/>
    <p:sldId xmlns:r="http://schemas.openxmlformats.org/officeDocument/2006/relationships" id="259" r:id="R7241a672e6cd4ad7"/>
    <p:sldId xmlns:r="http://schemas.openxmlformats.org/officeDocument/2006/relationships" id="260" r:id="R4e6a38e25f66440a"/>
    <p:sldId xmlns:r="http://schemas.openxmlformats.org/officeDocument/2006/relationships" id="261" r:id="R5cff61b7b6af4e3e"/>
    <p:sldId xmlns:r="http://schemas.openxmlformats.org/officeDocument/2006/relationships" id="262" r:id="R78d8ebe429704cef"/>
    <p:sldId xmlns:r="http://schemas.openxmlformats.org/officeDocument/2006/relationships" id="263" r:id="R2e9e6cd0bf6341a7"/>
    <p:sldId xmlns:r="http://schemas.openxmlformats.org/officeDocument/2006/relationships" id="264" r:id="Rd02b2c73ff3d49a9"/>
    <p:sldId xmlns:r="http://schemas.openxmlformats.org/officeDocument/2006/relationships" id="265" r:id="Rb19cc14139154c46"/>
    <p:sldId xmlns:r="http://schemas.openxmlformats.org/officeDocument/2006/relationships" id="266" r:id="Rd4fe6fef1aea4e01"/>
    <p:sldId xmlns:r="http://schemas.openxmlformats.org/officeDocument/2006/relationships" id="267" r:id="R16d082e281b04fed"/>
    <p:sldId xmlns:r="http://schemas.openxmlformats.org/officeDocument/2006/relationships" id="268" r:id="Rb73e7af2064f43dc"/>
    <p:sldId xmlns:r="http://schemas.openxmlformats.org/officeDocument/2006/relationships" id="269" r:id="R53fbc5ac231c440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d7774d69d54123" /><Relationship Type="http://schemas.openxmlformats.org/officeDocument/2006/relationships/slideMaster" Target="/ppt/slideMasters/slideMaster1.xml" Id="Ree981ea07d1d4a20" /><Relationship Type="http://schemas.openxmlformats.org/officeDocument/2006/relationships/notesMaster" Target="/ppt/notesMasters/notesMaster1.xml" Id="Rfc8f71066b2a4eb8" /><Relationship Type="http://schemas.openxmlformats.org/officeDocument/2006/relationships/presProps" Target="/ppt/presProps.xml" Id="R37aadf94083f42e7" /><Relationship Type="http://schemas.openxmlformats.org/officeDocument/2006/relationships/tableStyles" Target="/ppt/tableStyles.xml" Id="R63af5d1458df4c82" /><Relationship Type="http://schemas.openxmlformats.org/officeDocument/2006/relationships/slide" Target="/ppt/slides/slide1.xml" Id="Rf75acfa385f14e26" /><Relationship Type="http://schemas.openxmlformats.org/officeDocument/2006/relationships/slide" Target="/ppt/slides/slide2.xml" Id="Rc5f3bb57353a40d0" /><Relationship Type="http://schemas.openxmlformats.org/officeDocument/2006/relationships/slide" Target="/ppt/slides/slide3.xml" Id="R5a07306729a3471b" /><Relationship Type="http://schemas.openxmlformats.org/officeDocument/2006/relationships/slide" Target="/ppt/slides/slide4.xml" Id="R7241a672e6cd4ad7" /><Relationship Type="http://schemas.openxmlformats.org/officeDocument/2006/relationships/slide" Target="/ppt/slides/slide5.xml" Id="R4e6a38e25f66440a" /><Relationship Type="http://schemas.openxmlformats.org/officeDocument/2006/relationships/slide" Target="/ppt/slides/slide6.xml" Id="R5cff61b7b6af4e3e" /><Relationship Type="http://schemas.openxmlformats.org/officeDocument/2006/relationships/slide" Target="/ppt/slides/slide7.xml" Id="R78d8ebe429704cef" /><Relationship Type="http://schemas.openxmlformats.org/officeDocument/2006/relationships/slide" Target="/ppt/slides/slide8.xml" Id="R2e9e6cd0bf6341a7" /><Relationship Type="http://schemas.openxmlformats.org/officeDocument/2006/relationships/slide" Target="/ppt/slides/slide9.xml" Id="Rd02b2c73ff3d49a9" /><Relationship Type="http://schemas.openxmlformats.org/officeDocument/2006/relationships/slide" Target="/ppt/slides/slide10.xml" Id="Rb19cc14139154c46" /><Relationship Type="http://schemas.openxmlformats.org/officeDocument/2006/relationships/slide" Target="/ppt/slides/slide11.xml" Id="Rd4fe6fef1aea4e01" /><Relationship Type="http://schemas.openxmlformats.org/officeDocument/2006/relationships/slide" Target="/ppt/slides/slide12.xml" Id="R16d082e281b04fed" /><Relationship Type="http://schemas.openxmlformats.org/officeDocument/2006/relationships/slide" Target="/ppt/slides/slide13.xml" Id="Rb73e7af2064f43dc" /><Relationship Type="http://schemas.openxmlformats.org/officeDocument/2006/relationships/slide" Target="/ppt/slides/slide14.xml" Id="R53fbc5ac231c44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cf4f53221844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fcd6c2170c42db" /><Relationship Type="http://schemas.openxmlformats.org/officeDocument/2006/relationships/notesMaster" Target="/ppt/notesMasters/notesMaster1.xml" Id="R0a59402524a941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7df221078c40f4" /><Relationship Type="http://schemas.openxmlformats.org/officeDocument/2006/relationships/notesMaster" Target="/ppt/notesMasters/notesMaster1.xml" Id="Ref17007bb9c146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470802615b4675" /><Relationship Type="http://schemas.openxmlformats.org/officeDocument/2006/relationships/notesMaster" Target="/ppt/notesMasters/notesMaster1.xml" Id="R6c3d2f4dca8c46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7177138ec34cc9" /><Relationship Type="http://schemas.openxmlformats.org/officeDocument/2006/relationships/notesMaster" Target="/ppt/notesMasters/notesMaster1.xml" Id="Rf9a3750a74444b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461ec9937441de" /><Relationship Type="http://schemas.openxmlformats.org/officeDocument/2006/relationships/notesMaster" Target="/ppt/notesMasters/notesMaster1.xml" Id="R2b94341bdbd848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7dc6002f674bbf" /><Relationship Type="http://schemas.openxmlformats.org/officeDocument/2006/relationships/notesMaster" Target="/ppt/notesMasters/notesMaster1.xml" Id="Rcf82b932ae3443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b77361c2d04733" /><Relationship Type="http://schemas.openxmlformats.org/officeDocument/2006/relationships/notesMaster" Target="/ppt/notesMasters/notesMaster1.xml" Id="R63903832112642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7dfb0d67e64e0c" /><Relationship Type="http://schemas.openxmlformats.org/officeDocument/2006/relationships/notesMaster" Target="/ppt/notesMasters/notesMaster1.xml" Id="Rdf6c0b512e6647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678d9c68da34370" /><Relationship Type="http://schemas.openxmlformats.org/officeDocument/2006/relationships/notesMaster" Target="/ppt/notesMasters/notesMaster1.xml" Id="R5c51b3c0cd714f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f5a648b4f814942" /><Relationship Type="http://schemas.openxmlformats.org/officeDocument/2006/relationships/notesMaster" Target="/ppt/notesMasters/notesMaster1.xml" Id="Re65a5948ab0546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d65455beeb446e" /><Relationship Type="http://schemas.openxmlformats.org/officeDocument/2006/relationships/notesMaster" Target="/ppt/notesMasters/notesMaster1.xml" Id="R39c7a9153ea94b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74bf3e2dd44823" /><Relationship Type="http://schemas.openxmlformats.org/officeDocument/2006/relationships/notesMaster" Target="/ppt/notesMasters/notesMaster1.xml" Id="R6fb7c289491f46c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ed1bbaca698472d" /><Relationship Type="http://schemas.openxmlformats.org/officeDocument/2006/relationships/notesMaster" Target="/ppt/notesMasters/notesMaster1.xml" Id="Rbcf6cab1c865448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455664cef874aca" /><Relationship Type="http://schemas.openxmlformats.org/officeDocument/2006/relationships/notesMaster" Target="/ppt/notesMasters/notesMaster1.xml" Id="R4b104f09d0fd4d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work/p1/decks/01-circularo-saas.md</a:t>
            </a:r>
          </a:p>
          <a:p xmlns:a="http://schemas.openxmlformats.org/drawingml/2006/main">
            <a:r>
              <a:t>- work/p1/narrative/circularo-core-narrative.md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283d9e899d47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3fda9039cd4ba9" /><Relationship Type="http://schemas.openxmlformats.org/officeDocument/2006/relationships/slideLayout" Target="/ppt/slideLayouts/slideLayout1.xml" Id="R89d5390694cf4e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d5390694cf4e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c578cfaea423a" /><Relationship Type="http://schemas.openxmlformats.org/officeDocument/2006/relationships/image" Target="/ppt/media/image.png" Id="R3f42eb670bf84d75" /><Relationship Type="http://schemas.openxmlformats.org/officeDocument/2006/relationships/notesSlide" Target="/ppt/notesSlides/notesSlide1.xml" Id="R05a431c73ba441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83c9018e4428d" /><Relationship Type="http://schemas.openxmlformats.org/officeDocument/2006/relationships/image" Target="/ppt/media/image2.png" Id="Rc54bca279c214a72" /><Relationship Type="http://schemas.openxmlformats.org/officeDocument/2006/relationships/notesSlide" Target="/ppt/notesSlides/notesSlide2.xml" Id="Rbafe1b451b0a46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8b3d4c7a9475e" /><Relationship Type="http://schemas.openxmlformats.org/officeDocument/2006/relationships/image" Target="/ppt/media/image3.png" Id="R0b14c77865db46cf" /><Relationship Type="http://schemas.openxmlformats.org/officeDocument/2006/relationships/notesSlide" Target="/ppt/notesSlides/notesSlide3.xml" Id="Rc69daeb61d6041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fe1a553654d56" /><Relationship Type="http://schemas.openxmlformats.org/officeDocument/2006/relationships/image" Target="/ppt/media/image4.png" Id="R9c560d024dc84c8e" /><Relationship Type="http://schemas.openxmlformats.org/officeDocument/2006/relationships/notesSlide" Target="/ppt/notesSlides/notesSlide4.xml" Id="Rb1e16cc25c3143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61d29c06d4fca" /><Relationship Type="http://schemas.openxmlformats.org/officeDocument/2006/relationships/image" Target="/ppt/media/image5.png" Id="R780b564633b84c5e" /><Relationship Type="http://schemas.openxmlformats.org/officeDocument/2006/relationships/notesSlide" Target="/ppt/notesSlides/notesSlide5.xml" Id="R42476ec50b4845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c4b51a9a9442b" /><Relationship Type="http://schemas.openxmlformats.org/officeDocument/2006/relationships/image" Target="/ppt/media/image6.png" Id="R2b4392d2c75847ee" /><Relationship Type="http://schemas.openxmlformats.org/officeDocument/2006/relationships/notesSlide" Target="/ppt/notesSlides/notesSlide6.xml" Id="Re16f80dd2fa342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9d81c76ae4579" /><Relationship Type="http://schemas.openxmlformats.org/officeDocument/2006/relationships/image" Target="/ppt/media/image7.png" Id="R8c3aaefdbe534626" /><Relationship Type="http://schemas.openxmlformats.org/officeDocument/2006/relationships/notesSlide" Target="/ppt/notesSlides/notesSlide7.xml" Id="Rf9a401508ac747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3448fec7c489e" /><Relationship Type="http://schemas.openxmlformats.org/officeDocument/2006/relationships/image" Target="/ppt/media/image8.png" Id="R49d63be538b941a5" /><Relationship Type="http://schemas.openxmlformats.org/officeDocument/2006/relationships/notesSlide" Target="/ppt/notesSlides/notesSlide8.xml" Id="R5e89c878853848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06192cdc14a57" /><Relationship Type="http://schemas.openxmlformats.org/officeDocument/2006/relationships/image" Target="/ppt/media/image9.png" Id="Rbbe700d409f6421b" /><Relationship Type="http://schemas.openxmlformats.org/officeDocument/2006/relationships/notesSlide" Target="/ppt/notesSlides/notesSlide9.xml" Id="R957641bf51a5484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bf7ff05ce4f3e" /><Relationship Type="http://schemas.openxmlformats.org/officeDocument/2006/relationships/image" Target="/ppt/media/image10.png" Id="R3697da6dd3564fd9" /><Relationship Type="http://schemas.openxmlformats.org/officeDocument/2006/relationships/notesSlide" Target="/ppt/notesSlides/notesSlide10.xml" Id="Rc1fe1ee9804b44c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3450cccf749da" /><Relationship Type="http://schemas.openxmlformats.org/officeDocument/2006/relationships/image" Target="/ppt/media/image11.png" Id="R6090c81c50684774" /><Relationship Type="http://schemas.openxmlformats.org/officeDocument/2006/relationships/notesSlide" Target="/ppt/notesSlides/notesSlide11.xml" Id="R0ac15ad525ae4d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fe0f1197846b7" /><Relationship Type="http://schemas.openxmlformats.org/officeDocument/2006/relationships/image" Target="/ppt/media/image12.png" Id="R2e91239165ed4f21" /><Relationship Type="http://schemas.openxmlformats.org/officeDocument/2006/relationships/notesSlide" Target="/ppt/notesSlides/notesSlide12.xml" Id="R50ff5efe60914a6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d11918f7a4152" /><Relationship Type="http://schemas.openxmlformats.org/officeDocument/2006/relationships/image" Target="/ppt/media/image13.png" Id="R39cbc897f542451e" /><Relationship Type="http://schemas.openxmlformats.org/officeDocument/2006/relationships/notesSlide" Target="/ppt/notesSlides/notesSlide13.xml" Id="R0adc4b8985b547c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6b1d5ba0f47ac" /><Relationship Type="http://schemas.openxmlformats.org/officeDocument/2006/relationships/image" Target="/ppt/media/image14.png" Id="Rb7eb8ca24ba3410c" /><Relationship Type="http://schemas.openxmlformats.org/officeDocument/2006/relationships/notesSlide" Target="/ppt/notesSlides/notesSlide14.xml" Id="R5d1ef519ab0c42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D009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42eb670bf84d75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D3FE985-7160-48BA-97FB-640CF947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01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469A4636-7CBC-4622-A749-D052CD77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21DFE6EB-7CFC-4A0D-A38C-FC908ED7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CDA7A6A1-1DBD-4EAC-BEFE-A422B044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cover-purple-band">
            <a:extLst xmlns:a="http://schemas.openxmlformats.org/drawingml/2006/main">
              <a:ext uri="{FF2B5EF4-FFF2-40B4-BE49-F238E27FC236}">
                <a16:creationId xmlns:a16="http://schemas.microsoft.com/office/drawing/2014/main" id="{C77BE52C-F237-4882-8133-16F1AFEE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0"/>
            <a:ext cx="2000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over-dark-band">
            <a:extLst xmlns:a="http://schemas.openxmlformats.org/drawingml/2006/main">
              <a:ext uri="{FF2B5EF4-FFF2-40B4-BE49-F238E27FC236}">
                <a16:creationId xmlns:a16="http://schemas.microsoft.com/office/drawing/2014/main" id="{B8EA498F-0C55-4161-B5CF-B2A35A5E9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0"/>
            <a:ext cx="1371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00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332197F-CB35-4EAD-B36F-55BF0A21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75247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480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Circularo SaaS</a:t>
            </a:r>
          </a:p>
        </p:txBody>
      </p:sp>
      <p:sp>
        <p:nvSpPr>
          <p:cNvPr id="9" name="cover-tagline">
            <a:extLst xmlns:a="http://schemas.openxmlformats.org/drawingml/2006/main">
              <a:ext uri="{FF2B5EF4-FFF2-40B4-BE49-F238E27FC236}">
                <a16:creationId xmlns:a16="http://schemas.microsoft.com/office/drawing/2014/main" id="{F36D2AB5-667A-4B57-959C-EB205A54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E6DEFF"/>
                </a:solidFill>
                <a:latin typeface="Mulish"/>
                <a:ea typeface="Mulish"/>
                <a:cs typeface="Mulish"/>
              </a:defRPr>
            </a:pPr>
            <a:r>
              <a:rPr sz="1950" b="0">
                <a:solidFill>
                  <a:srgbClr val="E6DEFF"/>
                </a:solidFill>
                <a:latin typeface="Mulish"/>
                <a:ea typeface="Mulish"/>
                <a:cs typeface="Mulish"/>
              </a:rPr>
              <a:t>One managed environment for trusted digital work</a:t>
            </a:r>
          </a:p>
        </p:txBody>
      </p:sp>
      <p:sp>
        <p:nvSpPr>
          <p:cNvPr id="10" name="cover-route">
            <a:extLst xmlns:a="http://schemas.openxmlformats.org/drawingml/2006/main">
              <a:ext uri="{FF2B5EF4-FFF2-40B4-BE49-F238E27FC236}">
                <a16:creationId xmlns:a16="http://schemas.microsoft.com/office/drawing/2014/main" id="{AFBAA36C-4880-4985-A1D6-8C4C5CB6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816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125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CREATE · APPROVE · EXECUTE · EVIDENCE · PRESERVE</a:t>
            </a:r>
          </a:p>
        </p:txBody>
      </p:sp>
    </p:spTree>
    <p:extLst>
      <p:ext uri="{BB962C8B-B14F-4D97-AF65-F5344CB8AC3E}">
        <p14:creationId xmlns:p14="http://schemas.microsoft.com/office/powerpoint/2010/main" val="18293207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4bca279c214a72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3254314-31EE-4300-82B2-F3EE0674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02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150F6E25-E21A-424A-90D2-68B8F782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9ED8DD53-69D6-4C74-88B9-E7F1DF16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DA0BE65C-CA7A-494B-A381-26B0CE17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528880-E7CD-4EED-A8E2-1A309BBA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Digital work has expanded beyond the signature</a:t>
            </a:r>
          </a:p>
        </p:txBody>
      </p:sp>
      <p:sp>
        <p:nvSpPr>
          <p:cNvPr id="7" name="tile-1">
            <a:extLst xmlns:a="http://schemas.openxmlformats.org/drawingml/2006/main">
              <a:ext uri="{FF2B5EF4-FFF2-40B4-BE49-F238E27FC236}">
                <a16:creationId xmlns:a16="http://schemas.microsoft.com/office/drawing/2014/main" id="{B099DD58-188C-4B41-AA2F-06A28E47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24150"/>
            <a:ext cx="2676525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8" name="tile-title-1">
            <a:extLst xmlns:a="http://schemas.openxmlformats.org/drawingml/2006/main">
              <a:ext uri="{FF2B5EF4-FFF2-40B4-BE49-F238E27FC236}">
                <a16:creationId xmlns:a16="http://schemas.microsoft.com/office/drawing/2014/main" id="{9862E382-6464-46E6-822D-0ECA343F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Content</a:t>
            </a:r>
          </a:p>
        </p:txBody>
      </p:sp>
      <p:sp>
        <p:nvSpPr>
          <p:cNvPr id="9" name="tile-body-1">
            <a:extLst xmlns:a="http://schemas.openxmlformats.org/drawingml/2006/main">
              <a:ext uri="{FF2B5EF4-FFF2-40B4-BE49-F238E27FC236}">
                <a16:creationId xmlns:a16="http://schemas.microsoft.com/office/drawing/2014/main" id="{8BF4D371-5E1E-44F6-AFEE-D849B905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Documents and records</a:t>
            </a:r>
          </a:p>
        </p:txBody>
      </p:sp>
      <p:sp>
        <p:nvSpPr>
          <p:cNvPr id="10" name="tile-2">
            <a:extLst xmlns:a="http://schemas.openxmlformats.org/drawingml/2006/main">
              <a:ext uri="{FF2B5EF4-FFF2-40B4-BE49-F238E27FC236}">
                <a16:creationId xmlns:a16="http://schemas.microsoft.com/office/drawing/2014/main" id="{F4D19E59-36EC-49DC-BAD9-72BFFA65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724150"/>
            <a:ext cx="2676525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1" name="tile-title-2">
            <a:extLst xmlns:a="http://schemas.openxmlformats.org/drawingml/2006/main">
              <a:ext uri="{FF2B5EF4-FFF2-40B4-BE49-F238E27FC236}">
                <a16:creationId xmlns:a16="http://schemas.microsoft.com/office/drawing/2014/main" id="{D14FC00F-8D09-4CD0-A0E5-4F9E3F4C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527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Collaboration</a:t>
            </a:r>
          </a:p>
        </p:txBody>
      </p:sp>
      <p:sp>
        <p:nvSpPr>
          <p:cNvPr id="12" name="tile-body-2">
            <a:extLst xmlns:a="http://schemas.openxmlformats.org/drawingml/2006/main">
              <a:ext uri="{FF2B5EF4-FFF2-40B4-BE49-F238E27FC236}">
                <a16:creationId xmlns:a16="http://schemas.microsoft.com/office/drawing/2014/main" id="{89CA26DC-640B-42CC-BD21-D73A0B22E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50520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Review and decisions</a:t>
            </a:r>
          </a:p>
        </p:txBody>
      </p:sp>
      <p:sp>
        <p:nvSpPr>
          <p:cNvPr id="13" name="tile-3">
            <a:extLst xmlns:a="http://schemas.openxmlformats.org/drawingml/2006/main">
              <a:ext uri="{FF2B5EF4-FFF2-40B4-BE49-F238E27FC236}">
                <a16:creationId xmlns:a16="http://schemas.microsoft.com/office/drawing/2014/main" id="{3BEF5C75-BB05-46C7-9143-956A21D8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24150"/>
            <a:ext cx="2676525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4" name="tile-title-3">
            <a:extLst xmlns:a="http://schemas.openxmlformats.org/drawingml/2006/main">
              <a:ext uri="{FF2B5EF4-FFF2-40B4-BE49-F238E27FC236}">
                <a16:creationId xmlns:a16="http://schemas.microsoft.com/office/drawing/2014/main" id="{D82E15F5-3F12-4F52-91DE-9482D644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Approval</a:t>
            </a:r>
          </a:p>
        </p:txBody>
      </p:sp>
      <p:sp>
        <p:nvSpPr>
          <p:cNvPr id="15" name="tile-body-3">
            <a:extLst xmlns:a="http://schemas.openxmlformats.org/drawingml/2006/main">
              <a:ext uri="{FF2B5EF4-FFF2-40B4-BE49-F238E27FC236}">
                <a16:creationId xmlns:a16="http://schemas.microsoft.com/office/drawing/2014/main" id="{A342E5A7-A6E6-4DD8-B2D4-10A31AF6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Authority and policy</a:t>
            </a:r>
          </a:p>
        </p:txBody>
      </p:sp>
      <p:sp>
        <p:nvSpPr>
          <p:cNvPr id="16" name="tile-4">
            <a:extLst xmlns:a="http://schemas.openxmlformats.org/drawingml/2006/main">
              <a:ext uri="{FF2B5EF4-FFF2-40B4-BE49-F238E27FC236}">
                <a16:creationId xmlns:a16="http://schemas.microsoft.com/office/drawing/2014/main" id="{D22836A2-178C-4363-9FC8-2E39D452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724150"/>
            <a:ext cx="2676525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7" name="tile-title-4">
            <a:extLst xmlns:a="http://schemas.openxmlformats.org/drawingml/2006/main">
              <a:ext uri="{FF2B5EF4-FFF2-40B4-BE49-F238E27FC236}">
                <a16:creationId xmlns:a16="http://schemas.microsoft.com/office/drawing/2014/main" id="{3E32290A-BE63-4C69-BEC5-029D652A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9527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Identity</a:t>
            </a:r>
          </a:p>
        </p:txBody>
      </p:sp>
      <p:sp>
        <p:nvSpPr>
          <p:cNvPr id="18" name="tile-body-4">
            <a:extLst xmlns:a="http://schemas.openxmlformats.org/drawingml/2006/main">
              <a:ext uri="{FF2B5EF4-FFF2-40B4-BE49-F238E27FC236}">
                <a16:creationId xmlns:a16="http://schemas.microsoft.com/office/drawing/2014/main" id="{9CD7B035-03E7-4B06-AA82-28BD6037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50520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Actors and assurance</a:t>
            </a:r>
          </a:p>
        </p:txBody>
      </p:sp>
      <p:sp>
        <p:nvSpPr>
          <p:cNvPr id="19" name="tile-5">
            <a:extLst xmlns:a="http://schemas.openxmlformats.org/drawingml/2006/main">
              <a:ext uri="{FF2B5EF4-FFF2-40B4-BE49-F238E27FC236}">
                <a16:creationId xmlns:a16="http://schemas.microsoft.com/office/drawing/2014/main" id="{ACA987A1-1FB3-48AF-A2BA-8A419143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2676525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0" name="tile-title-5">
            <a:extLst xmlns:a="http://schemas.openxmlformats.org/drawingml/2006/main">
              <a:ext uri="{FF2B5EF4-FFF2-40B4-BE49-F238E27FC236}">
                <a16:creationId xmlns:a16="http://schemas.microsoft.com/office/drawing/2014/main" id="{67B7AD33-BFDD-42A6-A096-1BCED1DA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Signatures</a:t>
            </a:r>
          </a:p>
        </p:txBody>
      </p:sp>
      <p:sp>
        <p:nvSpPr>
          <p:cNvPr id="21" name="tile-body-5">
            <a:extLst xmlns:a="http://schemas.openxmlformats.org/drawingml/2006/main">
              <a:ext uri="{FF2B5EF4-FFF2-40B4-BE49-F238E27FC236}">
                <a16:creationId xmlns:a16="http://schemas.microsoft.com/office/drawing/2014/main" id="{8659DAF7-EE6B-4EE1-8CC4-543D17AE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006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Personal and organizational</a:t>
            </a:r>
          </a:p>
        </p:txBody>
      </p:sp>
      <p:sp>
        <p:nvSpPr>
          <p:cNvPr id="22" name="tile-6">
            <a:extLst xmlns:a="http://schemas.openxmlformats.org/drawingml/2006/main">
              <a:ext uri="{FF2B5EF4-FFF2-40B4-BE49-F238E27FC236}">
                <a16:creationId xmlns:a16="http://schemas.microsoft.com/office/drawing/2014/main" id="{72832E6A-0CB3-445A-9982-75A6A94A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419600"/>
            <a:ext cx="2676525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3" name="tile-title-6">
            <a:extLst xmlns:a="http://schemas.openxmlformats.org/drawingml/2006/main">
              <a:ext uri="{FF2B5EF4-FFF2-40B4-BE49-F238E27FC236}">
                <a16:creationId xmlns:a16="http://schemas.microsoft.com/office/drawing/2014/main" id="{2B91CFEF-4F58-4F94-99F5-64A82D68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64820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Automation</a:t>
            </a:r>
          </a:p>
        </p:txBody>
      </p:sp>
      <p:sp>
        <p:nvSpPr>
          <p:cNvPr id="24" name="tile-body-6">
            <a:extLst xmlns:a="http://schemas.openxmlformats.org/drawingml/2006/main">
              <a:ext uri="{FF2B5EF4-FFF2-40B4-BE49-F238E27FC236}">
                <a16:creationId xmlns:a16="http://schemas.microsoft.com/office/drawing/2014/main" id="{14A6310E-AD25-4414-BA4B-2D2FBE7C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52006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Workflows and APIs</a:t>
            </a:r>
          </a:p>
        </p:txBody>
      </p:sp>
      <p:sp>
        <p:nvSpPr>
          <p:cNvPr id="25" name="tile-7">
            <a:extLst xmlns:a="http://schemas.openxmlformats.org/drawingml/2006/main">
              <a:ext uri="{FF2B5EF4-FFF2-40B4-BE49-F238E27FC236}">
                <a16:creationId xmlns:a16="http://schemas.microsoft.com/office/drawing/2014/main" id="{CD0F28A0-0E13-4BB2-B346-7FD8A5C9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19600"/>
            <a:ext cx="2676525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6" name="tile-title-7">
            <a:extLst xmlns:a="http://schemas.openxmlformats.org/drawingml/2006/main">
              <a:ext uri="{FF2B5EF4-FFF2-40B4-BE49-F238E27FC236}">
                <a16:creationId xmlns:a16="http://schemas.microsoft.com/office/drawing/2014/main" id="{A295A717-FE29-48A0-A388-9DE9340D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4820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Evidence</a:t>
            </a:r>
          </a:p>
        </p:txBody>
      </p:sp>
      <p:sp>
        <p:nvSpPr>
          <p:cNvPr id="27" name="tile-body-7">
            <a:extLst xmlns:a="http://schemas.openxmlformats.org/drawingml/2006/main">
              <a:ext uri="{FF2B5EF4-FFF2-40B4-BE49-F238E27FC236}">
                <a16:creationId xmlns:a16="http://schemas.microsoft.com/office/drawing/2014/main" id="{3BB71E42-6A9E-4403-9A9F-00863C98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006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Audit and verification</a:t>
            </a:r>
          </a:p>
        </p:txBody>
      </p:sp>
      <p:sp>
        <p:nvSpPr>
          <p:cNvPr id="28" name="tile-8">
            <a:extLst xmlns:a="http://schemas.openxmlformats.org/drawingml/2006/main">
              <a:ext uri="{FF2B5EF4-FFF2-40B4-BE49-F238E27FC236}">
                <a16:creationId xmlns:a16="http://schemas.microsoft.com/office/drawing/2014/main" id="{419A99C6-96CB-4C0B-89A9-0E921351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419600"/>
            <a:ext cx="2676525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9" name="tile-title-8">
            <a:extLst xmlns:a="http://schemas.openxmlformats.org/drawingml/2006/main">
              <a:ext uri="{FF2B5EF4-FFF2-40B4-BE49-F238E27FC236}">
                <a16:creationId xmlns:a16="http://schemas.microsoft.com/office/drawing/2014/main" id="{21AA6166-0119-43CD-B756-9EE3D4E8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64820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AI</a:t>
            </a:r>
          </a:p>
        </p:txBody>
      </p:sp>
      <p:sp>
        <p:nvSpPr>
          <p:cNvPr id="30" name="tile-body-8">
            <a:extLst xmlns:a="http://schemas.openxmlformats.org/drawingml/2006/main">
              <a:ext uri="{FF2B5EF4-FFF2-40B4-BE49-F238E27FC236}">
                <a16:creationId xmlns:a16="http://schemas.microsoft.com/office/drawing/2014/main" id="{2548509D-2848-4E8C-96BA-5B993FCC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52006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Knowledge and governed action</a:t>
            </a:r>
          </a:p>
        </p:txBody>
      </p:sp>
      <p:sp>
        <p:nvSpPr>
          <p:cNvPr id="31" name="divider">
            <a:extLst xmlns:a="http://schemas.openxmlformats.org/drawingml/2006/main">
              <a:ext uri="{FF2B5EF4-FFF2-40B4-BE49-F238E27FC236}">
                <a16:creationId xmlns:a16="http://schemas.microsoft.com/office/drawing/2014/main" id="{CFF6A132-1650-448E-ABDA-83F78729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bottom-message">
            <a:extLst xmlns:a="http://schemas.openxmlformats.org/drawingml/2006/main">
              <a:ext uri="{FF2B5EF4-FFF2-40B4-BE49-F238E27FC236}">
                <a16:creationId xmlns:a16="http://schemas.microsoft.com/office/drawing/2014/main" id="{160C2146-9C8E-45E9-817F-6CAD38FC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Most organizations still manage these stages across disconnected systems.</a:t>
            </a:r>
          </a:p>
        </p:txBody>
      </p:sp>
    </p:spTree>
    <p:extLst>
      <p:ext uri="{BB962C8B-B14F-4D97-AF65-F5344CB8AC3E}">
        <p14:creationId xmlns:p14="http://schemas.microsoft.com/office/powerpoint/2010/main" val="4772391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14c77865db46cf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F74E08-2252-487C-B663-6C62A954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03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14B7C8BA-07EA-4F06-872B-3C1EB691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A494E2D1-18F8-4139-96B8-6EE5779A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E436DFEB-2294-4AB6-B0F9-D007017D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35862DE-EF0A-4AD3-8354-A3798E8C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Fragmentation transfers the trust problem to you</a:t>
            </a:r>
          </a:p>
        </p:txBody>
      </p:sp>
      <p:sp>
        <p:nvSpPr>
          <p:cNvPr id="7" name="process-subtitle">
            <a:extLst xmlns:a="http://schemas.openxmlformats.org/drawingml/2006/main">
              <a:ext uri="{FF2B5EF4-FFF2-40B4-BE49-F238E27FC236}">
                <a16:creationId xmlns:a16="http://schemas.microsoft.com/office/drawing/2014/main" id="{14498DDD-B3EF-4A73-8D12-2D230734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50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Each system solves part of the process. Your organization must connect the context.</a:t>
            </a:r>
          </a:p>
        </p:txBody>
      </p:sp>
      <p:sp>
        <p:nvSpPr>
          <p:cNvPr id="8" name="process-baseline">
            <a:extLst xmlns:a="http://schemas.openxmlformats.org/drawingml/2006/main">
              <a:ext uri="{FF2B5EF4-FFF2-40B4-BE49-F238E27FC236}">
                <a16:creationId xmlns:a16="http://schemas.microsoft.com/office/drawing/2014/main" id="{E487C3A4-8937-4934-B0A3-0E96295B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10934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ocess-node-1">
            <a:extLst xmlns:a="http://schemas.openxmlformats.org/drawingml/2006/main">
              <a:ext uri="{FF2B5EF4-FFF2-40B4-BE49-F238E27FC236}">
                <a16:creationId xmlns:a16="http://schemas.microsoft.com/office/drawing/2014/main" id="{CFB52167-94C0-46F0-841E-0C1266DD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863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0" name="process-number-1">
            <a:extLst xmlns:a="http://schemas.openxmlformats.org/drawingml/2006/main">
              <a:ext uri="{FF2B5EF4-FFF2-40B4-BE49-F238E27FC236}">
                <a16:creationId xmlns:a16="http://schemas.microsoft.com/office/drawing/2014/main" id="{AA64E183-A57D-4610-B4AE-FA281965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013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</a:t>
            </a:r>
          </a:p>
        </p:txBody>
      </p:sp>
      <p:sp>
        <p:nvSpPr>
          <p:cNvPr id="11" name="process-label-1">
            <a:extLst xmlns:a="http://schemas.openxmlformats.org/drawingml/2006/main">
              <a:ext uri="{FF2B5EF4-FFF2-40B4-BE49-F238E27FC236}">
                <a16:creationId xmlns:a16="http://schemas.microsoft.com/office/drawing/2014/main" id="{F989B473-95E5-4299-9244-0482ACD5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Content</a:t>
            </a:r>
          </a:p>
        </p:txBody>
      </p:sp>
      <p:sp>
        <p:nvSpPr>
          <p:cNvPr id="12" name="process-node-2">
            <a:extLst xmlns:a="http://schemas.openxmlformats.org/drawingml/2006/main">
              <a:ext uri="{FF2B5EF4-FFF2-40B4-BE49-F238E27FC236}">
                <a16:creationId xmlns:a16="http://schemas.microsoft.com/office/drawing/2014/main" id="{30C93841-96E7-4A68-9D8F-F3487E36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038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3" name="process-number-2">
            <a:extLst xmlns:a="http://schemas.openxmlformats.org/drawingml/2006/main">
              <a:ext uri="{FF2B5EF4-FFF2-40B4-BE49-F238E27FC236}">
                <a16:creationId xmlns:a16="http://schemas.microsoft.com/office/drawing/2014/main" id="{0046DA39-9967-4FB9-B196-0CC67DA8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4188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2</a:t>
            </a:r>
          </a:p>
        </p:txBody>
      </p:sp>
      <p:sp>
        <p:nvSpPr>
          <p:cNvPr id="14" name="process-label-2">
            <a:extLst xmlns:a="http://schemas.openxmlformats.org/drawingml/2006/main">
              <a:ext uri="{FF2B5EF4-FFF2-40B4-BE49-F238E27FC236}">
                <a16:creationId xmlns:a16="http://schemas.microsoft.com/office/drawing/2014/main" id="{05EE2EC3-4E70-4906-8FB1-00296BE5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5375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Workflow</a:t>
            </a:r>
          </a:p>
        </p:txBody>
      </p:sp>
      <p:sp>
        <p:nvSpPr>
          <p:cNvPr id="15" name="process-node-3">
            <a:extLst xmlns:a="http://schemas.openxmlformats.org/drawingml/2006/main">
              <a:ext uri="{FF2B5EF4-FFF2-40B4-BE49-F238E27FC236}">
                <a16:creationId xmlns:a16="http://schemas.microsoft.com/office/drawing/2014/main" id="{033E857D-F0A5-4168-9A8B-BFE85B74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213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6" name="process-number-3">
            <a:extLst xmlns:a="http://schemas.openxmlformats.org/drawingml/2006/main">
              <a:ext uri="{FF2B5EF4-FFF2-40B4-BE49-F238E27FC236}">
                <a16:creationId xmlns:a16="http://schemas.microsoft.com/office/drawing/2014/main" id="{EA87E5DB-9506-4C92-9ED3-C358C6F0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2363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3</a:t>
            </a:r>
          </a:p>
        </p:txBody>
      </p:sp>
      <p:sp>
        <p:nvSpPr>
          <p:cNvPr id="17" name="process-label-3">
            <a:extLst xmlns:a="http://schemas.openxmlformats.org/drawingml/2006/main">
              <a:ext uri="{FF2B5EF4-FFF2-40B4-BE49-F238E27FC236}">
                <a16:creationId xmlns:a16="http://schemas.microsoft.com/office/drawing/2014/main" id="{F8A84318-B304-4A98-8160-5414F1FA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Identity</a:t>
            </a:r>
          </a:p>
        </p:txBody>
      </p:sp>
      <p:sp>
        <p:nvSpPr>
          <p:cNvPr id="18" name="process-node-4">
            <a:extLst xmlns:a="http://schemas.openxmlformats.org/drawingml/2006/main">
              <a:ext uri="{FF2B5EF4-FFF2-40B4-BE49-F238E27FC236}">
                <a16:creationId xmlns:a16="http://schemas.microsoft.com/office/drawing/2014/main" id="{E99ECE23-6AF6-4DE5-8643-401EE6DF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3388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9" name="process-number-4">
            <a:extLst xmlns:a="http://schemas.openxmlformats.org/drawingml/2006/main">
              <a:ext uri="{FF2B5EF4-FFF2-40B4-BE49-F238E27FC236}">
                <a16:creationId xmlns:a16="http://schemas.microsoft.com/office/drawing/2014/main" id="{F3A17B05-C977-4D43-AA5D-88251A75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538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4</a:t>
            </a:r>
          </a:p>
        </p:txBody>
      </p:sp>
      <p:sp>
        <p:nvSpPr>
          <p:cNvPr id="20" name="process-label-4">
            <a:extLst xmlns:a="http://schemas.openxmlformats.org/drawingml/2006/main">
              <a:ext uri="{FF2B5EF4-FFF2-40B4-BE49-F238E27FC236}">
                <a16:creationId xmlns:a16="http://schemas.microsoft.com/office/drawing/2014/main" id="{B7FD7DDD-F5BC-495E-8E60-4FDB7BAB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Signature</a:t>
            </a:r>
          </a:p>
        </p:txBody>
      </p:sp>
      <p:sp>
        <p:nvSpPr>
          <p:cNvPr id="21" name="process-node-5">
            <a:extLst xmlns:a="http://schemas.openxmlformats.org/drawingml/2006/main">
              <a:ext uri="{FF2B5EF4-FFF2-40B4-BE49-F238E27FC236}">
                <a16:creationId xmlns:a16="http://schemas.microsoft.com/office/drawing/2014/main" id="{30F0A69A-3031-421B-ACE9-FF8D5FC8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1563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22" name="process-number-5">
            <a:extLst xmlns:a="http://schemas.openxmlformats.org/drawingml/2006/main">
              <a:ext uri="{FF2B5EF4-FFF2-40B4-BE49-F238E27FC236}">
                <a16:creationId xmlns:a16="http://schemas.microsoft.com/office/drawing/2014/main" id="{C3AB5026-4551-4AA2-8EA8-BE8000D9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8713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5</a:t>
            </a:r>
          </a:p>
        </p:txBody>
      </p:sp>
      <p:sp>
        <p:nvSpPr>
          <p:cNvPr id="23" name="process-label-5">
            <a:extLst xmlns:a="http://schemas.openxmlformats.org/drawingml/2006/main">
              <a:ext uri="{FF2B5EF4-FFF2-40B4-BE49-F238E27FC236}">
                <a16:creationId xmlns:a16="http://schemas.microsoft.com/office/drawing/2014/main" id="{32A215F5-7F01-4B63-B142-5773D98F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Archive</a:t>
            </a:r>
          </a:p>
        </p:txBody>
      </p:sp>
      <p:sp>
        <p:nvSpPr>
          <p:cNvPr id="24" name="process-node-6">
            <a:extLst xmlns:a="http://schemas.openxmlformats.org/drawingml/2006/main">
              <a:ext uri="{FF2B5EF4-FFF2-40B4-BE49-F238E27FC236}">
                <a16:creationId xmlns:a16="http://schemas.microsoft.com/office/drawing/2014/main" id="{C589D40B-F076-46A6-B1DC-6280EC0F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9738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25" name="process-number-6">
            <a:extLst xmlns:a="http://schemas.openxmlformats.org/drawingml/2006/main">
              <a:ext uri="{FF2B5EF4-FFF2-40B4-BE49-F238E27FC236}">
                <a16:creationId xmlns:a16="http://schemas.microsoft.com/office/drawing/2014/main" id="{A96711DC-BC50-4E0D-A9A2-86EECA41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6888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6</a:t>
            </a:r>
          </a:p>
        </p:txBody>
      </p:sp>
      <p:sp>
        <p:nvSpPr>
          <p:cNvPr id="26" name="process-label-6">
            <a:extLst xmlns:a="http://schemas.openxmlformats.org/drawingml/2006/main">
              <a:ext uri="{FF2B5EF4-FFF2-40B4-BE49-F238E27FC236}">
                <a16:creationId xmlns:a16="http://schemas.microsoft.com/office/drawing/2014/main" id="{69457925-96A6-4032-B5A9-18DED302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AI</a:t>
            </a:r>
          </a:p>
        </p:txBody>
      </p:sp>
      <p:sp>
        <p:nvSpPr>
          <p:cNvPr id="27" name="divider">
            <a:extLst xmlns:a="http://schemas.openxmlformats.org/drawingml/2006/main">
              <a:ext uri="{FF2B5EF4-FFF2-40B4-BE49-F238E27FC236}">
                <a16:creationId xmlns:a16="http://schemas.microsoft.com/office/drawing/2014/main" id="{0A253F05-E538-4574-83FA-0D4E8506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7685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bottom-message">
            <a:extLst xmlns:a="http://schemas.openxmlformats.org/drawingml/2006/main">
              <a:ext uri="{FF2B5EF4-FFF2-40B4-BE49-F238E27FC236}">
                <a16:creationId xmlns:a16="http://schemas.microsoft.com/office/drawing/2014/main" id="{CEFA2D91-C130-4214-A303-5D624445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Versions, decisions, permissions, integrations, and evidence become your responsibility to reconcile.</a:t>
            </a:r>
          </a:p>
        </p:txBody>
      </p:sp>
    </p:spTree>
    <p:extLst>
      <p:ext uri="{BB962C8B-B14F-4D97-AF65-F5344CB8AC3E}">
        <p14:creationId xmlns:p14="http://schemas.microsoft.com/office/powerpoint/2010/main" val="14383051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560d024dc84c8e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AD968F-2C72-4F79-9051-24D51220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04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8A950C37-1D76-4EAC-9333-0736A477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94137936-8648-45AD-B013-8CBBCEE6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08B130B5-861D-41AD-8EC9-24910307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128E48F-A187-4190-BECC-707FF91D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A signature answers only part of the business question</a:t>
            </a:r>
          </a:p>
        </p:txBody>
      </p:sp>
      <p:sp>
        <p:nvSpPr>
          <p:cNvPr id="7" name="contrast-left">
            <a:extLst xmlns:a="http://schemas.openxmlformats.org/drawingml/2006/main">
              <a:ext uri="{FF2B5EF4-FFF2-40B4-BE49-F238E27FC236}">
                <a16:creationId xmlns:a16="http://schemas.microsoft.com/office/drawing/2014/main" id="{5B5A1E09-FE42-4B17-BF1F-BE1752DA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409575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00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ntrast-kicker">
            <a:extLst xmlns:a="http://schemas.openxmlformats.org/drawingml/2006/main">
              <a:ext uri="{FF2B5EF4-FFF2-40B4-BE49-F238E27FC236}">
                <a16:creationId xmlns:a16="http://schemas.microsoft.com/office/drawing/2014/main" id="{D5E1DD0B-3221-4810-9CB4-51419C12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FINAL EVENT</a:t>
            </a:r>
          </a:p>
        </p:txBody>
      </p:sp>
      <p:sp>
        <p:nvSpPr>
          <p:cNvPr id="9" name="contrast-claim">
            <a:extLst xmlns:a="http://schemas.openxmlformats.org/drawingml/2006/main">
              <a:ext uri="{FF2B5EF4-FFF2-40B4-BE49-F238E27FC236}">
                <a16:creationId xmlns:a16="http://schemas.microsoft.com/office/drawing/2014/main" id="{3E031271-9898-4CFD-91C3-18AE6C3A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238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255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The document was signed.</a:t>
            </a:r>
          </a:p>
        </p:txBody>
      </p:sp>
      <p:sp>
        <p:nvSpPr>
          <p:cNvPr id="10" name="contrast-left-support">
            <a:extLst xmlns:a="http://schemas.openxmlformats.org/drawingml/2006/main">
              <a:ext uri="{FF2B5EF4-FFF2-40B4-BE49-F238E27FC236}">
                <a16:creationId xmlns:a16="http://schemas.microsoft.com/office/drawing/2014/main" id="{9E1B9E2C-1445-4558-919C-9C61E23F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323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DEFF"/>
                </a:solidFill>
                <a:latin typeface="Mulish"/>
                <a:ea typeface="Mulish"/>
                <a:cs typeface="Mulish"/>
              </a:defRPr>
            </a:pPr>
            <a:r>
              <a:rPr sz="1275" b="0">
                <a:solidFill>
                  <a:srgbClr val="E6DEFF"/>
                </a:solidFill>
                <a:latin typeface="Mulish"/>
                <a:ea typeface="Mulish"/>
                <a:cs typeface="Mulish"/>
              </a:rPr>
              <a:t>Important—but not sufficient for complete accountability.</a:t>
            </a:r>
          </a:p>
        </p:txBody>
      </p:sp>
      <p:sp>
        <p:nvSpPr>
          <p:cNvPr id="11" name="contrast-right-label">
            <a:extLst xmlns:a="http://schemas.openxmlformats.org/drawingml/2006/main">
              <a:ext uri="{FF2B5EF4-FFF2-40B4-BE49-F238E27FC236}">
                <a16:creationId xmlns:a16="http://schemas.microsoft.com/office/drawing/2014/main" id="{A4D219D7-270E-4979-9DA7-F6AB0912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9075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9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The wider execution must establish</a:t>
            </a:r>
          </a:p>
        </p:txBody>
      </p:sp>
      <p:sp>
        <p:nvSpPr>
          <p:cNvPr id="12" name="contrast-dot-1">
            <a:extLst xmlns:a="http://schemas.openxmlformats.org/drawingml/2006/main">
              <a:ext uri="{FF2B5EF4-FFF2-40B4-BE49-F238E27FC236}">
                <a16:creationId xmlns:a16="http://schemas.microsoft.com/office/drawing/2014/main" id="{FD85AC58-25B8-46E1-B060-E27C942A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ntrast-item-1">
            <a:extLst xmlns:a="http://schemas.openxmlformats.org/drawingml/2006/main">
              <a:ext uri="{FF2B5EF4-FFF2-40B4-BE49-F238E27FC236}">
                <a16:creationId xmlns:a16="http://schemas.microsoft.com/office/drawing/2014/main" id="{03904760-A529-4096-AD71-32245F0F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Who acted and whether they were authorized</a:t>
            </a:r>
          </a:p>
        </p:txBody>
      </p:sp>
      <p:sp>
        <p:nvSpPr>
          <p:cNvPr id="14" name="contrast-dot-2">
            <a:extLst xmlns:a="http://schemas.openxmlformats.org/drawingml/2006/main">
              <a:ext uri="{FF2B5EF4-FFF2-40B4-BE49-F238E27FC236}">
                <a16:creationId xmlns:a16="http://schemas.microsoft.com/office/drawing/2014/main" id="{C88E342F-EF1F-4BBE-A012-E2A2471D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4671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rast-item-2">
            <a:extLst xmlns:a="http://schemas.openxmlformats.org/drawingml/2006/main">
              <a:ext uri="{FF2B5EF4-FFF2-40B4-BE49-F238E27FC236}">
                <a16:creationId xmlns:a16="http://schemas.microsoft.com/office/drawing/2014/main" id="{2225D57E-4A00-4A5F-B7CC-A2F7CBD4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8137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Which version and decision were approved</a:t>
            </a:r>
          </a:p>
        </p:txBody>
      </p:sp>
      <p:sp>
        <p:nvSpPr>
          <p:cNvPr id="16" name="contrast-dot-3">
            <a:extLst xmlns:a="http://schemas.openxmlformats.org/drawingml/2006/main">
              <a:ext uri="{FF2B5EF4-FFF2-40B4-BE49-F238E27FC236}">
                <a16:creationId xmlns:a16="http://schemas.microsoft.com/office/drawing/2014/main" id="{5E16C092-9D4A-4827-9672-9B000002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0290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ontrast-item-3">
            <a:extLst xmlns:a="http://schemas.openxmlformats.org/drawingml/2006/main">
              <a:ext uri="{FF2B5EF4-FFF2-40B4-BE49-F238E27FC236}">
                <a16:creationId xmlns:a16="http://schemas.microsoft.com/office/drawing/2014/main" id="{F83EA599-CAD3-4084-AF6B-55FC89B0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433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What process and assurance applied</a:t>
            </a:r>
          </a:p>
        </p:txBody>
      </p:sp>
      <p:sp>
        <p:nvSpPr>
          <p:cNvPr id="18" name="contrast-dot-4">
            <a:extLst xmlns:a="http://schemas.openxmlformats.org/drawingml/2006/main">
              <a:ext uri="{FF2B5EF4-FFF2-40B4-BE49-F238E27FC236}">
                <a16:creationId xmlns:a16="http://schemas.microsoft.com/office/drawing/2014/main" id="{96C1EF53-A5F6-4045-A7ED-4CFCCB75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5910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contrast-item-4">
            <a:extLst xmlns:a="http://schemas.openxmlformats.org/drawingml/2006/main">
              <a:ext uri="{FF2B5EF4-FFF2-40B4-BE49-F238E27FC236}">
                <a16:creationId xmlns:a16="http://schemas.microsoft.com/office/drawing/2014/main" id="{12A4F409-EF80-48F6-A0BE-4FC90CF5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5053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Whether the record changed</a:t>
            </a:r>
          </a:p>
        </p:txBody>
      </p:sp>
      <p:sp>
        <p:nvSpPr>
          <p:cNvPr id="20" name="contrast-dot-5">
            <a:extLst xmlns:a="http://schemas.openxmlformats.org/drawingml/2006/main">
              <a:ext uri="{FF2B5EF4-FFF2-40B4-BE49-F238E27FC236}">
                <a16:creationId xmlns:a16="http://schemas.microsoft.com/office/drawing/2014/main" id="{50841BCD-7531-45C6-873E-26373B67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1530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ontrast-item-5">
            <a:extLst xmlns:a="http://schemas.openxmlformats.org/drawingml/2006/main">
              <a:ext uri="{FF2B5EF4-FFF2-40B4-BE49-F238E27FC236}">
                <a16:creationId xmlns:a16="http://schemas.microsoft.com/office/drawing/2014/main" id="{9514D9E2-98E4-484C-AD23-B6C051BA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0673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Whether the complete execution can be verified</a:t>
            </a:r>
          </a:p>
        </p:txBody>
      </p:sp>
    </p:spTree>
    <p:extLst>
      <p:ext uri="{BB962C8B-B14F-4D97-AF65-F5344CB8AC3E}">
        <p14:creationId xmlns:p14="http://schemas.microsoft.com/office/powerpoint/2010/main" val="11209249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0b564633b84c5e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45F5EE8-C1B4-4EB5-93AE-63B4E56C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05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06378B55-667C-4BE2-8EB7-D77F42B7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C4D876A9-8094-49BE-8974-D11A2197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FDD8D3B6-028E-4FD1-AEF7-C16A0F74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D709FD-3E72-42E1-92AB-46F7C2B6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The ideal state is one trusted digital workspace</a:t>
            </a:r>
          </a:p>
        </p:txBody>
      </p:sp>
      <p:sp>
        <p:nvSpPr>
          <p:cNvPr id="7" name="process-baseline">
            <a:extLst xmlns:a="http://schemas.openxmlformats.org/drawingml/2006/main">
              <a:ext uri="{FF2B5EF4-FFF2-40B4-BE49-F238E27FC236}">
                <a16:creationId xmlns:a16="http://schemas.microsoft.com/office/drawing/2014/main" id="{AB1830F9-3A11-4996-BF30-2DA5EDA2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10934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cess-node-1">
            <a:extLst xmlns:a="http://schemas.openxmlformats.org/drawingml/2006/main">
              <a:ext uri="{FF2B5EF4-FFF2-40B4-BE49-F238E27FC236}">
                <a16:creationId xmlns:a16="http://schemas.microsoft.com/office/drawing/2014/main" id="{12B96646-C6FA-4331-8403-80A50128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863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9" name="process-number-1">
            <a:extLst xmlns:a="http://schemas.openxmlformats.org/drawingml/2006/main">
              <a:ext uri="{FF2B5EF4-FFF2-40B4-BE49-F238E27FC236}">
                <a16:creationId xmlns:a16="http://schemas.microsoft.com/office/drawing/2014/main" id="{671930F1-F1AE-4757-BD78-A6A38B55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013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</a:t>
            </a:r>
          </a:p>
        </p:txBody>
      </p:sp>
      <p:sp>
        <p:nvSpPr>
          <p:cNvPr id="10" name="process-label-1">
            <a:extLst xmlns:a="http://schemas.openxmlformats.org/drawingml/2006/main">
              <a:ext uri="{FF2B5EF4-FFF2-40B4-BE49-F238E27FC236}">
                <a16:creationId xmlns:a16="http://schemas.microsoft.com/office/drawing/2014/main" id="{CA9AC8C2-DF24-4639-99F4-9C9984EE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Create</a:t>
            </a:r>
          </a:p>
        </p:txBody>
      </p:sp>
      <p:sp>
        <p:nvSpPr>
          <p:cNvPr id="11" name="process-node-2">
            <a:extLst xmlns:a="http://schemas.openxmlformats.org/drawingml/2006/main">
              <a:ext uri="{FF2B5EF4-FFF2-40B4-BE49-F238E27FC236}">
                <a16:creationId xmlns:a16="http://schemas.microsoft.com/office/drawing/2014/main" id="{2F34FA09-AE6D-4D2F-9B2A-F1187D43D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038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2" name="process-number-2">
            <a:extLst xmlns:a="http://schemas.openxmlformats.org/drawingml/2006/main">
              <a:ext uri="{FF2B5EF4-FFF2-40B4-BE49-F238E27FC236}">
                <a16:creationId xmlns:a16="http://schemas.microsoft.com/office/drawing/2014/main" id="{0F135D5B-19BA-4ABD-BE02-09A10488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4188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2</a:t>
            </a:r>
          </a:p>
        </p:txBody>
      </p:sp>
      <p:sp>
        <p:nvSpPr>
          <p:cNvPr id="13" name="process-label-2">
            <a:extLst xmlns:a="http://schemas.openxmlformats.org/drawingml/2006/main">
              <a:ext uri="{FF2B5EF4-FFF2-40B4-BE49-F238E27FC236}">
                <a16:creationId xmlns:a16="http://schemas.microsoft.com/office/drawing/2014/main" id="{31487657-78D6-4D9F-A1CD-68F8B0AA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5375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Collaborate</a:t>
            </a:r>
          </a:p>
        </p:txBody>
      </p:sp>
      <p:sp>
        <p:nvSpPr>
          <p:cNvPr id="14" name="process-node-3">
            <a:extLst xmlns:a="http://schemas.openxmlformats.org/drawingml/2006/main">
              <a:ext uri="{FF2B5EF4-FFF2-40B4-BE49-F238E27FC236}">
                <a16:creationId xmlns:a16="http://schemas.microsoft.com/office/drawing/2014/main" id="{EB5413A6-C0A8-454B-A087-54476DDD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213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5" name="process-number-3">
            <a:extLst xmlns:a="http://schemas.openxmlformats.org/drawingml/2006/main">
              <a:ext uri="{FF2B5EF4-FFF2-40B4-BE49-F238E27FC236}">
                <a16:creationId xmlns:a16="http://schemas.microsoft.com/office/drawing/2014/main" id="{3228B744-1DB6-44FA-A325-51D0C68B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2363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3</a:t>
            </a:r>
          </a:p>
        </p:txBody>
      </p:sp>
      <p:sp>
        <p:nvSpPr>
          <p:cNvPr id="16" name="process-label-3">
            <a:extLst xmlns:a="http://schemas.openxmlformats.org/drawingml/2006/main">
              <a:ext uri="{FF2B5EF4-FFF2-40B4-BE49-F238E27FC236}">
                <a16:creationId xmlns:a16="http://schemas.microsoft.com/office/drawing/2014/main" id="{39BC8F0E-47C0-4705-8211-B7E03264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Approve</a:t>
            </a:r>
          </a:p>
        </p:txBody>
      </p:sp>
      <p:sp>
        <p:nvSpPr>
          <p:cNvPr id="17" name="process-node-4">
            <a:extLst xmlns:a="http://schemas.openxmlformats.org/drawingml/2006/main">
              <a:ext uri="{FF2B5EF4-FFF2-40B4-BE49-F238E27FC236}">
                <a16:creationId xmlns:a16="http://schemas.microsoft.com/office/drawing/2014/main" id="{38EAA0E5-D678-499F-AEC4-8F5255B2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3388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8" name="process-number-4">
            <a:extLst xmlns:a="http://schemas.openxmlformats.org/drawingml/2006/main">
              <a:ext uri="{FF2B5EF4-FFF2-40B4-BE49-F238E27FC236}">
                <a16:creationId xmlns:a16="http://schemas.microsoft.com/office/drawing/2014/main" id="{927235FB-FD41-4A7F-9CE9-76AF479F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538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4</a:t>
            </a:r>
          </a:p>
        </p:txBody>
      </p:sp>
      <p:sp>
        <p:nvSpPr>
          <p:cNvPr id="19" name="process-label-4">
            <a:extLst xmlns:a="http://schemas.openxmlformats.org/drawingml/2006/main">
              <a:ext uri="{FF2B5EF4-FFF2-40B4-BE49-F238E27FC236}">
                <a16:creationId xmlns:a16="http://schemas.microsoft.com/office/drawing/2014/main" id="{8F6F7BB6-690D-48BB-AD7D-32241B3B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Sign or seal</a:t>
            </a:r>
          </a:p>
        </p:txBody>
      </p:sp>
      <p:sp>
        <p:nvSpPr>
          <p:cNvPr id="20" name="process-node-5">
            <a:extLst xmlns:a="http://schemas.openxmlformats.org/drawingml/2006/main">
              <a:ext uri="{FF2B5EF4-FFF2-40B4-BE49-F238E27FC236}">
                <a16:creationId xmlns:a16="http://schemas.microsoft.com/office/drawing/2014/main" id="{92E64669-2751-4E0D-8E58-C01AD306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1563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21" name="process-number-5">
            <a:extLst xmlns:a="http://schemas.openxmlformats.org/drawingml/2006/main">
              <a:ext uri="{FF2B5EF4-FFF2-40B4-BE49-F238E27FC236}">
                <a16:creationId xmlns:a16="http://schemas.microsoft.com/office/drawing/2014/main" id="{60B64EC0-B718-4461-9698-03429204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8713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5</a:t>
            </a:r>
          </a:p>
        </p:txBody>
      </p:sp>
      <p:sp>
        <p:nvSpPr>
          <p:cNvPr id="22" name="process-label-5">
            <a:extLst xmlns:a="http://schemas.openxmlformats.org/drawingml/2006/main">
              <a:ext uri="{FF2B5EF4-FFF2-40B4-BE49-F238E27FC236}">
                <a16:creationId xmlns:a16="http://schemas.microsoft.com/office/drawing/2014/main" id="{A089C38D-1377-4D47-9AF0-8F783F7F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Evidence</a:t>
            </a:r>
          </a:p>
        </p:txBody>
      </p:sp>
      <p:sp>
        <p:nvSpPr>
          <p:cNvPr id="23" name="process-node-6">
            <a:extLst xmlns:a="http://schemas.openxmlformats.org/drawingml/2006/main">
              <a:ext uri="{FF2B5EF4-FFF2-40B4-BE49-F238E27FC236}">
                <a16:creationId xmlns:a16="http://schemas.microsoft.com/office/drawing/2014/main" id="{FFDC8AFC-7BB7-47EE-8909-5D511CF8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9738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24" name="process-number-6">
            <a:extLst xmlns:a="http://schemas.openxmlformats.org/drawingml/2006/main">
              <a:ext uri="{FF2B5EF4-FFF2-40B4-BE49-F238E27FC236}">
                <a16:creationId xmlns:a16="http://schemas.microsoft.com/office/drawing/2014/main" id="{ED2E877D-52C9-41E4-8591-2950E546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6888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6</a:t>
            </a:r>
          </a:p>
        </p:txBody>
      </p:sp>
      <p:sp>
        <p:nvSpPr>
          <p:cNvPr id="25" name="process-label-6">
            <a:extLst xmlns:a="http://schemas.openxmlformats.org/drawingml/2006/main">
              <a:ext uri="{FF2B5EF4-FFF2-40B4-BE49-F238E27FC236}">
                <a16:creationId xmlns:a16="http://schemas.microsoft.com/office/drawing/2014/main" id="{25CCFECC-0701-42A4-90B4-37BEF87D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Retrieve</a:t>
            </a:r>
          </a:p>
        </p:txBody>
      </p:sp>
      <p:sp>
        <p:nvSpPr>
          <p:cNvPr id="26" name="divider">
            <a:extLst xmlns:a="http://schemas.openxmlformats.org/drawingml/2006/main">
              <a:ext uri="{FF2B5EF4-FFF2-40B4-BE49-F238E27FC236}">
                <a16:creationId xmlns:a16="http://schemas.microsoft.com/office/drawing/2014/main" id="{4644C16D-EEFB-42DB-BF7E-94F3CAF5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7685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bottom-message">
            <a:extLst xmlns:a="http://schemas.openxmlformats.org/drawingml/2006/main">
              <a:ext uri="{FF2B5EF4-FFF2-40B4-BE49-F238E27FC236}">
                <a16:creationId xmlns:a16="http://schemas.microsoft.com/office/drawing/2014/main" id="{F4A32682-E8AC-4EA0-BCA6-AC2217DE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Users work in one coherent experience while the organization retains one governed lifecycle.</a:t>
            </a:r>
          </a:p>
        </p:txBody>
      </p:sp>
    </p:spTree>
    <p:extLst>
      <p:ext uri="{BB962C8B-B14F-4D97-AF65-F5344CB8AC3E}">
        <p14:creationId xmlns:p14="http://schemas.microsoft.com/office/powerpoint/2010/main" val="7158611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4392d2c75847ee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8B67A70-3B1D-48D8-8633-A0C1D9F4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06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BFFE8E6F-5124-4EF8-87EF-8280ECA6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7537317A-64B7-4D4A-A1FA-33D61EB6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A6E25D72-4C19-4792-99F8-5C32A1CC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0721D3-75BC-48E2-87D0-D23B25D6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Circularo SaaS connects the complete trust chain</a:t>
            </a:r>
          </a:p>
        </p:txBody>
      </p:sp>
      <p:sp>
        <p:nvSpPr>
          <p:cNvPr id="7" name="layer-1">
            <a:extLst xmlns:a="http://schemas.openxmlformats.org/drawingml/2006/main">
              <a:ext uri="{FF2B5EF4-FFF2-40B4-BE49-F238E27FC236}">
                <a16:creationId xmlns:a16="http://schemas.microsoft.com/office/drawing/2014/main" id="{8A0068EF-B9CF-410A-9015-1D0E9C66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47900"/>
            <a:ext cx="112776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ayer-label-1">
            <a:extLst xmlns:a="http://schemas.openxmlformats.org/drawingml/2006/main">
              <a:ext uri="{FF2B5EF4-FFF2-40B4-BE49-F238E27FC236}">
                <a16:creationId xmlns:a16="http://schemas.microsoft.com/office/drawing/2014/main" id="{039D02D8-05C8-4B3B-B029-CDAFCFEA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EXPERIENCE</a:t>
            </a:r>
          </a:p>
        </p:txBody>
      </p:sp>
      <p:sp>
        <p:nvSpPr>
          <p:cNvPr id="9" name="layer-text-1">
            <a:extLst xmlns:a="http://schemas.openxmlformats.org/drawingml/2006/main">
              <a:ext uri="{FF2B5EF4-FFF2-40B4-BE49-F238E27FC236}">
                <a16:creationId xmlns:a16="http://schemas.microsoft.com/office/drawing/2014/main" id="{F401BD62-E1D9-4F85-9029-365638CD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28875"/>
            <a:ext cx="809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People · External parties · Applications</a:t>
            </a:r>
          </a:p>
        </p:txBody>
      </p:sp>
      <p:sp>
        <p:nvSpPr>
          <p:cNvPr id="10" name="layer-2">
            <a:extLst xmlns:a="http://schemas.openxmlformats.org/drawingml/2006/main">
              <a:ext uri="{FF2B5EF4-FFF2-40B4-BE49-F238E27FC236}">
                <a16:creationId xmlns:a16="http://schemas.microsoft.com/office/drawing/2014/main" id="{D5F9AE62-563B-46E6-8E0D-6B55DC8C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71850"/>
            <a:ext cx="112776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ayer-label-2">
            <a:extLst xmlns:a="http://schemas.openxmlformats.org/drawingml/2006/main">
              <a:ext uri="{FF2B5EF4-FFF2-40B4-BE49-F238E27FC236}">
                <a16:creationId xmlns:a16="http://schemas.microsoft.com/office/drawing/2014/main" id="{ADEA3D34-B75D-4EAA-9515-458BA22E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528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12" name="layer-text-2">
            <a:extLst xmlns:a="http://schemas.openxmlformats.org/drawingml/2006/main">
              <a:ext uri="{FF2B5EF4-FFF2-40B4-BE49-F238E27FC236}">
                <a16:creationId xmlns:a16="http://schemas.microsoft.com/office/drawing/2014/main" id="{4DEE4D30-D67F-430E-8A09-C36E51D4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52825"/>
            <a:ext cx="809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Managed Trusted Execution Layer</a:t>
            </a:r>
          </a:p>
        </p:txBody>
      </p:sp>
      <p:sp>
        <p:nvSpPr>
          <p:cNvPr id="13" name="layer-3">
            <a:extLst xmlns:a="http://schemas.openxmlformats.org/drawingml/2006/main">
              <a:ext uri="{FF2B5EF4-FFF2-40B4-BE49-F238E27FC236}">
                <a16:creationId xmlns:a16="http://schemas.microsoft.com/office/drawing/2014/main" id="{292186DB-3714-4DFB-ADDA-80E7C823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112776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00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layer-label-3">
            <a:extLst xmlns:a="http://schemas.openxmlformats.org/drawingml/2006/main">
              <a:ext uri="{FF2B5EF4-FFF2-40B4-BE49-F238E27FC236}">
                <a16:creationId xmlns:a16="http://schemas.microsoft.com/office/drawing/2014/main" id="{8F29DA31-5329-42E1-88A2-C6DA1960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767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TRUST CHAIN</a:t>
            </a:r>
          </a:p>
        </p:txBody>
      </p:sp>
      <p:sp>
        <p:nvSpPr>
          <p:cNvPr id="15" name="layer-text-3">
            <a:extLst xmlns:a="http://schemas.openxmlformats.org/drawingml/2006/main">
              <a:ext uri="{FF2B5EF4-FFF2-40B4-BE49-F238E27FC236}">
                <a16:creationId xmlns:a16="http://schemas.microsoft.com/office/drawing/2014/main" id="{55D47D5D-8FE4-4D3B-B85B-4B65CF50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76775"/>
            <a:ext cx="809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Identity · Authority · Policy · Approval · Sign &amp; Seal · Evidence · Records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086FDFE2-7CEA-4CCE-A908-DF48699C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769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bottom-message">
            <a:extLst xmlns:a="http://schemas.openxmlformats.org/drawingml/2006/main">
              <a:ext uri="{FF2B5EF4-FFF2-40B4-BE49-F238E27FC236}">
                <a16:creationId xmlns:a16="http://schemas.microsoft.com/office/drawing/2014/main" id="{E200C690-748E-4B8C-96B2-0CF74434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2930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One managed platform connects the controls around the action with the evidence that remains.</a:t>
            </a:r>
          </a:p>
        </p:txBody>
      </p:sp>
    </p:spTree>
    <p:extLst>
      <p:ext uri="{BB962C8B-B14F-4D97-AF65-F5344CB8AC3E}">
        <p14:creationId xmlns:p14="http://schemas.microsoft.com/office/powerpoint/2010/main" val="1645060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3aaefdbe534626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77B0370-053D-4DDE-9AB6-A27B8D14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07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3FBE5951-F212-46B4-9E4E-0D54D5EC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9955536B-6BF0-4C0F-A2F7-4B15789C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BE7F3258-DCF9-4C9F-80C8-F9EABAEB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21410F2-D0BE-4540-8870-9B447C21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The evidence chain starts before signing</a:t>
            </a:r>
          </a:p>
        </p:txBody>
      </p:sp>
      <p:sp>
        <p:nvSpPr>
          <p:cNvPr id="7" name="process-subtitle">
            <a:extLst xmlns:a="http://schemas.openxmlformats.org/drawingml/2006/main">
              <a:ext uri="{FF2B5EF4-FFF2-40B4-BE49-F238E27FC236}">
                <a16:creationId xmlns:a16="http://schemas.microsoft.com/office/drawing/2014/main" id="{09B77850-1C26-49E9-8392-C10789C4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50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Process context remains connected as content moves through its lifecycle.</a:t>
            </a:r>
          </a:p>
        </p:txBody>
      </p:sp>
      <p:sp>
        <p:nvSpPr>
          <p:cNvPr id="8" name="process-baseline">
            <a:extLst xmlns:a="http://schemas.openxmlformats.org/drawingml/2006/main">
              <a:ext uri="{FF2B5EF4-FFF2-40B4-BE49-F238E27FC236}">
                <a16:creationId xmlns:a16="http://schemas.microsoft.com/office/drawing/2014/main" id="{CBE4AFB7-9B50-43FD-B94F-B05A12C6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10934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ocess-node-1">
            <a:extLst xmlns:a="http://schemas.openxmlformats.org/drawingml/2006/main">
              <a:ext uri="{FF2B5EF4-FFF2-40B4-BE49-F238E27FC236}">
                <a16:creationId xmlns:a16="http://schemas.microsoft.com/office/drawing/2014/main" id="{E1D78D16-A75D-47CF-995D-C44FB68D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863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0" name="process-number-1">
            <a:extLst xmlns:a="http://schemas.openxmlformats.org/drawingml/2006/main">
              <a:ext uri="{FF2B5EF4-FFF2-40B4-BE49-F238E27FC236}">
                <a16:creationId xmlns:a16="http://schemas.microsoft.com/office/drawing/2014/main" id="{9C863FE9-3270-4B68-93E6-53989E65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013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</a:t>
            </a:r>
          </a:p>
        </p:txBody>
      </p:sp>
      <p:sp>
        <p:nvSpPr>
          <p:cNvPr id="11" name="process-label-1">
            <a:extLst xmlns:a="http://schemas.openxmlformats.org/drawingml/2006/main">
              <a:ext uri="{FF2B5EF4-FFF2-40B4-BE49-F238E27FC236}">
                <a16:creationId xmlns:a16="http://schemas.microsoft.com/office/drawing/2014/main" id="{D8588022-6C84-4710-BDFD-8B7E0515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Draft</a:t>
            </a:r>
          </a:p>
        </p:txBody>
      </p:sp>
      <p:sp>
        <p:nvSpPr>
          <p:cNvPr id="12" name="process-node-2">
            <a:extLst xmlns:a="http://schemas.openxmlformats.org/drawingml/2006/main">
              <a:ext uri="{FF2B5EF4-FFF2-40B4-BE49-F238E27FC236}">
                <a16:creationId xmlns:a16="http://schemas.microsoft.com/office/drawing/2014/main" id="{1E3B215B-94E5-4589-B4AF-662F96E9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038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3" name="process-number-2">
            <a:extLst xmlns:a="http://schemas.openxmlformats.org/drawingml/2006/main">
              <a:ext uri="{FF2B5EF4-FFF2-40B4-BE49-F238E27FC236}">
                <a16:creationId xmlns:a16="http://schemas.microsoft.com/office/drawing/2014/main" id="{48EEA45D-1798-4579-858A-E51A81BB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4188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2</a:t>
            </a:r>
          </a:p>
        </p:txBody>
      </p:sp>
      <p:sp>
        <p:nvSpPr>
          <p:cNvPr id="14" name="process-label-2">
            <a:extLst xmlns:a="http://schemas.openxmlformats.org/drawingml/2006/main">
              <a:ext uri="{FF2B5EF4-FFF2-40B4-BE49-F238E27FC236}">
                <a16:creationId xmlns:a16="http://schemas.microsoft.com/office/drawing/2014/main" id="{7B8A9097-52FE-4DA2-B76E-EFA23C84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5375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Co-author</a:t>
            </a:r>
          </a:p>
        </p:txBody>
      </p:sp>
      <p:sp>
        <p:nvSpPr>
          <p:cNvPr id="15" name="process-node-3">
            <a:extLst xmlns:a="http://schemas.openxmlformats.org/drawingml/2006/main">
              <a:ext uri="{FF2B5EF4-FFF2-40B4-BE49-F238E27FC236}">
                <a16:creationId xmlns:a16="http://schemas.microsoft.com/office/drawing/2014/main" id="{5AE010B8-6E7A-4749-9B49-47732069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213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6" name="process-number-3">
            <a:extLst xmlns:a="http://schemas.openxmlformats.org/drawingml/2006/main">
              <a:ext uri="{FF2B5EF4-FFF2-40B4-BE49-F238E27FC236}">
                <a16:creationId xmlns:a16="http://schemas.microsoft.com/office/drawing/2014/main" id="{945EFEED-ECEA-4E15-AA34-D4FD2C43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2363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3</a:t>
            </a:r>
          </a:p>
        </p:txBody>
      </p:sp>
      <p:sp>
        <p:nvSpPr>
          <p:cNvPr id="17" name="process-label-3">
            <a:extLst xmlns:a="http://schemas.openxmlformats.org/drawingml/2006/main">
              <a:ext uri="{FF2B5EF4-FFF2-40B4-BE49-F238E27FC236}">
                <a16:creationId xmlns:a16="http://schemas.microsoft.com/office/drawing/2014/main" id="{A2E57A2B-4B73-47CD-A382-DD3984B9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Review</a:t>
            </a:r>
          </a:p>
        </p:txBody>
      </p:sp>
      <p:sp>
        <p:nvSpPr>
          <p:cNvPr id="18" name="process-node-4">
            <a:extLst xmlns:a="http://schemas.openxmlformats.org/drawingml/2006/main">
              <a:ext uri="{FF2B5EF4-FFF2-40B4-BE49-F238E27FC236}">
                <a16:creationId xmlns:a16="http://schemas.microsoft.com/office/drawing/2014/main" id="{ACAFC1AA-7F7A-4135-98E5-DECD513E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3388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9" name="process-number-4">
            <a:extLst xmlns:a="http://schemas.openxmlformats.org/drawingml/2006/main">
              <a:ext uri="{FF2B5EF4-FFF2-40B4-BE49-F238E27FC236}">
                <a16:creationId xmlns:a16="http://schemas.microsoft.com/office/drawing/2014/main" id="{5669513A-38BE-494A-B15E-9AFC44CC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538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4</a:t>
            </a:r>
          </a:p>
        </p:txBody>
      </p:sp>
      <p:sp>
        <p:nvSpPr>
          <p:cNvPr id="20" name="process-label-4">
            <a:extLst xmlns:a="http://schemas.openxmlformats.org/drawingml/2006/main">
              <a:ext uri="{FF2B5EF4-FFF2-40B4-BE49-F238E27FC236}">
                <a16:creationId xmlns:a16="http://schemas.microsoft.com/office/drawing/2014/main" id="{9C3B761E-DF62-49E2-A1B7-3DD03ABD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Version</a:t>
            </a:r>
          </a:p>
        </p:txBody>
      </p:sp>
      <p:sp>
        <p:nvSpPr>
          <p:cNvPr id="21" name="process-node-5">
            <a:extLst xmlns:a="http://schemas.openxmlformats.org/drawingml/2006/main">
              <a:ext uri="{FF2B5EF4-FFF2-40B4-BE49-F238E27FC236}">
                <a16:creationId xmlns:a16="http://schemas.microsoft.com/office/drawing/2014/main" id="{F39B4F49-3169-4604-B0B0-2F8B4B51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1563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22" name="process-number-5">
            <a:extLst xmlns:a="http://schemas.openxmlformats.org/drawingml/2006/main">
              <a:ext uri="{FF2B5EF4-FFF2-40B4-BE49-F238E27FC236}">
                <a16:creationId xmlns:a16="http://schemas.microsoft.com/office/drawing/2014/main" id="{797F0A3D-A873-48B8-9D28-2ACD4032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8713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5</a:t>
            </a:r>
          </a:p>
        </p:txBody>
      </p:sp>
      <p:sp>
        <p:nvSpPr>
          <p:cNvPr id="23" name="process-label-5">
            <a:extLst xmlns:a="http://schemas.openxmlformats.org/drawingml/2006/main">
              <a:ext uri="{FF2B5EF4-FFF2-40B4-BE49-F238E27FC236}">
                <a16:creationId xmlns:a16="http://schemas.microsoft.com/office/drawing/2014/main" id="{991896F8-FC48-43A2-A0F6-55E7B809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Approve</a:t>
            </a:r>
          </a:p>
        </p:txBody>
      </p:sp>
      <p:sp>
        <p:nvSpPr>
          <p:cNvPr id="24" name="process-node-6">
            <a:extLst xmlns:a="http://schemas.openxmlformats.org/drawingml/2006/main">
              <a:ext uri="{FF2B5EF4-FFF2-40B4-BE49-F238E27FC236}">
                <a16:creationId xmlns:a16="http://schemas.microsoft.com/office/drawing/2014/main" id="{F114A70C-D5D6-4B8A-87AA-68A6CE03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9738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25" name="process-number-6">
            <a:extLst xmlns:a="http://schemas.openxmlformats.org/drawingml/2006/main">
              <a:ext uri="{FF2B5EF4-FFF2-40B4-BE49-F238E27FC236}">
                <a16:creationId xmlns:a16="http://schemas.microsoft.com/office/drawing/2014/main" id="{0EECF50A-BD6E-4C73-B029-688F8423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6888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6</a:t>
            </a:r>
          </a:p>
        </p:txBody>
      </p:sp>
      <p:sp>
        <p:nvSpPr>
          <p:cNvPr id="26" name="process-label-6">
            <a:extLst xmlns:a="http://schemas.openxmlformats.org/drawingml/2006/main">
              <a:ext uri="{FF2B5EF4-FFF2-40B4-BE49-F238E27FC236}">
                <a16:creationId xmlns:a16="http://schemas.microsoft.com/office/drawing/2014/main" id="{FA944003-FAF4-4C83-A8CD-BFED7BEC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3848100"/>
            <a:ext cx="173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5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Execute</a:t>
            </a:r>
          </a:p>
        </p:txBody>
      </p:sp>
      <p:sp>
        <p:nvSpPr>
          <p:cNvPr id="27" name="divider">
            <a:extLst xmlns:a="http://schemas.openxmlformats.org/drawingml/2006/main">
              <a:ext uri="{FF2B5EF4-FFF2-40B4-BE49-F238E27FC236}">
                <a16:creationId xmlns:a16="http://schemas.microsoft.com/office/drawing/2014/main" id="{EC63B21D-476F-4E6A-BC07-70665BD7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7685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bottom-message">
            <a:extLst xmlns:a="http://schemas.openxmlformats.org/drawingml/2006/main">
              <a:ext uri="{FF2B5EF4-FFF2-40B4-BE49-F238E27FC236}">
                <a16:creationId xmlns:a16="http://schemas.microsoft.com/office/drawing/2014/main" id="{4748C0E5-16EF-4ACA-A20F-4EE3541F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The authoritative version, participants, decisions, and trust events remain part of the record.</a:t>
            </a:r>
          </a:p>
        </p:txBody>
      </p:sp>
    </p:spTree>
    <p:extLst>
      <p:ext uri="{BB962C8B-B14F-4D97-AF65-F5344CB8AC3E}">
        <p14:creationId xmlns:p14="http://schemas.microsoft.com/office/powerpoint/2010/main" val="10966422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63be538b941a5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01CD1A-51C5-4809-AC5C-9D803F8E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08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9AD789B3-DA98-464F-BDD5-4ED5140E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E92634DB-69AC-4F85-A52C-D135A69D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6DC05B68-E0FD-4988-B8AC-DE7ADC02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FD5DE4-EA37-4928-AA08-5921F5A0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The outcome is a trusted record—not just storage</a:t>
            </a:r>
          </a:p>
        </p:txBody>
      </p:sp>
      <p:sp>
        <p:nvSpPr>
          <p:cNvPr id="7" name="split-panel-1">
            <a:extLst xmlns:a="http://schemas.openxmlformats.org/drawingml/2006/main">
              <a:ext uri="{FF2B5EF4-FFF2-40B4-BE49-F238E27FC236}">
                <a16:creationId xmlns:a16="http://schemas.microsoft.com/office/drawing/2014/main" id="{6F317F48-349D-4792-9C80-924F1932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54864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8" name="split-title-1">
            <a:extLst xmlns:a="http://schemas.openxmlformats.org/drawingml/2006/main">
              <a:ext uri="{FF2B5EF4-FFF2-40B4-BE49-F238E27FC236}">
                <a16:creationId xmlns:a16="http://schemas.microsoft.com/office/drawing/2014/main" id="{13301F32-2581-42B9-8E1D-9E0930E5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225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Traditional storage</a:t>
            </a:r>
          </a:p>
        </p:txBody>
      </p:sp>
      <p:sp>
        <p:nvSpPr>
          <p:cNvPr id="9" name="split-body-1">
            <a:extLst xmlns:a="http://schemas.openxmlformats.org/drawingml/2006/main">
              <a:ext uri="{FF2B5EF4-FFF2-40B4-BE49-F238E27FC236}">
                <a16:creationId xmlns:a16="http://schemas.microsoft.com/office/drawing/2014/main" id="{01C8BAB4-2246-48B1-B784-DC6327D6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49530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Where is the file?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Can I retrieve it?</a:t>
            </a:r>
          </a:p>
        </p:txBody>
      </p:sp>
      <p:sp>
        <p:nvSpPr>
          <p:cNvPr id="10" name="split-panel-2">
            <a:extLst xmlns:a="http://schemas.openxmlformats.org/drawingml/2006/main">
              <a:ext uri="{FF2B5EF4-FFF2-40B4-BE49-F238E27FC236}">
                <a16:creationId xmlns:a16="http://schemas.microsoft.com/office/drawing/2014/main" id="{5F1C2AFD-7FFB-4781-A271-53570B21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24100"/>
            <a:ext cx="54864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1" name="split-title-2">
            <a:extLst xmlns:a="http://schemas.openxmlformats.org/drawingml/2006/main">
              <a:ext uri="{FF2B5EF4-FFF2-40B4-BE49-F238E27FC236}">
                <a16:creationId xmlns:a16="http://schemas.microsoft.com/office/drawing/2014/main" id="{63A88FE6-53AF-4BE8-97C1-EEB31BB7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289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225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Trusted record</a:t>
            </a:r>
          </a:p>
        </p:txBody>
      </p:sp>
      <p:sp>
        <p:nvSpPr>
          <p:cNvPr id="12" name="split-body-2">
            <a:extLst xmlns:a="http://schemas.openxmlformats.org/drawingml/2006/main">
              <a:ext uri="{FF2B5EF4-FFF2-40B4-BE49-F238E27FC236}">
                <a16:creationId xmlns:a16="http://schemas.microsoft.com/office/drawing/2014/main" id="{2C24C147-E150-44D1-8A35-B3490074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48050"/>
            <a:ext cx="49530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Who acted?</a:t>
            </a:r>
          </a:p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What was approved?</a:t>
            </a:r>
          </a:p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Which version executed?</a:t>
            </a:r>
          </a:p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What evidence exists?</a:t>
            </a:r>
          </a:p>
        </p:txBody>
      </p:sp>
      <p:sp>
        <p:nvSpPr>
          <p:cNvPr id="13" name="divider">
            <a:extLst xmlns:a="http://schemas.openxmlformats.org/drawingml/2006/main">
              <a:ext uri="{FF2B5EF4-FFF2-40B4-BE49-F238E27FC236}">
                <a16:creationId xmlns:a16="http://schemas.microsoft.com/office/drawing/2014/main" id="{CD9F42F2-BC8E-42CB-88A4-7F0313AF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7215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ottom-message">
            <a:extLst xmlns:a="http://schemas.openxmlformats.org/drawingml/2006/main">
              <a:ext uri="{FF2B5EF4-FFF2-40B4-BE49-F238E27FC236}">
                <a16:creationId xmlns:a16="http://schemas.microsoft.com/office/drawing/2014/main" id="{5C52E857-9106-484B-A4C0-35A95303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245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Trusted records preserve the context behind agreements, decisions, approvals, and official actions.</a:t>
            </a:r>
          </a:p>
        </p:txBody>
      </p:sp>
    </p:spTree>
    <p:extLst>
      <p:ext uri="{BB962C8B-B14F-4D97-AF65-F5344CB8AC3E}">
        <p14:creationId xmlns:p14="http://schemas.microsoft.com/office/powerpoint/2010/main" val="21292091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e700d409f6421b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382F7ED-685D-4FA6-B173-2B75F318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09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A56BB930-2966-48BF-934E-F0DE73AF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F02CD465-B03E-4E8A-8E00-458EE2A3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4F3DCA30-E135-461E-B2AF-99E76CFC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23F27E-A5D1-4C51-B656-2E384945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Trusted records build institutional memory</a:t>
            </a:r>
          </a:p>
        </p:txBody>
      </p:sp>
      <p:sp>
        <p:nvSpPr>
          <p:cNvPr id="7" name="process-baseline">
            <a:extLst xmlns:a="http://schemas.openxmlformats.org/drawingml/2006/main">
              <a:ext uri="{FF2B5EF4-FFF2-40B4-BE49-F238E27FC236}">
                <a16:creationId xmlns:a16="http://schemas.microsoft.com/office/drawing/2014/main" id="{74B3ED09-407A-4DE4-A12E-9506695F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10934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cess-node-1">
            <a:extLst xmlns:a="http://schemas.openxmlformats.org/drawingml/2006/main">
              <a:ext uri="{FF2B5EF4-FFF2-40B4-BE49-F238E27FC236}">
                <a16:creationId xmlns:a16="http://schemas.microsoft.com/office/drawing/2014/main" id="{DFD026EE-8C5E-43C9-A2CB-50F2F112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5906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9" name="process-number-1">
            <a:extLst xmlns:a="http://schemas.openxmlformats.org/drawingml/2006/main">
              <a:ext uri="{FF2B5EF4-FFF2-40B4-BE49-F238E27FC236}">
                <a16:creationId xmlns:a16="http://schemas.microsoft.com/office/drawing/2014/main" id="{18947FF4-5A8F-48DB-A5CE-FD992397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3056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</a:t>
            </a:r>
          </a:p>
        </p:txBody>
      </p:sp>
      <p:sp>
        <p:nvSpPr>
          <p:cNvPr id="10" name="process-label-1">
            <a:extLst xmlns:a="http://schemas.openxmlformats.org/drawingml/2006/main">
              <a:ext uri="{FF2B5EF4-FFF2-40B4-BE49-F238E27FC236}">
                <a16:creationId xmlns:a16="http://schemas.microsoft.com/office/drawing/2014/main" id="{32D75E99-996C-4123-ACF6-A47FAE07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8100"/>
            <a:ext cx="26908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Documents</a:t>
            </a:r>
          </a:p>
        </p:txBody>
      </p:sp>
      <p:sp>
        <p:nvSpPr>
          <p:cNvPr id="11" name="process-node-2">
            <a:extLst xmlns:a="http://schemas.openxmlformats.org/drawingml/2006/main">
              <a:ext uri="{FF2B5EF4-FFF2-40B4-BE49-F238E27FC236}">
                <a16:creationId xmlns:a16="http://schemas.microsoft.com/office/drawing/2014/main" id="{91865E25-2625-483C-9132-5CA10FC2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169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2" name="process-number-2">
            <a:extLst xmlns:a="http://schemas.openxmlformats.org/drawingml/2006/main">
              <a:ext uri="{FF2B5EF4-FFF2-40B4-BE49-F238E27FC236}">
                <a16:creationId xmlns:a16="http://schemas.microsoft.com/office/drawing/2014/main" id="{C3A567C8-6B5E-459D-8D60-B0ECA66C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319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2</a:t>
            </a:r>
          </a:p>
        </p:txBody>
      </p:sp>
      <p:sp>
        <p:nvSpPr>
          <p:cNvPr id="13" name="process-label-2">
            <a:extLst xmlns:a="http://schemas.openxmlformats.org/drawingml/2006/main">
              <a:ext uri="{FF2B5EF4-FFF2-40B4-BE49-F238E27FC236}">
                <a16:creationId xmlns:a16="http://schemas.microsoft.com/office/drawing/2014/main" id="{8DBD77D9-F6E3-4880-AA30-4141D4F4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463" y="3848100"/>
            <a:ext cx="26908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Trusted records</a:t>
            </a:r>
          </a:p>
        </p:txBody>
      </p:sp>
      <p:sp>
        <p:nvSpPr>
          <p:cNvPr id="14" name="process-node-3">
            <a:extLst xmlns:a="http://schemas.openxmlformats.org/drawingml/2006/main">
              <a:ext uri="{FF2B5EF4-FFF2-40B4-BE49-F238E27FC236}">
                <a16:creationId xmlns:a16="http://schemas.microsoft.com/office/drawing/2014/main" id="{83ED33D7-9516-40C7-AD34-F95071DF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31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5" name="process-number-3">
            <a:extLst xmlns:a="http://schemas.openxmlformats.org/drawingml/2006/main">
              <a:ext uri="{FF2B5EF4-FFF2-40B4-BE49-F238E27FC236}">
                <a16:creationId xmlns:a16="http://schemas.microsoft.com/office/drawing/2014/main" id="{06985A28-1CEE-4B41-AF94-517D2882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581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3</a:t>
            </a:r>
          </a:p>
        </p:txBody>
      </p:sp>
      <p:sp>
        <p:nvSpPr>
          <p:cNvPr id="16" name="process-label-3">
            <a:extLst xmlns:a="http://schemas.openxmlformats.org/drawingml/2006/main">
              <a:ext uri="{FF2B5EF4-FFF2-40B4-BE49-F238E27FC236}">
                <a16:creationId xmlns:a16="http://schemas.microsoft.com/office/drawing/2014/main" id="{5201DDD0-8154-4452-A46C-06FB738F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848100"/>
            <a:ext cx="26908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Searchable evidence</a:t>
            </a:r>
          </a:p>
        </p:txBody>
      </p:sp>
      <p:sp>
        <p:nvSpPr>
          <p:cNvPr id="17" name="process-node-4">
            <a:extLst xmlns:a="http://schemas.openxmlformats.org/drawingml/2006/main">
              <a:ext uri="{FF2B5EF4-FFF2-40B4-BE49-F238E27FC236}">
                <a16:creationId xmlns:a16="http://schemas.microsoft.com/office/drawing/2014/main" id="{5FA429B2-80D5-4727-9100-FDB254B8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694" y="30670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8" name="process-number-4">
            <a:extLst xmlns:a="http://schemas.openxmlformats.org/drawingml/2006/main">
              <a:ext uri="{FF2B5EF4-FFF2-40B4-BE49-F238E27FC236}">
                <a16:creationId xmlns:a16="http://schemas.microsoft.com/office/drawing/2014/main" id="{DAAEBEBB-CC8C-4272-8B4E-57CA9F13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9844" y="3181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4</a:t>
            </a:r>
          </a:p>
        </p:txBody>
      </p:sp>
      <p:sp>
        <p:nvSpPr>
          <p:cNvPr id="19" name="process-label-4">
            <a:extLst xmlns:a="http://schemas.openxmlformats.org/drawingml/2006/main">
              <a:ext uri="{FF2B5EF4-FFF2-40B4-BE49-F238E27FC236}">
                <a16:creationId xmlns:a16="http://schemas.microsoft.com/office/drawing/2014/main" id="{BDC5B122-CA23-42D7-AB70-4E435BD2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848100"/>
            <a:ext cx="26908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Institutional knowledge</a:t>
            </a:r>
          </a:p>
        </p:txBody>
      </p:sp>
      <p:sp>
        <p:nvSpPr>
          <p:cNvPr id="20" name="divider">
            <a:extLst xmlns:a="http://schemas.openxmlformats.org/drawingml/2006/main">
              <a:ext uri="{FF2B5EF4-FFF2-40B4-BE49-F238E27FC236}">
                <a16:creationId xmlns:a16="http://schemas.microsoft.com/office/drawing/2014/main" id="{395B263D-6666-4D87-BAAB-BF6D5654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7685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bottom-message">
            <a:extLst xmlns:a="http://schemas.openxmlformats.org/drawingml/2006/main">
              <a:ext uri="{FF2B5EF4-FFF2-40B4-BE49-F238E27FC236}">
                <a16:creationId xmlns:a16="http://schemas.microsoft.com/office/drawing/2014/main" id="{37A3AE30-969E-4D7B-84CB-75003471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The organization retains the context behind its actions—not only the final documents.</a:t>
            </a:r>
          </a:p>
        </p:txBody>
      </p:sp>
    </p:spTree>
    <p:extLst>
      <p:ext uri="{BB962C8B-B14F-4D97-AF65-F5344CB8AC3E}">
        <p14:creationId xmlns:p14="http://schemas.microsoft.com/office/powerpoint/2010/main" val="5784348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7da6dd3564fd9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6286E3D-A078-477F-8CA6-FB96DB26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10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39BA4179-20EA-43CC-91C0-9D967A4D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7564780A-E566-44F9-9D57-F0F66624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99B544B1-6473-4E8D-952D-7D8960DD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6A75004-55F0-4D39-AF05-89E24356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Trusted context creates a safer path to AI-enabled work</a:t>
            </a:r>
          </a:p>
        </p:txBody>
      </p:sp>
      <p:sp>
        <p:nvSpPr>
          <p:cNvPr id="7" name="tile-1">
            <a:extLst xmlns:a="http://schemas.openxmlformats.org/drawingml/2006/main">
              <a:ext uri="{FF2B5EF4-FFF2-40B4-BE49-F238E27FC236}">
                <a16:creationId xmlns:a16="http://schemas.microsoft.com/office/drawing/2014/main" id="{4DAD7FEF-1535-4310-8B42-7AD3163A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24150"/>
            <a:ext cx="36322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8" name="tile-title-1">
            <a:extLst xmlns:a="http://schemas.openxmlformats.org/drawingml/2006/main">
              <a:ext uri="{FF2B5EF4-FFF2-40B4-BE49-F238E27FC236}">
                <a16:creationId xmlns:a16="http://schemas.microsoft.com/office/drawing/2014/main" id="{1400DB89-1125-4024-BD12-8B875D7A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321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9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KNOW</a:t>
            </a:r>
          </a:p>
        </p:txBody>
      </p:sp>
      <p:sp>
        <p:nvSpPr>
          <p:cNvPr id="9" name="tile-body-1">
            <a:extLst xmlns:a="http://schemas.openxmlformats.org/drawingml/2006/main">
              <a:ext uri="{FF2B5EF4-FFF2-40B4-BE49-F238E27FC236}">
                <a16:creationId xmlns:a16="http://schemas.microsoft.com/office/drawing/2014/main" id="{D1E6F4DB-13D2-4F4F-BEC8-AD3152A2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32131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Extract · Summarize · Classify · Translate · Retrieve</a:t>
            </a:r>
          </a:p>
        </p:txBody>
      </p:sp>
      <p:sp>
        <p:nvSpPr>
          <p:cNvPr id="10" name="tile-2">
            <a:extLst xmlns:a="http://schemas.openxmlformats.org/drawingml/2006/main">
              <a:ext uri="{FF2B5EF4-FFF2-40B4-BE49-F238E27FC236}">
                <a16:creationId xmlns:a16="http://schemas.microsoft.com/office/drawing/2014/main" id="{3641438B-76FD-48B3-AFEA-6FB842C1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724150"/>
            <a:ext cx="36322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1" name="tile-title-2">
            <a:extLst xmlns:a="http://schemas.openxmlformats.org/drawingml/2006/main">
              <a:ext uri="{FF2B5EF4-FFF2-40B4-BE49-F238E27FC236}">
                <a16:creationId xmlns:a16="http://schemas.microsoft.com/office/drawing/2014/main" id="{1611240C-8713-4537-AC8D-D9412C01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50" y="2952750"/>
            <a:ext cx="321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9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ADVISE</a:t>
            </a:r>
          </a:p>
        </p:txBody>
      </p:sp>
      <p:sp>
        <p:nvSpPr>
          <p:cNvPr id="12" name="tile-body-2">
            <a:extLst xmlns:a="http://schemas.openxmlformats.org/drawingml/2006/main">
              <a:ext uri="{FF2B5EF4-FFF2-40B4-BE49-F238E27FC236}">
                <a16:creationId xmlns:a16="http://schemas.microsoft.com/office/drawing/2014/main" id="{57BDBA24-2429-4D1A-9577-8C61F49D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50" y="3695700"/>
            <a:ext cx="32131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Identify obligations · Surface risk · Detect anomalies · Recommend</a:t>
            </a:r>
          </a:p>
        </p:txBody>
      </p:sp>
      <p:sp>
        <p:nvSpPr>
          <p:cNvPr id="13" name="tile-3">
            <a:extLst xmlns:a="http://schemas.openxmlformats.org/drawingml/2006/main">
              <a:ext uri="{FF2B5EF4-FFF2-40B4-BE49-F238E27FC236}">
                <a16:creationId xmlns:a16="http://schemas.microsoft.com/office/drawing/2014/main" id="{5A7771D3-EE10-4923-8711-B94F9466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724150"/>
            <a:ext cx="36322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4" name="tile-title-3">
            <a:extLst xmlns:a="http://schemas.openxmlformats.org/drawingml/2006/main">
              <a:ext uri="{FF2B5EF4-FFF2-40B4-BE49-F238E27FC236}">
                <a16:creationId xmlns:a16="http://schemas.microsoft.com/office/drawing/2014/main" id="{48090A9E-5ADB-4792-81EA-4E7C8426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952750"/>
            <a:ext cx="321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9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ACT</a:t>
            </a:r>
          </a:p>
        </p:txBody>
      </p:sp>
      <p:sp>
        <p:nvSpPr>
          <p:cNvPr id="15" name="tile-body-3">
            <a:extLst xmlns:a="http://schemas.openxmlformats.org/drawingml/2006/main">
              <a:ext uri="{FF2B5EF4-FFF2-40B4-BE49-F238E27FC236}">
                <a16:creationId xmlns:a16="http://schemas.microsoft.com/office/drawing/2014/main" id="{CA6E55AF-4D1E-43AF-816A-647C0F27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3695700"/>
            <a:ext cx="32131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Prepare actions · Initiate workflows · Request approvals · Invoke services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BC11DB5D-023A-49ED-8356-EFA81FFF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bottom-message">
            <a:extLst xmlns:a="http://schemas.openxmlformats.org/drawingml/2006/main">
              <a:ext uri="{FF2B5EF4-FFF2-40B4-BE49-F238E27FC236}">
                <a16:creationId xmlns:a16="http://schemas.microsoft.com/office/drawing/2014/main" id="{C61897BC-9F69-4CE9-BCFA-B9C3D7B2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Actions remain bounded by authority, policy, approval, evidence, and audit.</a:t>
            </a:r>
          </a:p>
        </p:txBody>
      </p:sp>
    </p:spTree>
    <p:extLst>
      <p:ext uri="{BB962C8B-B14F-4D97-AF65-F5344CB8AC3E}">
        <p14:creationId xmlns:p14="http://schemas.microsoft.com/office/powerpoint/2010/main" val="15346544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90c81c50684774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B3AEFB1-AAA6-49B1-9618-70AE6A3A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11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AA503C30-8FAE-4E99-9A0B-207236B9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F12CB785-64EE-4EB5-88F0-446CF2C4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EA865769-3868-42CC-B9BB-7F4328F0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A3CC43-24E9-4D59-BDEC-D743369A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One trust layer can serve people, systems, and agents</a:t>
            </a:r>
          </a:p>
        </p:txBody>
      </p:sp>
      <p:sp>
        <p:nvSpPr>
          <p:cNvPr id="7" name="band-1">
            <a:extLst xmlns:a="http://schemas.openxmlformats.org/drawingml/2006/main">
              <a:ext uri="{FF2B5EF4-FFF2-40B4-BE49-F238E27FC236}">
                <a16:creationId xmlns:a16="http://schemas.microsoft.com/office/drawing/2014/main" id="{E7D635E4-49AC-4CA3-A174-B2FAC350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112776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8" name="band-label-1">
            <a:extLst xmlns:a="http://schemas.openxmlformats.org/drawingml/2006/main">
              <a:ext uri="{FF2B5EF4-FFF2-40B4-BE49-F238E27FC236}">
                <a16:creationId xmlns:a16="http://schemas.microsoft.com/office/drawing/2014/main" id="{90AC89C9-D5E6-4633-90E7-826C2B83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PEOPLE</a:t>
            </a:r>
          </a:p>
        </p:txBody>
      </p:sp>
      <p:sp>
        <p:nvSpPr>
          <p:cNvPr id="9" name="band-text-1">
            <a:extLst xmlns:a="http://schemas.openxmlformats.org/drawingml/2006/main">
              <a:ext uri="{FF2B5EF4-FFF2-40B4-BE49-F238E27FC236}">
                <a16:creationId xmlns:a16="http://schemas.microsoft.com/office/drawing/2014/main" id="{F36472CD-8305-4EED-8A34-53B9883C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33650"/>
            <a:ext cx="828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Web and mobile experiences</a:t>
            </a:r>
          </a:p>
        </p:txBody>
      </p:sp>
      <p:sp>
        <p:nvSpPr>
          <p:cNvPr id="10" name="band-2">
            <a:extLst xmlns:a="http://schemas.openxmlformats.org/drawingml/2006/main">
              <a:ext uri="{FF2B5EF4-FFF2-40B4-BE49-F238E27FC236}">
                <a16:creationId xmlns:a16="http://schemas.microsoft.com/office/drawing/2014/main" id="{9DC19879-E373-4543-82D4-0D7EBC44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112776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1" name="band-label-2">
            <a:extLst xmlns:a="http://schemas.openxmlformats.org/drawingml/2006/main">
              <a:ext uri="{FF2B5EF4-FFF2-40B4-BE49-F238E27FC236}">
                <a16:creationId xmlns:a16="http://schemas.microsoft.com/office/drawing/2014/main" id="{9462C3A3-E83B-4686-813D-99D0358F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APPLICATIONS</a:t>
            </a:r>
          </a:p>
        </p:txBody>
      </p:sp>
      <p:sp>
        <p:nvSpPr>
          <p:cNvPr id="12" name="band-text-2">
            <a:extLst xmlns:a="http://schemas.openxmlformats.org/drawingml/2006/main">
              <a:ext uri="{FF2B5EF4-FFF2-40B4-BE49-F238E27FC236}">
                <a16:creationId xmlns:a16="http://schemas.microsoft.com/office/drawing/2014/main" id="{AEDB89A0-A5C6-4C63-9D26-30919A0D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38550"/>
            <a:ext cx="828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Integrations, portals, and governed APIs</a:t>
            </a:r>
          </a:p>
        </p:txBody>
      </p:sp>
      <p:sp>
        <p:nvSpPr>
          <p:cNvPr id="13" name="band-3">
            <a:extLst xmlns:a="http://schemas.openxmlformats.org/drawingml/2006/main">
              <a:ext uri="{FF2B5EF4-FFF2-40B4-BE49-F238E27FC236}">
                <a16:creationId xmlns:a16="http://schemas.microsoft.com/office/drawing/2014/main" id="{F8C035A8-947A-475B-8264-198204C3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52950"/>
            <a:ext cx="112776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4" name="band-label-3">
            <a:extLst xmlns:a="http://schemas.openxmlformats.org/drawingml/2006/main">
              <a:ext uri="{FF2B5EF4-FFF2-40B4-BE49-F238E27FC236}">
                <a16:creationId xmlns:a16="http://schemas.microsoft.com/office/drawing/2014/main" id="{513471BA-3D5C-4B0A-9F92-91CDA0DC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297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AI AGENTS</a:t>
            </a:r>
          </a:p>
        </p:txBody>
      </p:sp>
      <p:sp>
        <p:nvSpPr>
          <p:cNvPr id="15" name="band-text-3">
            <a:extLst xmlns:a="http://schemas.openxmlformats.org/drawingml/2006/main">
              <a:ext uri="{FF2B5EF4-FFF2-40B4-BE49-F238E27FC236}">
                <a16:creationId xmlns:a16="http://schemas.microsoft.com/office/drawing/2014/main" id="{210BA322-1DCB-41DA-B041-1C56269F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43450"/>
            <a:ext cx="828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Permitted actions inside the same governance and evidence model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E75811E1-A3FC-43AA-B237-B5F3DECE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bottom-message">
            <a:extLst xmlns:a="http://schemas.openxmlformats.org/drawingml/2006/main">
              <a:ext uri="{FF2B5EF4-FFF2-40B4-BE49-F238E27FC236}">
                <a16:creationId xmlns:a16="http://schemas.microsoft.com/office/drawing/2014/main" id="{E91EA06C-D407-4582-9902-93010AE1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One trust layer · Multiple channels · Consistent policy · Continuous evidence</a:t>
            </a:r>
          </a:p>
        </p:txBody>
      </p:sp>
    </p:spTree>
    <p:extLst>
      <p:ext uri="{BB962C8B-B14F-4D97-AF65-F5344CB8AC3E}">
        <p14:creationId xmlns:p14="http://schemas.microsoft.com/office/powerpoint/2010/main" val="19130048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91239165ed4f21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50F8C48-B910-466C-AE34-3CAE4992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12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16D012B2-5783-46DE-BE98-EDF7A7CA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A3C963C6-9F86-4F49-BEA8-6929EBAB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07F7FF66-2BD1-4C9E-A5CA-285487D1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8A0B1E-6892-4550-B03A-21026EE6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Managed delivery reduces the infrastructure burden</a:t>
            </a:r>
          </a:p>
        </p:txBody>
      </p:sp>
      <p:sp>
        <p:nvSpPr>
          <p:cNvPr id="7" name="tile-1">
            <a:extLst xmlns:a="http://schemas.openxmlformats.org/drawingml/2006/main">
              <a:ext uri="{FF2B5EF4-FFF2-40B4-BE49-F238E27FC236}">
                <a16:creationId xmlns:a16="http://schemas.microsoft.com/office/drawing/2014/main" id="{867AA8CB-F16F-48C1-8D08-12B349AB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24150"/>
            <a:ext cx="2676525" cy="2857500"/>
          </a:xfrm>
          <a:prstGeom xmlns:a="http://schemas.openxmlformats.org/drawingml/2006/main" prst="roundRect">
            <a:avLst>
              <a:gd name="adj" fmla="val 4270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8" name="tile-title-1">
            <a:extLst xmlns:a="http://schemas.openxmlformats.org/drawingml/2006/main">
              <a:ext uri="{FF2B5EF4-FFF2-40B4-BE49-F238E27FC236}">
                <a16:creationId xmlns:a16="http://schemas.microsoft.com/office/drawing/2014/main" id="{6D79179C-9E41-4EFC-8E89-C16663A3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Adopt</a:t>
            </a:r>
          </a:p>
        </p:txBody>
      </p:sp>
      <p:sp>
        <p:nvSpPr>
          <p:cNvPr id="9" name="tile-body-1">
            <a:extLst xmlns:a="http://schemas.openxmlformats.org/drawingml/2006/main">
              <a:ext uri="{FF2B5EF4-FFF2-40B4-BE49-F238E27FC236}">
                <a16:creationId xmlns:a16="http://schemas.microsoft.com/office/drawing/2014/main" id="{BBEA2BA6-06DD-45D2-93EB-CD2F007B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2257425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Launch trusted workflows without operating the platform infrastructure.</a:t>
            </a:r>
          </a:p>
        </p:txBody>
      </p:sp>
      <p:sp>
        <p:nvSpPr>
          <p:cNvPr id="10" name="tile-2">
            <a:extLst xmlns:a="http://schemas.openxmlformats.org/drawingml/2006/main">
              <a:ext uri="{FF2B5EF4-FFF2-40B4-BE49-F238E27FC236}">
                <a16:creationId xmlns:a16="http://schemas.microsoft.com/office/drawing/2014/main" id="{7E20DE83-EC1E-4E0F-A7DA-649ACF06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724150"/>
            <a:ext cx="2676525" cy="2857500"/>
          </a:xfrm>
          <a:prstGeom xmlns:a="http://schemas.openxmlformats.org/drawingml/2006/main" prst="roundRect">
            <a:avLst>
              <a:gd name="adj" fmla="val 4270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1" name="tile-title-2">
            <a:extLst xmlns:a="http://schemas.openxmlformats.org/drawingml/2006/main">
              <a:ext uri="{FF2B5EF4-FFF2-40B4-BE49-F238E27FC236}">
                <a16:creationId xmlns:a16="http://schemas.microsoft.com/office/drawing/2014/main" id="{F4AC2D86-54B9-4429-8FF9-5958622F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527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Configure</a:t>
            </a:r>
          </a:p>
        </p:txBody>
      </p:sp>
      <p:sp>
        <p:nvSpPr>
          <p:cNvPr id="12" name="tile-body-2">
            <a:extLst xmlns:a="http://schemas.openxmlformats.org/drawingml/2006/main">
              <a:ext uri="{FF2B5EF4-FFF2-40B4-BE49-F238E27FC236}">
                <a16:creationId xmlns:a16="http://schemas.microsoft.com/office/drawing/2014/main" id="{58168BF2-6473-488E-B04E-46902067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695700"/>
            <a:ext cx="2257425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Fit the process, authority, assurance, and evidence model.</a:t>
            </a:r>
          </a:p>
        </p:txBody>
      </p:sp>
      <p:sp>
        <p:nvSpPr>
          <p:cNvPr id="13" name="tile-3">
            <a:extLst xmlns:a="http://schemas.openxmlformats.org/drawingml/2006/main">
              <a:ext uri="{FF2B5EF4-FFF2-40B4-BE49-F238E27FC236}">
                <a16:creationId xmlns:a16="http://schemas.microsoft.com/office/drawing/2014/main" id="{907BAAF4-B63A-4C4D-A043-210EA50C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24150"/>
            <a:ext cx="2676525" cy="2857500"/>
          </a:xfrm>
          <a:prstGeom xmlns:a="http://schemas.openxmlformats.org/drawingml/2006/main" prst="roundRect">
            <a:avLst>
              <a:gd name="adj" fmla="val 4270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4" name="tile-title-3">
            <a:extLst xmlns:a="http://schemas.openxmlformats.org/drawingml/2006/main">
              <a:ext uri="{FF2B5EF4-FFF2-40B4-BE49-F238E27FC236}">
                <a16:creationId xmlns:a16="http://schemas.microsoft.com/office/drawing/2014/main" id="{6885DD08-E413-464C-BDC4-1716CC5F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Connect</a:t>
            </a:r>
          </a:p>
        </p:txBody>
      </p:sp>
      <p:sp>
        <p:nvSpPr>
          <p:cNvPr id="15" name="tile-body-3">
            <a:extLst xmlns:a="http://schemas.openxmlformats.org/drawingml/2006/main">
              <a:ext uri="{FF2B5EF4-FFF2-40B4-BE49-F238E27FC236}">
                <a16:creationId xmlns:a16="http://schemas.microsoft.com/office/drawing/2014/main" id="{44753D5D-09B1-48F9-A465-F7FB6F87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95700"/>
            <a:ext cx="2257425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Integrate existing identities and enterprise systems.</a:t>
            </a:r>
          </a:p>
        </p:txBody>
      </p:sp>
      <p:sp>
        <p:nvSpPr>
          <p:cNvPr id="16" name="tile-4">
            <a:extLst xmlns:a="http://schemas.openxmlformats.org/drawingml/2006/main">
              <a:ext uri="{FF2B5EF4-FFF2-40B4-BE49-F238E27FC236}">
                <a16:creationId xmlns:a16="http://schemas.microsoft.com/office/drawing/2014/main" id="{9A059475-C10E-466E-9A94-D27A666B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724150"/>
            <a:ext cx="2676525" cy="2857500"/>
          </a:xfrm>
          <a:prstGeom xmlns:a="http://schemas.openxmlformats.org/drawingml/2006/main" prst="roundRect">
            <a:avLst>
              <a:gd name="adj" fmla="val 4270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7" name="tile-title-4">
            <a:extLst xmlns:a="http://schemas.openxmlformats.org/drawingml/2006/main">
              <a:ext uri="{FF2B5EF4-FFF2-40B4-BE49-F238E27FC236}">
                <a16:creationId xmlns:a16="http://schemas.microsoft.com/office/drawing/2014/main" id="{3EA60C0D-A4A0-4433-803B-23C992AB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952750"/>
            <a:ext cx="2257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Expand</a:t>
            </a:r>
          </a:p>
        </p:txBody>
      </p:sp>
      <p:sp>
        <p:nvSpPr>
          <p:cNvPr id="18" name="tile-body-4">
            <a:extLst xmlns:a="http://schemas.openxmlformats.org/drawingml/2006/main">
              <a:ext uri="{FF2B5EF4-FFF2-40B4-BE49-F238E27FC236}">
                <a16:creationId xmlns:a16="http://schemas.microsoft.com/office/drawing/2014/main" id="{97BC8BDF-6862-4582-B830-785A9008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695700"/>
            <a:ext cx="2257425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425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Reuse the platform pattern across additional workflows.</a:t>
            </a:r>
          </a:p>
        </p:txBody>
      </p:sp>
      <p:sp>
        <p:nvSpPr>
          <p:cNvPr id="19" name="divider">
            <a:extLst xmlns:a="http://schemas.openxmlformats.org/drawingml/2006/main">
              <a:ext uri="{FF2B5EF4-FFF2-40B4-BE49-F238E27FC236}">
                <a16:creationId xmlns:a16="http://schemas.microsoft.com/office/drawing/2014/main" id="{761C96B2-825E-4ABE-A00D-480AF238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bottom-message">
            <a:extLst xmlns:a="http://schemas.openxmlformats.org/drawingml/2006/main">
              <a:ext uri="{FF2B5EF4-FFF2-40B4-BE49-F238E27FC236}">
                <a16:creationId xmlns:a16="http://schemas.microsoft.com/office/drawing/2014/main" id="{7EBC5CC4-C224-42D1-9BA5-79E69F00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Start with a specific use case and expand as adoption grows.</a:t>
            </a:r>
          </a:p>
        </p:txBody>
      </p:sp>
    </p:spTree>
    <p:extLst>
      <p:ext uri="{BB962C8B-B14F-4D97-AF65-F5344CB8AC3E}">
        <p14:creationId xmlns:p14="http://schemas.microsoft.com/office/powerpoint/2010/main" val="14114375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cbc897f542451e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5056FA-427F-4585-8994-5ECDA158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13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A0156798-F3EE-4643-87EB-19CF7109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6F665606-9440-4D87-AFFA-2233577B9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0211F9E5-9C4C-46E0-9574-F12B717C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87FAB8-6CF2-464E-B985-342A6C59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Design enterprise fit and pilot proof together</a:t>
            </a:r>
          </a:p>
        </p:txBody>
      </p:sp>
      <p:sp>
        <p:nvSpPr>
          <p:cNvPr id="7" name="split-panel-1">
            <a:extLst xmlns:a="http://schemas.openxmlformats.org/drawingml/2006/main">
              <a:ext uri="{FF2B5EF4-FFF2-40B4-BE49-F238E27FC236}">
                <a16:creationId xmlns:a16="http://schemas.microsoft.com/office/drawing/2014/main" id="{7CF14F01-6236-4832-8D11-FC14D65A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54864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8F9FC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8" name="split-title-1">
            <a:extLst xmlns:a="http://schemas.openxmlformats.org/drawingml/2006/main">
              <a:ext uri="{FF2B5EF4-FFF2-40B4-BE49-F238E27FC236}">
                <a16:creationId xmlns:a16="http://schemas.microsoft.com/office/drawing/2014/main" id="{C82F2C17-41C7-42A5-A158-6EF4B8F7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225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Enterprise boundaries</a:t>
            </a:r>
          </a:p>
        </p:txBody>
      </p:sp>
      <p:sp>
        <p:nvSpPr>
          <p:cNvPr id="9" name="split-body-1">
            <a:extLst xmlns:a="http://schemas.openxmlformats.org/drawingml/2006/main">
              <a:ext uri="{FF2B5EF4-FFF2-40B4-BE49-F238E27FC236}">
                <a16:creationId xmlns:a16="http://schemas.microsoft.com/office/drawing/2014/main" id="{A9BE3D5F-F00E-4E43-B2BD-DC88B6FF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49530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Security · Data location · Identity · Integration · Migration · Operating responsibility</a:t>
            </a:r>
          </a:p>
        </p:txBody>
      </p:sp>
      <p:sp>
        <p:nvSpPr>
          <p:cNvPr id="10" name="split-panel-2">
            <a:extLst xmlns:a="http://schemas.openxmlformats.org/drawingml/2006/main">
              <a:ext uri="{FF2B5EF4-FFF2-40B4-BE49-F238E27FC236}">
                <a16:creationId xmlns:a16="http://schemas.microsoft.com/office/drawing/2014/main" id="{DB1A1F8B-E058-4665-9790-10305B50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24100"/>
            <a:ext cx="54864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1" name="split-title-2">
            <a:extLst xmlns:a="http://schemas.openxmlformats.org/drawingml/2006/main">
              <a:ext uri="{FF2B5EF4-FFF2-40B4-BE49-F238E27FC236}">
                <a16:creationId xmlns:a16="http://schemas.microsoft.com/office/drawing/2014/main" id="{C29191C6-942B-4E7F-B872-2AE5C43C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289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225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Pilot proof</a:t>
            </a:r>
          </a:p>
        </p:txBody>
      </p:sp>
      <p:sp>
        <p:nvSpPr>
          <p:cNvPr id="12" name="split-body-2">
            <a:extLst xmlns:a="http://schemas.openxmlformats.org/drawingml/2006/main">
              <a:ext uri="{FF2B5EF4-FFF2-40B4-BE49-F238E27FC236}">
                <a16:creationId xmlns:a16="http://schemas.microsoft.com/office/drawing/2014/main" id="{D9F84A40-0A22-4B28-BDF8-C1BAD4FD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48050"/>
            <a:ext cx="49530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Business process · Actors · Approvals · Assurance · Integrations · Evidence · Measurable outcomes</a:t>
            </a:r>
          </a:p>
        </p:txBody>
      </p:sp>
      <p:sp>
        <p:nvSpPr>
          <p:cNvPr id="13" name="divider">
            <a:extLst xmlns:a="http://schemas.openxmlformats.org/drawingml/2006/main">
              <a:ext uri="{FF2B5EF4-FFF2-40B4-BE49-F238E27FC236}">
                <a16:creationId xmlns:a16="http://schemas.microsoft.com/office/drawing/2014/main" id="{286E4377-968F-460A-AB73-964C1B28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7215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ottom-message">
            <a:extLst xmlns:a="http://schemas.openxmlformats.org/drawingml/2006/main">
              <a:ext uri="{FF2B5EF4-FFF2-40B4-BE49-F238E27FC236}">
                <a16:creationId xmlns:a16="http://schemas.microsoft.com/office/drawing/2014/main" id="{41355C68-B800-489A-967E-F6E5AFC8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245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Make the requirements and success criteria explicit before rollout.</a:t>
            </a:r>
          </a:p>
        </p:txBody>
      </p:sp>
    </p:spTree>
    <p:extLst>
      <p:ext uri="{BB962C8B-B14F-4D97-AF65-F5344CB8AC3E}">
        <p14:creationId xmlns:p14="http://schemas.microsoft.com/office/powerpoint/2010/main" val="13390765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D009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b8ca24ba3410c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8AE1363-44ED-4C15-B871-E4EF8CF3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14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D746B41B-D99E-4CDE-843F-4265F860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DDE0BB20-FEF6-45FB-8D75-920C3642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CIRCULARO SAAS</a:t>
            </a:r>
          </a:p>
        </p:txBody>
      </p:sp>
      <p:sp>
        <p:nvSpPr>
          <p:cNvPr id="5" name="internal-mark">
            <a:extLst xmlns:a="http://schemas.openxmlformats.org/drawingml/2006/main">
              <a:ext uri="{FF2B5EF4-FFF2-40B4-BE49-F238E27FC236}">
                <a16:creationId xmlns:a16="http://schemas.microsoft.com/office/drawing/2014/main" id="{4A3B1BB1-5196-4747-8496-DDA9370F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INTERNAL WORKING PRESENTATION</a:t>
            </a:r>
          </a:p>
        </p:txBody>
      </p:sp>
      <p:sp>
        <p:nvSpPr>
          <p:cNvPr id="6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9B11C7B2-7407-4803-A086-80B4480E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NEXT STEP</a:t>
            </a:r>
          </a:p>
        </p:txBody>
      </p:sp>
      <p:sp>
        <p:nvSpPr>
          <p:cNvPr id="7" name="close-title">
            <a:extLst xmlns:a="http://schemas.openxmlformats.org/drawingml/2006/main">
              <a:ext uri="{FF2B5EF4-FFF2-40B4-BE49-F238E27FC236}">
                <a16:creationId xmlns:a16="http://schemas.microsoft.com/office/drawing/2014/main" id="{8A93085E-EDB0-4D9F-BDC6-BBB6647C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66900"/>
            <a:ext cx="1009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435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Identify your first trusted workflow</a:t>
            </a:r>
          </a:p>
        </p:txBody>
      </p:sp>
      <p:sp>
        <p:nvSpPr>
          <p:cNvPr id="8" name="close-body">
            <a:extLst xmlns:a="http://schemas.openxmlformats.org/drawingml/2006/main">
              <a:ext uri="{FF2B5EF4-FFF2-40B4-BE49-F238E27FC236}">
                <a16:creationId xmlns:a16="http://schemas.microsoft.com/office/drawing/2014/main" id="{BD9A6B14-5805-45F0-B693-095224B5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528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6DEFF"/>
                </a:solidFill>
                <a:latin typeface="Mulish"/>
                <a:ea typeface="Mulish"/>
                <a:cs typeface="Mulish"/>
              </a:defRPr>
            </a:pPr>
            <a:r>
              <a:rPr sz="1800" b="0">
                <a:solidFill>
                  <a:srgbClr val="E6DEFF"/>
                </a:solidFill>
                <a:latin typeface="Mulish"/>
                <a:ea typeface="Mulish"/>
                <a:cs typeface="Mulish"/>
              </a:rPr>
              <a:t>Start where stronger accountability and a continuous evidence chain will create the clearest business value.</a:t>
            </a:r>
          </a:p>
        </p:txBody>
      </p:sp>
      <p:sp>
        <p:nvSpPr>
          <p:cNvPr id="9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65FC97F0-D866-4243-87A3-DFBA1378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05400"/>
            <a:ext cx="1066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lose-action-text">
            <a:extLst xmlns:a="http://schemas.openxmlformats.org/drawingml/2006/main">
              <a:ext uri="{FF2B5EF4-FFF2-40B4-BE49-F238E27FC236}">
                <a16:creationId xmlns:a16="http://schemas.microsoft.com/office/drawing/2014/main" id="{A840C972-1D8D-44FD-8B97-D1FEC6E3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Discovery → Use-case design → Solution design → Pilot → Rollout</a:t>
            </a:r>
          </a:p>
        </p:txBody>
      </p:sp>
    </p:spTree>
    <p:extLst>
      <p:ext uri="{BB962C8B-B14F-4D97-AF65-F5344CB8AC3E}">
        <p14:creationId xmlns:p14="http://schemas.microsoft.com/office/powerpoint/2010/main" val="17594790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2026-08-28T12:18:53.2230000Z</dcterms:created>
  <dcterms:modified xsi:type="dcterms:W3CDTF">2026-08-28T12:18:53.2230000Z</dcterms:modified>
</coreProperties>
</file>