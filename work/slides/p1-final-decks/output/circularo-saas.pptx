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55d80fd9d545a6" /><Relationship Type="http://schemas.openxmlformats.org/officeDocument/2006/relationships/extended-properties" Target="/docProps/app.xml" Id="R1ed5eaa2c6054f61" /><Relationship Type="http://schemas.openxmlformats.org/officeDocument/2006/relationships/officeDocument" Target="/ppt/presentation.xml" Id="Rdc6934857fdf43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a5f83294084f44"/>
  </p:sldMasterIdLst>
  <p:notesMasterIdLst>
    <p:notesMasterId xmlns:r="http://schemas.openxmlformats.org/officeDocument/2006/relationships" r:id="Rb1690befe7b940a1"/>
  </p:notesMasterIdLst>
  <p:sldIdLst>
    <p:sldId xmlns:r="http://schemas.openxmlformats.org/officeDocument/2006/relationships" id="256" r:id="R927bf0e4fb6143a7"/>
    <p:sldId xmlns:r="http://schemas.openxmlformats.org/officeDocument/2006/relationships" id="257" r:id="R7082e123f1bb48d8"/>
    <p:sldId xmlns:r="http://schemas.openxmlformats.org/officeDocument/2006/relationships" id="258" r:id="Rbc3b4ed52a0948b9"/>
    <p:sldId xmlns:r="http://schemas.openxmlformats.org/officeDocument/2006/relationships" id="259" r:id="R24209b0f3d41445f"/>
    <p:sldId xmlns:r="http://schemas.openxmlformats.org/officeDocument/2006/relationships" id="260" r:id="Rffe2417bb88f439b"/>
    <p:sldId xmlns:r="http://schemas.openxmlformats.org/officeDocument/2006/relationships" id="261" r:id="R2d6e6f4ebea34a69"/>
    <p:sldId xmlns:r="http://schemas.openxmlformats.org/officeDocument/2006/relationships" id="262" r:id="R402dfe27b5d64031"/>
    <p:sldId xmlns:r="http://schemas.openxmlformats.org/officeDocument/2006/relationships" id="263" r:id="R610bfacae40d4ba7"/>
    <p:sldId xmlns:r="http://schemas.openxmlformats.org/officeDocument/2006/relationships" id="264" r:id="Rde86907246b54a81"/>
    <p:sldId xmlns:r="http://schemas.openxmlformats.org/officeDocument/2006/relationships" id="265" r:id="R930034a3343c4526"/>
    <p:sldId xmlns:r="http://schemas.openxmlformats.org/officeDocument/2006/relationships" id="266" r:id="R93881d1b5b4148cb"/>
    <p:sldId xmlns:r="http://schemas.openxmlformats.org/officeDocument/2006/relationships" id="267" r:id="R1bc1ecc7fbf24eba"/>
    <p:sldId xmlns:r="http://schemas.openxmlformats.org/officeDocument/2006/relationships" id="268" r:id="Rbf503310ff3a4f17"/>
    <p:sldId xmlns:r="http://schemas.openxmlformats.org/officeDocument/2006/relationships" id="269" r:id="Re8bb49074b56411c"/>
    <p:sldId xmlns:r="http://schemas.openxmlformats.org/officeDocument/2006/relationships" id="270" r:id="Rfa17c7a2ae7d41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93fc0afd7243e8" /><Relationship Type="http://schemas.openxmlformats.org/officeDocument/2006/relationships/slideMaster" Target="/ppt/slideMasters/slideMaster1.xml" Id="R9ea5f83294084f44" /><Relationship Type="http://schemas.openxmlformats.org/officeDocument/2006/relationships/notesMaster" Target="/ppt/notesMasters/notesMaster1.xml" Id="Rb1690befe7b940a1" /><Relationship Type="http://schemas.openxmlformats.org/officeDocument/2006/relationships/presProps" Target="/ppt/presProps.xml" Id="Rf8a0db90a2c5417f" /><Relationship Type="http://schemas.openxmlformats.org/officeDocument/2006/relationships/tableStyles" Target="/ppt/tableStyles.xml" Id="Rfb020ab0fa974177" /><Relationship Type="http://schemas.openxmlformats.org/officeDocument/2006/relationships/slide" Target="/ppt/slides/slide1.xml" Id="R927bf0e4fb6143a7" /><Relationship Type="http://schemas.openxmlformats.org/officeDocument/2006/relationships/slide" Target="/ppt/slides/slide2.xml" Id="R7082e123f1bb48d8" /><Relationship Type="http://schemas.openxmlformats.org/officeDocument/2006/relationships/slide" Target="/ppt/slides/slide3.xml" Id="Rbc3b4ed52a0948b9" /><Relationship Type="http://schemas.openxmlformats.org/officeDocument/2006/relationships/slide" Target="/ppt/slides/slide4.xml" Id="R24209b0f3d41445f" /><Relationship Type="http://schemas.openxmlformats.org/officeDocument/2006/relationships/slide" Target="/ppt/slides/slide5.xml" Id="Rffe2417bb88f439b" /><Relationship Type="http://schemas.openxmlformats.org/officeDocument/2006/relationships/slide" Target="/ppt/slides/slide6.xml" Id="R2d6e6f4ebea34a69" /><Relationship Type="http://schemas.openxmlformats.org/officeDocument/2006/relationships/slide" Target="/ppt/slides/slide7.xml" Id="R402dfe27b5d64031" /><Relationship Type="http://schemas.openxmlformats.org/officeDocument/2006/relationships/slide" Target="/ppt/slides/slide8.xml" Id="R610bfacae40d4ba7" /><Relationship Type="http://schemas.openxmlformats.org/officeDocument/2006/relationships/slide" Target="/ppt/slides/slide9.xml" Id="Rde86907246b54a81" /><Relationship Type="http://schemas.openxmlformats.org/officeDocument/2006/relationships/slide" Target="/ppt/slides/slide10.xml" Id="R930034a3343c4526" /><Relationship Type="http://schemas.openxmlformats.org/officeDocument/2006/relationships/slide" Target="/ppt/slides/slide11.xml" Id="R93881d1b5b4148cb" /><Relationship Type="http://schemas.openxmlformats.org/officeDocument/2006/relationships/slide" Target="/ppt/slides/slide12.xml" Id="R1bc1ecc7fbf24eba" /><Relationship Type="http://schemas.openxmlformats.org/officeDocument/2006/relationships/slide" Target="/ppt/slides/slide13.xml" Id="Rbf503310ff3a4f17" /><Relationship Type="http://schemas.openxmlformats.org/officeDocument/2006/relationships/slide" Target="/ppt/slides/slide14.xml" Id="Re8bb49074b56411c" /><Relationship Type="http://schemas.openxmlformats.org/officeDocument/2006/relationships/slide" Target="/ppt/slides/slide15.xml" Id="Rfa17c7a2ae7d41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df110f9e5645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3a6084bb6d4dd0" /><Relationship Type="http://schemas.openxmlformats.org/officeDocument/2006/relationships/notesMaster" Target="/ppt/notesMasters/notesMaster1.xml" Id="Reaeeca860d9746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e5928ebdff4c8f" /><Relationship Type="http://schemas.openxmlformats.org/officeDocument/2006/relationships/notesMaster" Target="/ppt/notesMasters/notesMaster1.xml" Id="R32e60499685c4a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c857cbf5da4237" /><Relationship Type="http://schemas.openxmlformats.org/officeDocument/2006/relationships/notesMaster" Target="/ppt/notesMasters/notesMaster1.xml" Id="R57d0cde16a3b4a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f3d0e29872489d" /><Relationship Type="http://schemas.openxmlformats.org/officeDocument/2006/relationships/notesMaster" Target="/ppt/notesMasters/notesMaster1.xml" Id="R45444a922b9d4c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0474ffdb4d4fdb" /><Relationship Type="http://schemas.openxmlformats.org/officeDocument/2006/relationships/notesMaster" Target="/ppt/notesMasters/notesMaster1.xml" Id="R321da05e15bf45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ad8cad59fa493b" /><Relationship Type="http://schemas.openxmlformats.org/officeDocument/2006/relationships/notesMaster" Target="/ppt/notesMasters/notesMaster1.xml" Id="R518aaad08eda45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259b5e485d4bd1" /><Relationship Type="http://schemas.openxmlformats.org/officeDocument/2006/relationships/notesMaster" Target="/ppt/notesMasters/notesMaster1.xml" Id="Re3b96dc62f9540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1c9e0a5f354432" /><Relationship Type="http://schemas.openxmlformats.org/officeDocument/2006/relationships/notesMaster" Target="/ppt/notesMasters/notesMaster1.xml" Id="R9afd7dfe747448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df0cdcf3ea4e40" /><Relationship Type="http://schemas.openxmlformats.org/officeDocument/2006/relationships/notesMaster" Target="/ppt/notesMasters/notesMaster1.xml" Id="Rdcec8bd04d964f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8b7cf572ad47d8" /><Relationship Type="http://schemas.openxmlformats.org/officeDocument/2006/relationships/notesMaster" Target="/ppt/notesMasters/notesMaster1.xml" Id="R6f619f37f6e342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aa334782c140b1" /><Relationship Type="http://schemas.openxmlformats.org/officeDocument/2006/relationships/notesMaster" Target="/ppt/notesMasters/notesMaster1.xml" Id="R302fe2f79fff4a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69e4d5eeb246d9" /><Relationship Type="http://schemas.openxmlformats.org/officeDocument/2006/relationships/notesMaster" Target="/ppt/notesMasters/notesMaster1.xml" Id="Rde65a820cdf843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0341baadc3434d" /><Relationship Type="http://schemas.openxmlformats.org/officeDocument/2006/relationships/notesMaster" Target="/ppt/notesMasters/notesMaster1.xml" Id="Rc4cd1256b266499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835ef1399f45e3" /><Relationship Type="http://schemas.openxmlformats.org/officeDocument/2006/relationships/notesMaster" Target="/ppt/notesMasters/notesMaster1.xml" Id="R5fd626a998d741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deafabb3ca4597" /><Relationship Type="http://schemas.openxmlformats.org/officeDocument/2006/relationships/notesMaster" Target="/ppt/notesMasters/notesMaster1.xml" Id="R290259e8dd6940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.agents/skills/circularo-slides/assets/icons/sovereign/*.svg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.agents/skills/circularo-slides/assets/icons/sovereign/*.svg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.agents/skills/circularo-slides/assets/icons/sovereign/*.svg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.agents/skills/circularo-slides/assets/icons/sovereign/*.svg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.agents/skills/circularo-slides/assets/icons/sovereign/*.svg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  <a:p xmlns:a="http://schemas.openxmlformats.org/drawingml/2006/main">
            <a:r>
              <a:t>- .agents/skills/circularo-slides/assets/icons/sovereign/*.svg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work/ideas/DECK 1 — Circularo SaaS.md</a:t>
            </a:r>
          </a:p>
          <a:p xmlns:a="http://schemas.openxmlformats.org/drawingml/2006/main">
            <a:r>
              <a:t>- work/p1/decks/01-circularo-saas.md</a:t>
            </a:r>
          </a:p>
          <a:p xmlns:a="http://schemas.openxmlformats.org/drawingml/2006/main">
            <a:r>
              <a:t>- .agents/skills/circularo-slides/references/brand-system.md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077c753b146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2ac37946784fe0" /><Relationship Type="http://schemas.openxmlformats.org/officeDocument/2006/relationships/slideLayout" Target="/ppt/slideLayouts/slideLayout1.xml" Id="Rf888e6463a974d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88e6463a974d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ec28421c44156" /><Relationship Type="http://schemas.openxmlformats.org/officeDocument/2006/relationships/image" Target="/ppt/media/image.png" Id="R026d3fb32596488a" /><Relationship Type="http://schemas.openxmlformats.org/officeDocument/2006/relationships/notesSlide" Target="/ppt/notesSlides/notesSlide1.xml" Id="Rda37d35ee7da49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b33593d4e45c3" /><Relationship Type="http://schemas.openxmlformats.org/officeDocument/2006/relationships/image" Target="/ppt/media/image2.png" Id="Rcbb97ffc35f7434b" /><Relationship Type="http://schemas.openxmlformats.org/officeDocument/2006/relationships/image" Target="/ppt/media/image3.png" Id="R4fbbece5c8c94449" /><Relationship Type="http://schemas.openxmlformats.org/officeDocument/2006/relationships/image" Target="/ppt/media/image4.png" Id="R13f42e2953b841aa" /><Relationship Type="http://schemas.openxmlformats.org/officeDocument/2006/relationships/image" Target="/ppt/media/image5.png" Id="R9027f3fc03404a55" /><Relationship Type="http://schemas.openxmlformats.org/officeDocument/2006/relationships/image" Target="/ppt/media/image6.png" Id="Rabb0742b513b45c6" /><Relationship Type="http://schemas.openxmlformats.org/officeDocument/2006/relationships/image" Target="/ppt/media/image7.png" Id="R5053e8bef42d4620" /><Relationship Type="http://schemas.openxmlformats.org/officeDocument/2006/relationships/image" Target="/ppt/media/image8.png" Id="R2adad80079b5419c" /><Relationship Type="http://schemas.openxmlformats.org/officeDocument/2006/relationships/image" Target="/ppt/media/image9.png" Id="Rce55f459791248e4" /><Relationship Type="http://schemas.openxmlformats.org/officeDocument/2006/relationships/image" Target="/ppt/media/image10.png" Id="R3538b8cc99d3492d" /><Relationship Type="http://schemas.openxmlformats.org/officeDocument/2006/relationships/notesSlide" Target="/ppt/notesSlides/notesSlide2.xml" Id="R5b08f5bec11a49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a162db4344668" /><Relationship Type="http://schemas.openxmlformats.org/officeDocument/2006/relationships/image" Target="/ppt/media/image11.png" Id="Rdf81e67e7d5a4c12" /><Relationship Type="http://schemas.openxmlformats.org/officeDocument/2006/relationships/notesSlide" Target="/ppt/notesSlides/notesSlide3.xml" Id="Rc75bd9082e3b43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eb5915d254bb3" /><Relationship Type="http://schemas.openxmlformats.org/officeDocument/2006/relationships/image" Target="/ppt/media/image12.png" Id="R82a7d49e3e224f60" /><Relationship Type="http://schemas.openxmlformats.org/officeDocument/2006/relationships/image" Target="/ppt/media/image13.png" Id="R92ee3938e5034245" /><Relationship Type="http://schemas.openxmlformats.org/officeDocument/2006/relationships/image" Target="/ppt/media/image14.png" Id="R6f1ed3c0b67845b8" /><Relationship Type="http://schemas.openxmlformats.org/officeDocument/2006/relationships/image" Target="/ppt/media/image15.png" Id="Rc1d53fe099934eec" /><Relationship Type="http://schemas.openxmlformats.org/officeDocument/2006/relationships/image" Target="/ppt/media/image16.png" Id="R7bab6ef4d7a5467d" /><Relationship Type="http://schemas.openxmlformats.org/officeDocument/2006/relationships/image" Target="/ppt/media/image17.png" Id="R28190a92f2cf4280" /><Relationship Type="http://schemas.openxmlformats.org/officeDocument/2006/relationships/notesSlide" Target="/ppt/notesSlides/notesSlide4.xml" Id="R03417f67a67241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08d5d43654141" /><Relationship Type="http://schemas.openxmlformats.org/officeDocument/2006/relationships/image" Target="/ppt/media/image18.png" Id="R771cce2ed9f04b65" /><Relationship Type="http://schemas.openxmlformats.org/officeDocument/2006/relationships/notesSlide" Target="/ppt/notesSlides/notesSlide5.xml" Id="Reec0b68302d441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560906dff4b74" /><Relationship Type="http://schemas.openxmlformats.org/officeDocument/2006/relationships/image" Target="/ppt/media/image19.png" Id="R3bd3fdf62d0545bd" /><Relationship Type="http://schemas.openxmlformats.org/officeDocument/2006/relationships/notesSlide" Target="/ppt/notesSlides/notesSlide6.xml" Id="R373761568b424b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ba045bff442e0" /><Relationship Type="http://schemas.openxmlformats.org/officeDocument/2006/relationships/image" Target="/ppt/media/image20.png" Id="R65a9382b155645a4" /><Relationship Type="http://schemas.openxmlformats.org/officeDocument/2006/relationships/image" Target="/ppt/media/image21.png" Id="Re2727cc083b649ae" /><Relationship Type="http://schemas.openxmlformats.org/officeDocument/2006/relationships/image" Target="/ppt/media/image22.png" Id="Rdcf2c25700024db5" /><Relationship Type="http://schemas.openxmlformats.org/officeDocument/2006/relationships/image" Target="/ppt/media/image23.png" Id="R71c5ffeacd5b4f4b" /><Relationship Type="http://schemas.openxmlformats.org/officeDocument/2006/relationships/image" Target="/ppt/media/image24.png" Id="R67d4200019964fe0" /><Relationship Type="http://schemas.openxmlformats.org/officeDocument/2006/relationships/image" Target="/ppt/media/image25.png" Id="R1fd7cb9bb35844e4" /><Relationship Type="http://schemas.openxmlformats.org/officeDocument/2006/relationships/image" Target="/ppt/media/image26.png" Id="R2a00f65b68b249ab" /><Relationship Type="http://schemas.openxmlformats.org/officeDocument/2006/relationships/image" Target="/ppt/media/image27.png" Id="R24d872875961444f" /><Relationship Type="http://schemas.openxmlformats.org/officeDocument/2006/relationships/notesSlide" Target="/ppt/notesSlides/notesSlide7.xml" Id="Rb323b755d51b4c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6d7b154bf434c" /><Relationship Type="http://schemas.openxmlformats.org/officeDocument/2006/relationships/image" Target="/ppt/media/image28.png" Id="Rd216076d8c3b4be7" /><Relationship Type="http://schemas.openxmlformats.org/officeDocument/2006/relationships/notesSlide" Target="/ppt/notesSlides/notesSlide8.xml" Id="R9d3e1cbf0b2f43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97c9d36114109" /><Relationship Type="http://schemas.openxmlformats.org/officeDocument/2006/relationships/image" Target="/ppt/media/image29.png" Id="R24e7bbd438314427" /><Relationship Type="http://schemas.openxmlformats.org/officeDocument/2006/relationships/image" Target="/ppt/media/image30.png" Id="R58d90ffd7ca7449b" /><Relationship Type="http://schemas.openxmlformats.org/officeDocument/2006/relationships/image" Target="/ppt/media/image31.png" Id="R6bb53f5970eb4e39" /><Relationship Type="http://schemas.openxmlformats.org/officeDocument/2006/relationships/image" Target="/ppt/media/image32.png" Id="Rc6f88556435f44a2" /><Relationship Type="http://schemas.openxmlformats.org/officeDocument/2006/relationships/image" Target="/ppt/media/image33.png" Id="R8dc4cbf7a5e64806" /><Relationship Type="http://schemas.openxmlformats.org/officeDocument/2006/relationships/image" Target="/ppt/media/image34.png" Id="R6ea23735d81b4939" /><Relationship Type="http://schemas.openxmlformats.org/officeDocument/2006/relationships/image" Target="/ppt/media/image35.png" Id="R330f4d4b7f7c4295" /><Relationship Type="http://schemas.openxmlformats.org/officeDocument/2006/relationships/notesSlide" Target="/ppt/notesSlides/notesSlide9.xml" Id="R3ef9375187034c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4f764aa11470f" /><Relationship Type="http://schemas.openxmlformats.org/officeDocument/2006/relationships/image" Target="/ppt/media/image36.png" Id="R4514ec529583421b" /><Relationship Type="http://schemas.openxmlformats.org/officeDocument/2006/relationships/image" Target="/ppt/media/image37.png" Id="R026565e21e8b4597" /><Relationship Type="http://schemas.openxmlformats.org/officeDocument/2006/relationships/image" Target="/ppt/media/image38.png" Id="Rafa17daca09e49da" /><Relationship Type="http://schemas.openxmlformats.org/officeDocument/2006/relationships/image" Target="/ppt/media/image39.png" Id="Rbb0cd118f45b4450" /><Relationship Type="http://schemas.openxmlformats.org/officeDocument/2006/relationships/notesSlide" Target="/ppt/notesSlides/notesSlide10.xml" Id="R7711f3a0abe14d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6536ba22b4486" /><Relationship Type="http://schemas.openxmlformats.org/officeDocument/2006/relationships/image" Target="/ppt/media/image40.png" Id="Rf5b046b096164676" /><Relationship Type="http://schemas.openxmlformats.org/officeDocument/2006/relationships/notesSlide" Target="/ppt/notesSlides/notesSlide11.xml" Id="Reb0a4461240245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6c0d2f3604761" /><Relationship Type="http://schemas.openxmlformats.org/officeDocument/2006/relationships/image" Target="/ppt/media/image41.png" Id="R1ddca239ef684dce" /><Relationship Type="http://schemas.openxmlformats.org/officeDocument/2006/relationships/image" Target="/ppt/media/image42.png" Id="R6687c59a4bad4bd4" /><Relationship Type="http://schemas.openxmlformats.org/officeDocument/2006/relationships/notesSlide" Target="/ppt/notesSlides/notesSlide12.xml" Id="Rcbc46d2b216843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a03029030471b" /><Relationship Type="http://schemas.openxmlformats.org/officeDocument/2006/relationships/image" Target="/ppt/media/image43.png" Id="R8e129582f3b7466f" /><Relationship Type="http://schemas.openxmlformats.org/officeDocument/2006/relationships/notesSlide" Target="/ppt/notesSlides/notesSlide13.xml" Id="R08c53522fa2349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cde4801b948be" /><Relationship Type="http://schemas.openxmlformats.org/officeDocument/2006/relationships/image" Target="/ppt/media/image44.png" Id="Rc8d9e08f5f4a46f0" /><Relationship Type="http://schemas.openxmlformats.org/officeDocument/2006/relationships/notesSlide" Target="/ppt/notesSlides/notesSlide14.xml" Id="Rdb7038dafee646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87316c304fa2" /><Relationship Type="http://schemas.openxmlformats.org/officeDocument/2006/relationships/image" Target="/ppt/media/image45.png" Id="R10c48b88dfa944b2" /><Relationship Type="http://schemas.openxmlformats.org/officeDocument/2006/relationships/notesSlide" Target="/ppt/notesSlides/notesSlide15.xml" Id="R0c74737c9c5349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d3fb32596488a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7FE64D-2388-4135-B3FB-C225CC10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9A78DC7-4527-4450-8FB1-C194CCED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132AFFB-0F3B-4A5B-9D5B-7722B2BD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EDDAC1EC-95E5-48D5-8793-3C366CFC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cover-glow">
            <a:extLst xmlns:a="http://schemas.openxmlformats.org/drawingml/2006/main">
              <a:ext uri="{FF2B5EF4-FFF2-40B4-BE49-F238E27FC236}">
                <a16:creationId xmlns:a16="http://schemas.microsoft.com/office/drawing/2014/main" id="{B768C138-9CCF-4598-A6F9-AEE49222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00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88DF74F-7A3C-49B3-A584-FCBE4193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0"/>
            <a:ext cx="1181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6A440F0-F5C2-4B48-A146-243ACB09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SaaS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2F6D022-8978-4304-8BFD-74A0B5FB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781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9AEFF"/>
                </a:solidFill>
                <a:latin typeface="Spartan"/>
                <a:ea typeface="Spartan"/>
                <a:cs typeface="Spartan"/>
              </a:defRPr>
            </a:pPr>
            <a:r>
              <a:rPr sz="2325" b="1">
                <a:solidFill>
                  <a:srgbClr val="C9AEFF"/>
                </a:solidFill>
                <a:latin typeface="Spartan"/>
                <a:ea typeface="Spartan"/>
                <a:cs typeface="Spartan"/>
              </a:rPr>
              <a:t>Enterprise digital trust for modern organizations</a:t>
            </a:r>
          </a:p>
        </p:txBody>
      </p:sp>
      <p:sp>
        <p:nvSpPr>
          <p:cNvPr id="10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AE47D83B-7E54-4653-A376-D5FCFE42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210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One managed environment for trusted digital work</a:t>
            </a:r>
          </a:p>
        </p:txBody>
      </p:sp>
      <p:sp>
        <p:nvSpPr>
          <p:cNvPr id="11" name="pill-WORK">
            <a:extLst xmlns:a="http://schemas.openxmlformats.org/drawingml/2006/main">
              <a:ext uri="{FF2B5EF4-FFF2-40B4-BE49-F238E27FC236}">
                <a16:creationId xmlns:a16="http://schemas.microsoft.com/office/drawing/2014/main" id="{9E1AA685-4744-4DF0-9924-E1DB0E45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215A7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pill-text-WORK">
            <a:extLst xmlns:a="http://schemas.openxmlformats.org/drawingml/2006/main">
              <a:ext uri="{FF2B5EF4-FFF2-40B4-BE49-F238E27FC236}">
                <a16:creationId xmlns:a16="http://schemas.microsoft.com/office/drawing/2014/main" id="{65CF7873-FB5E-41EC-8A6B-C5577B9A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WORK</a:t>
            </a:r>
          </a:p>
        </p:txBody>
      </p:sp>
      <p:sp>
        <p:nvSpPr>
          <p:cNvPr id="13" name="pill-AUTHORITY">
            <a:extLst xmlns:a="http://schemas.openxmlformats.org/drawingml/2006/main">
              <a:ext uri="{FF2B5EF4-FFF2-40B4-BE49-F238E27FC236}">
                <a16:creationId xmlns:a16="http://schemas.microsoft.com/office/drawing/2014/main" id="{2073A16C-2F83-4563-A41B-BA80FC84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43500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215A7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pill-text-AUTHORITY">
            <a:extLst xmlns:a="http://schemas.openxmlformats.org/drawingml/2006/main">
              <a:ext uri="{FF2B5EF4-FFF2-40B4-BE49-F238E27FC236}">
                <a16:creationId xmlns:a16="http://schemas.microsoft.com/office/drawing/2014/main" id="{0D1078E0-BD9E-4C87-8C72-18A40957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19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5" name="pill-EVIDENCE">
            <a:extLst xmlns:a="http://schemas.openxmlformats.org/drawingml/2006/main">
              <a:ext uri="{FF2B5EF4-FFF2-40B4-BE49-F238E27FC236}">
                <a16:creationId xmlns:a16="http://schemas.microsoft.com/office/drawing/2014/main" id="{244B86CD-9260-4987-BE0A-302D8A9F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143500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215A7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6" name="pill-text-EVIDENCE">
            <a:extLst xmlns:a="http://schemas.openxmlformats.org/drawingml/2006/main">
              <a:ext uri="{FF2B5EF4-FFF2-40B4-BE49-F238E27FC236}">
                <a16:creationId xmlns:a16="http://schemas.microsoft.com/office/drawing/2014/main" id="{771ADFAE-197D-4F1D-B843-FB1E7A1B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17" name="pill-AI-READY ACTION">
            <a:extLst xmlns:a="http://schemas.openxmlformats.org/drawingml/2006/main">
              <a:ext uri="{FF2B5EF4-FFF2-40B4-BE49-F238E27FC236}">
                <a16:creationId xmlns:a16="http://schemas.microsoft.com/office/drawing/2014/main" id="{089BA9E3-E68A-474F-9E9B-29E80A50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43500"/>
            <a:ext cx="16954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215A7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8" name="pill-text-AI-READY ACTION">
            <a:extLst xmlns:a="http://schemas.openxmlformats.org/drawingml/2006/main">
              <a:ext uri="{FF2B5EF4-FFF2-40B4-BE49-F238E27FC236}">
                <a16:creationId xmlns:a16="http://schemas.microsoft.com/office/drawing/2014/main" id="{02D3A33F-01A3-4D25-A44D-D6085A91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197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AI-READY ACTION</a:t>
            </a:r>
          </a:p>
        </p:txBody>
      </p:sp>
    </p:spTree>
    <p:extLst>
      <p:ext uri="{BB962C8B-B14F-4D97-AF65-F5344CB8AC3E}">
        <p14:creationId xmlns:p14="http://schemas.microsoft.com/office/powerpoint/2010/main" val="11199959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97ffc35f7434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BA6A22-5DA4-4FFD-BC37-642CCF33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72E2A59-07D8-45A7-8C4D-DC49CA18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D047BF77-9EAC-4BF6-8699-EDD58B37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F86EDD86-66D5-4260-BA0A-9349358E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6005B7-1D4B-4DFC-BF27-D02C43DA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Digital work now combines more than signing</a:t>
            </a:r>
          </a:p>
        </p:txBody>
      </p:sp>
      <p:sp>
        <p:nvSpPr>
          <p:cNvPr id="7" name="s2-subtitle">
            <a:extLst xmlns:a="http://schemas.openxmlformats.org/drawingml/2006/main">
              <a:ext uri="{FF2B5EF4-FFF2-40B4-BE49-F238E27FC236}">
                <a16:creationId xmlns:a16="http://schemas.microsoft.com/office/drawing/2014/main" id="{A463CA6F-8305-4917-A1C9-27A00934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The trusted process spans content, people, systems, evidence, and increasingly AI.</a:t>
            </a:r>
          </a:p>
        </p:txBody>
      </p:sp>
      <p:sp>
        <p:nvSpPr>
          <p:cNvPr id="8" name="s2-card-0">
            <a:extLst xmlns:a="http://schemas.openxmlformats.org/drawingml/2006/main">
              <a:ext uri="{FF2B5EF4-FFF2-40B4-BE49-F238E27FC236}">
                <a16:creationId xmlns:a16="http://schemas.microsoft.com/office/drawing/2014/main" id="{D0D3BC8D-7B76-4D73-A96C-58A8678B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2705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bece5c8c94449"/>
          <a:stretch xmlns:a="http://schemas.openxmlformats.org/drawingml/2006/main"/>
        </p:blipFill>
        <p:spPr>
          <a:xfrm xmlns:a="http://schemas.openxmlformats.org/drawingml/2006/main">
            <a:off x="609600" y="2847975"/>
            <a:ext cx="51435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s2-title-0">
            <a:extLst xmlns:a="http://schemas.openxmlformats.org/drawingml/2006/main">
              <a:ext uri="{FF2B5EF4-FFF2-40B4-BE49-F238E27FC236}">
                <a16:creationId xmlns:a16="http://schemas.microsoft.com/office/drawing/2014/main" id="{64209AD1-3067-4466-8D29-CCB87BC3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Content</a:t>
            </a:r>
          </a:p>
        </p:txBody>
      </p:sp>
      <p:sp>
        <p:nvSpPr>
          <p:cNvPr id="11" name="s2-body-0">
            <a:extLst xmlns:a="http://schemas.openxmlformats.org/drawingml/2006/main">
              <a:ext uri="{FF2B5EF4-FFF2-40B4-BE49-F238E27FC236}">
                <a16:creationId xmlns:a16="http://schemas.microsoft.com/office/drawing/2014/main" id="{AD0C7751-B7E2-436C-AB79-9B383AE0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Documents and records</a:t>
            </a:r>
          </a:p>
        </p:txBody>
      </p:sp>
      <p:sp>
        <p:nvSpPr>
          <p:cNvPr id="12" name="s2-card-1">
            <a:extLst xmlns:a="http://schemas.openxmlformats.org/drawingml/2006/main">
              <a:ext uri="{FF2B5EF4-FFF2-40B4-BE49-F238E27FC236}">
                <a16:creationId xmlns:a16="http://schemas.microsoft.com/office/drawing/2014/main" id="{EA19CCED-4DBA-4429-9154-5E7492A1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28900"/>
            <a:ext cx="2705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42e2953b841aa"/>
          <a:stretch xmlns:a="http://schemas.openxmlformats.org/drawingml/2006/main"/>
        </p:blipFill>
        <p:spPr>
          <a:xfrm xmlns:a="http://schemas.openxmlformats.org/drawingml/2006/main">
            <a:off x="3467100" y="2847975"/>
            <a:ext cx="51435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s2-title-1">
            <a:extLst xmlns:a="http://schemas.openxmlformats.org/drawingml/2006/main">
              <a:ext uri="{FF2B5EF4-FFF2-40B4-BE49-F238E27FC236}">
                <a16:creationId xmlns:a16="http://schemas.microsoft.com/office/drawing/2014/main" id="{2DC23FC0-E50E-4F2B-9CA9-8ED990CF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Collaboration</a:t>
            </a:r>
          </a:p>
        </p:txBody>
      </p:sp>
      <p:sp>
        <p:nvSpPr>
          <p:cNvPr id="15" name="s2-body-1">
            <a:extLst xmlns:a="http://schemas.openxmlformats.org/drawingml/2006/main">
              <a:ext uri="{FF2B5EF4-FFF2-40B4-BE49-F238E27FC236}">
                <a16:creationId xmlns:a16="http://schemas.microsoft.com/office/drawing/2014/main" id="{03ECE1AB-7494-4D37-BBEA-2F40103C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Review and decisions</a:t>
            </a:r>
          </a:p>
        </p:txBody>
      </p:sp>
      <p:sp>
        <p:nvSpPr>
          <p:cNvPr id="16" name="s2-card-2">
            <a:extLst xmlns:a="http://schemas.openxmlformats.org/drawingml/2006/main">
              <a:ext uri="{FF2B5EF4-FFF2-40B4-BE49-F238E27FC236}">
                <a16:creationId xmlns:a16="http://schemas.microsoft.com/office/drawing/2014/main" id="{83400580-33CA-4D0D-ABD7-39A09A69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2705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7f3fc03404a55"/>
          <a:stretch xmlns:a="http://schemas.openxmlformats.org/drawingml/2006/main"/>
        </p:blipFill>
        <p:spPr>
          <a:xfrm xmlns:a="http://schemas.openxmlformats.org/drawingml/2006/main">
            <a:off x="6324600" y="2873542"/>
            <a:ext cx="514350" cy="406066"/>
          </a:xfrm>
          <a:prstGeom xmlns:a="http://schemas.openxmlformats.org/drawingml/2006/main" prst="rect">
            <a:avLst/>
          </a:prstGeom>
        </p:spPr>
      </p:pic>
      <p:sp>
        <p:nvSpPr>
          <p:cNvPr id="18" name="s2-title-2">
            <a:extLst xmlns:a="http://schemas.openxmlformats.org/drawingml/2006/main">
              <a:ext uri="{FF2B5EF4-FFF2-40B4-BE49-F238E27FC236}">
                <a16:creationId xmlns:a16="http://schemas.microsoft.com/office/drawing/2014/main" id="{BD1A830D-FCA6-425E-96C8-083AA56B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384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19" name="s2-body-2">
            <a:extLst xmlns:a="http://schemas.openxmlformats.org/drawingml/2006/main">
              <a:ext uri="{FF2B5EF4-FFF2-40B4-BE49-F238E27FC236}">
                <a16:creationId xmlns:a16="http://schemas.microsoft.com/office/drawing/2014/main" id="{E3F62331-42FB-4CB6-94EA-74C74583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Authority and policy</a:t>
            </a:r>
          </a:p>
        </p:txBody>
      </p:sp>
      <p:sp>
        <p:nvSpPr>
          <p:cNvPr id="20" name="s2-card-3">
            <a:extLst xmlns:a="http://schemas.openxmlformats.org/drawingml/2006/main">
              <a:ext uri="{FF2B5EF4-FFF2-40B4-BE49-F238E27FC236}">
                <a16:creationId xmlns:a16="http://schemas.microsoft.com/office/drawing/2014/main" id="{B129510E-489E-4819-BA33-6F59B594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28900"/>
            <a:ext cx="2705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0742b513b45c6"/>
          <a:stretch xmlns:a="http://schemas.openxmlformats.org/drawingml/2006/main"/>
        </p:blipFill>
        <p:spPr>
          <a:xfrm xmlns:a="http://schemas.openxmlformats.org/drawingml/2006/main">
            <a:off x="9182100" y="2873542"/>
            <a:ext cx="514350" cy="406066"/>
          </a:xfrm>
          <a:prstGeom xmlns:a="http://schemas.openxmlformats.org/drawingml/2006/main" prst="rect">
            <a:avLst/>
          </a:prstGeom>
        </p:spPr>
      </p:pic>
      <p:sp>
        <p:nvSpPr>
          <p:cNvPr id="22" name="s2-title-3">
            <a:extLst xmlns:a="http://schemas.openxmlformats.org/drawingml/2006/main">
              <a:ext uri="{FF2B5EF4-FFF2-40B4-BE49-F238E27FC236}">
                <a16:creationId xmlns:a16="http://schemas.microsoft.com/office/drawing/2014/main" id="{4D5D4ED3-2EA3-4179-9EA3-908E2D45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23" name="s2-body-3">
            <a:extLst xmlns:a="http://schemas.openxmlformats.org/drawingml/2006/main">
              <a:ext uri="{FF2B5EF4-FFF2-40B4-BE49-F238E27FC236}">
                <a16:creationId xmlns:a16="http://schemas.microsoft.com/office/drawing/2014/main" id="{83406449-C8E7-4134-8525-10F1CD23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1945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Actors and assurance</a:t>
            </a:r>
          </a:p>
        </p:txBody>
      </p:sp>
      <p:sp>
        <p:nvSpPr>
          <p:cNvPr id="24" name="s2-card-4">
            <a:extLst xmlns:a="http://schemas.openxmlformats.org/drawingml/2006/main">
              <a:ext uri="{FF2B5EF4-FFF2-40B4-BE49-F238E27FC236}">
                <a16:creationId xmlns:a16="http://schemas.microsoft.com/office/drawing/2014/main" id="{B8341DFC-946F-40B3-B432-1BB0BD25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2705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3e8bef42d4620"/>
          <a:stretch xmlns:a="http://schemas.openxmlformats.org/drawingml/2006/main"/>
        </p:blipFill>
        <p:spPr>
          <a:xfrm xmlns:a="http://schemas.openxmlformats.org/drawingml/2006/main">
            <a:off x="609600" y="42481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6" name="s2-title-4">
            <a:extLst xmlns:a="http://schemas.openxmlformats.org/drawingml/2006/main">
              <a:ext uri="{FF2B5EF4-FFF2-40B4-BE49-F238E27FC236}">
                <a16:creationId xmlns:a16="http://schemas.microsoft.com/office/drawing/2014/main" id="{BF6B92A2-DEB9-4F67-9B14-51AF4B36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Signatures</a:t>
            </a:r>
          </a:p>
        </p:txBody>
      </p:sp>
      <p:sp>
        <p:nvSpPr>
          <p:cNvPr id="27" name="s2-body-4">
            <a:extLst xmlns:a="http://schemas.openxmlformats.org/drawingml/2006/main">
              <a:ext uri="{FF2B5EF4-FFF2-40B4-BE49-F238E27FC236}">
                <a16:creationId xmlns:a16="http://schemas.microsoft.com/office/drawing/2014/main" id="{1FC49D6E-873F-4301-825D-7DE1BADF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Personal and organizational</a:t>
            </a:r>
          </a:p>
        </p:txBody>
      </p:sp>
      <p:sp>
        <p:nvSpPr>
          <p:cNvPr id="28" name="s2-card-5">
            <a:extLst xmlns:a="http://schemas.openxmlformats.org/drawingml/2006/main">
              <a:ext uri="{FF2B5EF4-FFF2-40B4-BE49-F238E27FC236}">
                <a16:creationId xmlns:a16="http://schemas.microsoft.com/office/drawing/2014/main" id="{B47F65C3-7B42-4EC1-A6A5-DD8B43D2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57650"/>
            <a:ext cx="2705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dad80079b5419c"/>
          <a:stretch xmlns:a="http://schemas.openxmlformats.org/drawingml/2006/main"/>
        </p:blipFill>
        <p:spPr>
          <a:xfrm xmlns:a="http://schemas.openxmlformats.org/drawingml/2006/main">
            <a:off x="3467100" y="4291013"/>
            <a:ext cx="514350" cy="428625"/>
          </a:xfrm>
          <a:prstGeom xmlns:a="http://schemas.openxmlformats.org/drawingml/2006/main" prst="rect">
            <a:avLst/>
          </a:prstGeom>
        </p:spPr>
      </p:pic>
      <p:sp>
        <p:nvSpPr>
          <p:cNvPr id="30" name="s2-title-5">
            <a:extLst xmlns:a="http://schemas.openxmlformats.org/drawingml/2006/main">
              <a:ext uri="{FF2B5EF4-FFF2-40B4-BE49-F238E27FC236}">
                <a16:creationId xmlns:a16="http://schemas.microsoft.com/office/drawing/2014/main" id="{5293FB51-B454-43B9-9D06-7C0B61AE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672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Automation</a:t>
            </a:r>
          </a:p>
        </p:txBody>
      </p:sp>
      <p:sp>
        <p:nvSpPr>
          <p:cNvPr id="31" name="s2-body-5">
            <a:extLst xmlns:a="http://schemas.openxmlformats.org/drawingml/2006/main">
              <a:ext uri="{FF2B5EF4-FFF2-40B4-BE49-F238E27FC236}">
                <a16:creationId xmlns:a16="http://schemas.microsoft.com/office/drawing/2014/main" id="{59FD3549-4A5B-47D0-A78B-6E6888D1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4820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Workflows and APIs</a:t>
            </a:r>
          </a:p>
        </p:txBody>
      </p:sp>
      <p:sp>
        <p:nvSpPr>
          <p:cNvPr id="32" name="s2-card-6">
            <a:extLst xmlns:a="http://schemas.openxmlformats.org/drawingml/2006/main">
              <a:ext uri="{FF2B5EF4-FFF2-40B4-BE49-F238E27FC236}">
                <a16:creationId xmlns:a16="http://schemas.microsoft.com/office/drawing/2014/main" id="{D4B33D8B-DE03-4721-BDE5-AF2834D7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2705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5f459791248e4"/>
          <a:stretch xmlns:a="http://schemas.openxmlformats.org/drawingml/2006/main"/>
        </p:blipFill>
        <p:spPr>
          <a:xfrm xmlns:a="http://schemas.openxmlformats.org/drawingml/2006/main">
            <a:off x="6324600" y="4276725"/>
            <a:ext cx="51435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s2-title-6">
            <a:extLst xmlns:a="http://schemas.openxmlformats.org/drawingml/2006/main">
              <a:ext uri="{FF2B5EF4-FFF2-40B4-BE49-F238E27FC236}">
                <a16:creationId xmlns:a16="http://schemas.microsoft.com/office/drawing/2014/main" id="{F69E8C2F-9B5B-4118-B290-545304E7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35" name="s2-body-6">
            <a:extLst xmlns:a="http://schemas.openxmlformats.org/drawingml/2006/main">
              <a:ext uri="{FF2B5EF4-FFF2-40B4-BE49-F238E27FC236}">
                <a16:creationId xmlns:a16="http://schemas.microsoft.com/office/drawing/2014/main" id="{BCEA12AD-EBBC-4A49-9CCA-59BB551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Audit and verification</a:t>
            </a:r>
          </a:p>
        </p:txBody>
      </p:sp>
      <p:sp>
        <p:nvSpPr>
          <p:cNvPr id="36" name="s2-card-7">
            <a:extLst xmlns:a="http://schemas.openxmlformats.org/drawingml/2006/main">
              <a:ext uri="{FF2B5EF4-FFF2-40B4-BE49-F238E27FC236}">
                <a16:creationId xmlns:a16="http://schemas.microsoft.com/office/drawing/2014/main" id="{DF5E74B7-3A87-48DD-93AD-A0927A6E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57650"/>
            <a:ext cx="27051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8b8cc99d3492d"/>
          <a:stretch xmlns:a="http://schemas.openxmlformats.org/drawingml/2006/main"/>
        </p:blipFill>
        <p:spPr>
          <a:xfrm xmlns:a="http://schemas.openxmlformats.org/drawingml/2006/main">
            <a:off x="9182100" y="4291013"/>
            <a:ext cx="514350" cy="428625"/>
          </a:xfrm>
          <a:prstGeom xmlns:a="http://schemas.openxmlformats.org/drawingml/2006/main" prst="rect">
            <a:avLst/>
          </a:prstGeom>
        </p:spPr>
      </p:pic>
      <p:sp>
        <p:nvSpPr>
          <p:cNvPr id="38" name="s2-title-7">
            <a:extLst xmlns:a="http://schemas.openxmlformats.org/drawingml/2006/main">
              <a:ext uri="{FF2B5EF4-FFF2-40B4-BE49-F238E27FC236}">
                <a16:creationId xmlns:a16="http://schemas.microsoft.com/office/drawing/2014/main" id="{8EAC4DDC-EEC7-48B8-BC8D-ACC62919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672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</a:t>
            </a:r>
          </a:p>
        </p:txBody>
      </p:sp>
      <p:sp>
        <p:nvSpPr>
          <p:cNvPr id="39" name="s2-body-7">
            <a:extLst xmlns:a="http://schemas.openxmlformats.org/drawingml/2006/main">
              <a:ext uri="{FF2B5EF4-FFF2-40B4-BE49-F238E27FC236}">
                <a16:creationId xmlns:a16="http://schemas.microsoft.com/office/drawing/2014/main" id="{AB1B39EF-32E9-4A28-84FB-E1C9746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4820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Knowledge and governed action</a:t>
            </a:r>
          </a:p>
        </p:txBody>
      </p:sp>
      <p:sp>
        <p:nvSpPr>
          <p:cNvPr id="40" name="divider">
            <a:extLst xmlns:a="http://schemas.openxmlformats.org/drawingml/2006/main">
              <a:ext uri="{FF2B5EF4-FFF2-40B4-BE49-F238E27FC236}">
                <a16:creationId xmlns:a16="http://schemas.microsoft.com/office/drawing/2014/main" id="{5EA1354F-2B59-4246-8E29-2B2023E1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47A1FD0C-F94B-4B60-824E-9954DF3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business problem is the full execution lifecycle—not the final signature alone.</a:t>
            </a:r>
          </a:p>
        </p:txBody>
      </p:sp>
    </p:spTree>
    <p:extLst>
      <p:ext uri="{BB962C8B-B14F-4D97-AF65-F5344CB8AC3E}">
        <p14:creationId xmlns:p14="http://schemas.microsoft.com/office/powerpoint/2010/main" val="1178560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1e67e7d5a4c1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9BA9F5-7D56-479F-85FE-C9A3B450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FD0E0DD1-059F-4387-AC40-F22FC380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5C46DD81-8522-448B-AD9C-7740FB09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052067C4-6E7C-43E9-85BB-0FDC89CB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420AF0-7E09-4470-B3D5-334E46D1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2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must extend beyond the signature</a:t>
            </a:r>
          </a:p>
        </p:txBody>
      </p:sp>
      <p:sp>
        <p:nvSpPr>
          <p:cNvPr id="7" name="s3-subtitle">
            <a:extLst xmlns:a="http://schemas.openxmlformats.org/drawingml/2006/main">
              <a:ext uri="{FF2B5EF4-FFF2-40B4-BE49-F238E27FC236}">
                <a16:creationId xmlns:a16="http://schemas.microsoft.com/office/drawing/2014/main" id="{842EB035-3F9B-4400-9A93-2C21FCA0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 signature records one event. Enterprise accountability must answer the surrounding questions.</a:t>
            </a:r>
          </a:p>
        </p:txBody>
      </p:sp>
      <p:sp>
        <p:nvSpPr>
          <p:cNvPr id="8" name="s3-core">
            <a:extLst xmlns:a="http://schemas.openxmlformats.org/drawingml/2006/main">
              <a:ext uri="{FF2B5EF4-FFF2-40B4-BE49-F238E27FC236}">
                <a16:creationId xmlns:a16="http://schemas.microsoft.com/office/drawing/2014/main" id="{52FE4A6A-2F5E-4D4E-AED8-4A947E30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2819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core-text">
            <a:extLst xmlns:a="http://schemas.openxmlformats.org/drawingml/2006/main">
              <a:ext uri="{FF2B5EF4-FFF2-40B4-BE49-F238E27FC236}">
                <a16:creationId xmlns:a16="http://schemas.microsoft.com/office/drawing/2014/main" id="{E137D741-3B5E-41E3-B90B-14E6EBA9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14675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DOCUMENT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WAS SIGNED</a:t>
            </a:r>
          </a:p>
        </p:txBody>
      </p:sp>
      <p:sp>
        <p:nvSpPr>
          <p:cNvPr id="10" name="s3-q-0">
            <a:extLst xmlns:a="http://schemas.openxmlformats.org/drawingml/2006/main">
              <a:ext uri="{FF2B5EF4-FFF2-40B4-BE49-F238E27FC236}">
                <a16:creationId xmlns:a16="http://schemas.microsoft.com/office/drawing/2014/main" id="{A7B196C2-BF86-47D1-97C8-08167B4D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34480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s3-label-0">
            <a:extLst xmlns:a="http://schemas.openxmlformats.org/drawingml/2006/main">
              <a:ext uri="{FF2B5EF4-FFF2-40B4-BE49-F238E27FC236}">
                <a16:creationId xmlns:a16="http://schemas.microsoft.com/office/drawing/2014/main" id="{CBFD0FE2-B690-461A-9A6E-F22E02FA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WHO</a:t>
            </a:r>
          </a:p>
        </p:txBody>
      </p:sp>
      <p:sp>
        <p:nvSpPr>
          <p:cNvPr id="12" name="s3-body-0">
            <a:extLst xmlns:a="http://schemas.openxmlformats.org/drawingml/2006/main">
              <a:ext uri="{FF2B5EF4-FFF2-40B4-BE49-F238E27FC236}">
                <a16:creationId xmlns:a16="http://schemas.microsoft.com/office/drawing/2014/main" id="{38F74DCF-479F-476D-8716-C97B20F7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Who or what acted?</a:t>
            </a:r>
          </a:p>
        </p:txBody>
      </p:sp>
      <p:sp>
        <p:nvSpPr>
          <p:cNvPr id="13" name="s3-q-1">
            <a:extLst xmlns:a="http://schemas.openxmlformats.org/drawingml/2006/main">
              <a:ext uri="{FF2B5EF4-FFF2-40B4-BE49-F238E27FC236}">
                <a16:creationId xmlns:a16="http://schemas.microsoft.com/office/drawing/2014/main" id="{F9518845-41F5-439C-B3D5-55AFF688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34480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s3-label-1">
            <a:extLst xmlns:a="http://schemas.openxmlformats.org/drawingml/2006/main">
              <a:ext uri="{FF2B5EF4-FFF2-40B4-BE49-F238E27FC236}">
                <a16:creationId xmlns:a16="http://schemas.microsoft.com/office/drawing/2014/main" id="{0E3F0FED-FF31-4F9C-ACE2-4E2F9D44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5" name="s3-body-1">
            <a:extLst xmlns:a="http://schemas.openxmlformats.org/drawingml/2006/main">
              <a:ext uri="{FF2B5EF4-FFF2-40B4-BE49-F238E27FC236}">
                <a16:creationId xmlns:a16="http://schemas.microsoft.com/office/drawing/2014/main" id="{293BE714-72B1-49EC-917E-051F3AE9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Were they authorized?</a:t>
            </a:r>
          </a:p>
        </p:txBody>
      </p:sp>
      <p:sp>
        <p:nvSpPr>
          <p:cNvPr id="16" name="s3-q-2">
            <a:extLst xmlns:a="http://schemas.openxmlformats.org/drawingml/2006/main">
              <a:ext uri="{FF2B5EF4-FFF2-40B4-BE49-F238E27FC236}">
                <a16:creationId xmlns:a16="http://schemas.microsoft.com/office/drawing/2014/main" id="{41199A7E-3085-462F-B6B5-9A175B5C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34480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s3-label-2">
            <a:extLst xmlns:a="http://schemas.openxmlformats.org/drawingml/2006/main">
              <a:ext uri="{FF2B5EF4-FFF2-40B4-BE49-F238E27FC236}">
                <a16:creationId xmlns:a16="http://schemas.microsoft.com/office/drawing/2014/main" id="{F4FA1AE9-D7D2-4BF2-AC13-02D60E3F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VERSION</a:t>
            </a:r>
          </a:p>
        </p:txBody>
      </p:sp>
      <p:sp>
        <p:nvSpPr>
          <p:cNvPr id="18" name="s3-body-2">
            <a:extLst xmlns:a="http://schemas.openxmlformats.org/drawingml/2006/main">
              <a:ext uri="{FF2B5EF4-FFF2-40B4-BE49-F238E27FC236}">
                <a16:creationId xmlns:a16="http://schemas.microsoft.com/office/drawing/2014/main" id="{984C0F76-9EBF-473A-972E-0FE415BC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Which version executed?</a:t>
            </a:r>
          </a:p>
        </p:txBody>
      </p:sp>
      <p:sp>
        <p:nvSpPr>
          <p:cNvPr id="19" name="s3-q-3">
            <a:extLst xmlns:a="http://schemas.openxmlformats.org/drawingml/2006/main">
              <a:ext uri="{FF2B5EF4-FFF2-40B4-BE49-F238E27FC236}">
                <a16:creationId xmlns:a16="http://schemas.microsoft.com/office/drawing/2014/main" id="{C6AB511F-A3FD-4C13-91DF-ACAA5724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34480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s3-label-3">
            <a:extLst xmlns:a="http://schemas.openxmlformats.org/drawingml/2006/main">
              <a:ext uri="{FF2B5EF4-FFF2-40B4-BE49-F238E27FC236}">
                <a16:creationId xmlns:a16="http://schemas.microsoft.com/office/drawing/2014/main" id="{C3109E7F-7FE4-4986-9551-262E0235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1" name="s3-body-3">
            <a:extLst xmlns:a="http://schemas.openxmlformats.org/drawingml/2006/main">
              <a:ext uri="{FF2B5EF4-FFF2-40B4-BE49-F238E27FC236}">
                <a16:creationId xmlns:a16="http://schemas.microsoft.com/office/drawing/2014/main" id="{1A16151F-34FD-4CF9-9FED-EEF6436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43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was approved?</a:t>
            </a:r>
          </a:p>
        </p:txBody>
      </p:sp>
      <p:sp>
        <p:nvSpPr>
          <p:cNvPr id="22" name="s3-q-4">
            <a:extLst xmlns:a="http://schemas.openxmlformats.org/drawingml/2006/main">
              <a:ext uri="{FF2B5EF4-FFF2-40B4-BE49-F238E27FC236}">
                <a16:creationId xmlns:a16="http://schemas.microsoft.com/office/drawing/2014/main" id="{FEB56DC1-D40F-4915-BAA5-B73F98E6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29200"/>
            <a:ext cx="31813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s3-label-4">
            <a:extLst xmlns:a="http://schemas.openxmlformats.org/drawingml/2006/main">
              <a:ext uri="{FF2B5EF4-FFF2-40B4-BE49-F238E27FC236}">
                <a16:creationId xmlns:a16="http://schemas.microsoft.com/office/drawing/2014/main" id="{D3AD145C-99A5-41D4-AA82-608F240B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81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ASSURANCE</a:t>
            </a:r>
          </a:p>
        </p:txBody>
      </p:sp>
      <p:sp>
        <p:nvSpPr>
          <p:cNvPr id="24" name="s3-body-4">
            <a:extLst xmlns:a="http://schemas.openxmlformats.org/drawingml/2006/main">
              <a:ext uri="{FF2B5EF4-FFF2-40B4-BE49-F238E27FC236}">
                <a16:creationId xmlns:a16="http://schemas.microsoft.com/office/drawing/2014/main" id="{64DBF348-4107-47F3-9E31-C5D1A589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86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Which controls applied?</a:t>
            </a:r>
          </a:p>
        </p:txBody>
      </p:sp>
      <p:sp>
        <p:nvSpPr>
          <p:cNvPr id="25" name="s3-q-5">
            <a:extLst xmlns:a="http://schemas.openxmlformats.org/drawingml/2006/main">
              <a:ext uri="{FF2B5EF4-FFF2-40B4-BE49-F238E27FC236}">
                <a16:creationId xmlns:a16="http://schemas.microsoft.com/office/drawing/2014/main" id="{251A4EE8-B034-45B5-8D1B-D2A8111E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31813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6" name="s3-label-5">
            <a:extLst xmlns:a="http://schemas.openxmlformats.org/drawingml/2006/main">
              <a:ext uri="{FF2B5EF4-FFF2-40B4-BE49-F238E27FC236}">
                <a16:creationId xmlns:a16="http://schemas.microsoft.com/office/drawing/2014/main" id="{F32A4AD8-F4F0-4381-BB2A-00AACD2E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81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27" name="s3-body-5">
            <a:extLst xmlns:a="http://schemas.openxmlformats.org/drawingml/2006/main">
              <a:ext uri="{FF2B5EF4-FFF2-40B4-BE49-F238E27FC236}">
                <a16:creationId xmlns:a16="http://schemas.microsoft.com/office/drawing/2014/main" id="{7E200054-F5EE-42FE-8F90-4381B223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86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Can the execution be verified?</a:t>
            </a:r>
          </a:p>
        </p:txBody>
      </p:sp>
    </p:spTree>
    <p:extLst>
      <p:ext uri="{BB962C8B-B14F-4D97-AF65-F5344CB8AC3E}">
        <p14:creationId xmlns:p14="http://schemas.microsoft.com/office/powerpoint/2010/main" val="531103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7d49e3e224f6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01B4EF-0CD9-4C5D-8DC7-31384B37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24C169A6-D214-4F9D-AAE7-CE24CBF1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C4FF4BEF-8434-4309-BB69-1C4FBEB5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7C0223C2-5F76-447C-B9A4-32A2C429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05593B-5CFD-4BB1-B340-A5FED69D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AI adds machine actions to the trust boundary</a:t>
            </a:r>
          </a:p>
        </p:txBody>
      </p:sp>
      <p:sp>
        <p:nvSpPr>
          <p:cNvPr id="7" name="s4-subtitle">
            <a:extLst xmlns:a="http://schemas.openxmlformats.org/drawingml/2006/main">
              <a:ext uri="{FF2B5EF4-FFF2-40B4-BE49-F238E27FC236}">
                <a16:creationId xmlns:a16="http://schemas.microsoft.com/office/drawing/2014/main" id="{9A5CF133-1A50-4EC5-8B5A-196C1F1A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Capability can propose an action. The organization still determines what may execute.</a:t>
            </a:r>
          </a:p>
        </p:txBody>
      </p:sp>
      <p:sp>
        <p:nvSpPr>
          <p:cNvPr id="8" name="s4-card-0">
            <a:extLst xmlns:a="http://schemas.openxmlformats.org/drawingml/2006/main">
              <a:ext uri="{FF2B5EF4-FFF2-40B4-BE49-F238E27FC236}">
                <a16:creationId xmlns:a16="http://schemas.microsoft.com/office/drawing/2014/main" id="{5756619A-FD9C-44EA-B9A9-4440539F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2000250" cy="20764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e3938e5034245"/>
          <a:stretch xmlns:a="http://schemas.openxmlformats.org/drawingml/2006/main"/>
        </p:blipFill>
        <p:spPr>
          <a:xfrm xmlns:a="http://schemas.openxmlformats.org/drawingml/2006/main">
            <a:off x="1143000" y="3195638"/>
            <a:ext cx="628650" cy="523875"/>
          </a:xfrm>
          <a:prstGeom xmlns:a="http://schemas.openxmlformats.org/drawingml/2006/main" prst="rect">
            <a:avLst/>
          </a:prstGeom>
        </p:spPr>
      </p:pic>
      <p:sp>
        <p:nvSpPr>
          <p:cNvPr id="10" name="s4-label-0">
            <a:extLst xmlns:a="http://schemas.openxmlformats.org/drawingml/2006/main">
              <a:ext uri="{FF2B5EF4-FFF2-40B4-BE49-F238E27FC236}">
                <a16:creationId xmlns:a16="http://schemas.microsoft.com/office/drawing/2014/main" id="{68B0ECD0-AFBF-494A-8676-8276EE63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UNDERSTAND</a:t>
            </a:r>
          </a:p>
        </p:txBody>
      </p:sp>
      <p:sp>
        <p:nvSpPr>
          <p:cNvPr id="11" name="s4-body-0">
            <a:extLst xmlns:a="http://schemas.openxmlformats.org/drawingml/2006/main">
              <a:ext uri="{FF2B5EF4-FFF2-40B4-BE49-F238E27FC236}">
                <a16:creationId xmlns:a16="http://schemas.microsoft.com/office/drawing/2014/main" id="{308755E5-BD66-48AC-8E9E-25DE1925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Read context</a:t>
            </a:r>
          </a:p>
        </p:txBody>
      </p:sp>
      <p:sp>
        <p:nvSpPr>
          <p:cNvPr id="12" name="s4-arrow-0-line">
            <a:extLst xmlns:a="http://schemas.openxmlformats.org/drawingml/2006/main">
              <a:ext uri="{FF2B5EF4-FFF2-40B4-BE49-F238E27FC236}">
                <a16:creationId xmlns:a16="http://schemas.microsoft.com/office/drawing/2014/main" id="{2DAD7072-26FB-4974-9210-D827208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243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4-arrow-0-head">
            <a:extLst xmlns:a="http://schemas.openxmlformats.org/drawingml/2006/main">
              <a:ext uri="{FF2B5EF4-FFF2-40B4-BE49-F238E27FC236}">
                <a16:creationId xmlns:a16="http://schemas.microsoft.com/office/drawing/2014/main" id="{38A87F31-0B57-48B6-8C2A-08A7D8CE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57625"/>
            <a:ext cx="1905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card-1">
            <a:extLst xmlns:a="http://schemas.openxmlformats.org/drawingml/2006/main">
              <a:ext uri="{FF2B5EF4-FFF2-40B4-BE49-F238E27FC236}">
                <a16:creationId xmlns:a16="http://schemas.microsoft.com/office/drawing/2014/main" id="{0697EA52-49C1-46BC-AA34-1C2A5755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14650"/>
            <a:ext cx="2000250" cy="20764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ed3c0b67845b8"/>
          <a:stretch xmlns:a="http://schemas.openxmlformats.org/drawingml/2006/main"/>
        </p:blipFill>
        <p:spPr>
          <a:xfrm xmlns:a="http://schemas.openxmlformats.org/drawingml/2006/main">
            <a:off x="3409950" y="3178175"/>
            <a:ext cx="628650" cy="558800"/>
          </a:xfrm>
          <a:prstGeom xmlns:a="http://schemas.openxmlformats.org/drawingml/2006/main" prst="rect">
            <a:avLst/>
          </a:prstGeom>
        </p:spPr>
      </p:pic>
      <p:sp>
        <p:nvSpPr>
          <p:cNvPr id="16" name="s4-label-1">
            <a:extLst xmlns:a="http://schemas.openxmlformats.org/drawingml/2006/main">
              <a:ext uri="{FF2B5EF4-FFF2-40B4-BE49-F238E27FC236}">
                <a16:creationId xmlns:a16="http://schemas.microsoft.com/office/drawing/2014/main" id="{917DBD3C-55B4-483D-B088-A4FE0140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433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PREPARE</a:t>
            </a:r>
          </a:p>
        </p:txBody>
      </p:sp>
      <p:sp>
        <p:nvSpPr>
          <p:cNvPr id="17" name="s4-body-1">
            <a:extLst xmlns:a="http://schemas.openxmlformats.org/drawingml/2006/main">
              <a:ext uri="{FF2B5EF4-FFF2-40B4-BE49-F238E27FC236}">
                <a16:creationId xmlns:a16="http://schemas.microsoft.com/office/drawing/2014/main" id="{964D4D22-876A-4E1F-8F29-79DC2770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243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Draft or recommend</a:t>
            </a:r>
          </a:p>
        </p:txBody>
      </p:sp>
      <p:sp>
        <p:nvSpPr>
          <p:cNvPr id="18" name="s4-arrow-1-line">
            <a:extLst xmlns:a="http://schemas.openxmlformats.org/drawingml/2006/main">
              <a:ext uri="{FF2B5EF4-FFF2-40B4-BE49-F238E27FC236}">
                <a16:creationId xmlns:a16="http://schemas.microsoft.com/office/drawing/2014/main" id="{2467BD47-AA0E-4750-9CFA-9A1612E4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243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4-arrow-1-head">
            <a:extLst xmlns:a="http://schemas.openxmlformats.org/drawingml/2006/main">
              <a:ext uri="{FF2B5EF4-FFF2-40B4-BE49-F238E27FC236}">
                <a16:creationId xmlns:a16="http://schemas.microsoft.com/office/drawing/2014/main" id="{B28D4536-0075-4E6F-8721-3A974651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57625"/>
            <a:ext cx="1905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4-card-2">
            <a:extLst xmlns:a="http://schemas.openxmlformats.org/drawingml/2006/main">
              <a:ext uri="{FF2B5EF4-FFF2-40B4-BE49-F238E27FC236}">
                <a16:creationId xmlns:a16="http://schemas.microsoft.com/office/drawing/2014/main" id="{9FD699A4-2813-49BD-BEDB-5CC9FC8B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2000250" cy="20764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C9AEFF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53fe099934eec"/>
          <a:stretch xmlns:a="http://schemas.openxmlformats.org/drawingml/2006/main"/>
        </p:blipFill>
        <p:spPr>
          <a:xfrm xmlns:a="http://schemas.openxmlformats.org/drawingml/2006/main">
            <a:off x="5676900" y="3209424"/>
            <a:ext cx="628650" cy="496303"/>
          </a:xfrm>
          <a:prstGeom xmlns:a="http://schemas.openxmlformats.org/drawingml/2006/main" prst="rect">
            <a:avLst/>
          </a:prstGeom>
        </p:spPr>
      </p:pic>
      <p:sp>
        <p:nvSpPr>
          <p:cNvPr id="22" name="s4-label-2">
            <a:extLst xmlns:a="http://schemas.openxmlformats.org/drawingml/2006/main">
              <a:ext uri="{FF2B5EF4-FFF2-40B4-BE49-F238E27FC236}">
                <a16:creationId xmlns:a16="http://schemas.microsoft.com/office/drawing/2014/main" id="{74C6644D-8065-4D76-BF8B-BC594D7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433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GATE</a:t>
            </a:r>
          </a:p>
        </p:txBody>
      </p:sp>
      <p:sp>
        <p:nvSpPr>
          <p:cNvPr id="23" name="s4-body-2">
            <a:extLst xmlns:a="http://schemas.openxmlformats.org/drawingml/2006/main">
              <a:ext uri="{FF2B5EF4-FFF2-40B4-BE49-F238E27FC236}">
                <a16:creationId xmlns:a16="http://schemas.microsoft.com/office/drawing/2014/main" id="{1B148BC8-0B54-447F-87AC-117C10F2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243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 · Policy · Approval</a:t>
            </a:r>
          </a:p>
        </p:txBody>
      </p:sp>
      <p:sp>
        <p:nvSpPr>
          <p:cNvPr id="24" name="s4-arrow-2-line">
            <a:extLst xmlns:a="http://schemas.openxmlformats.org/drawingml/2006/main">
              <a:ext uri="{FF2B5EF4-FFF2-40B4-BE49-F238E27FC236}">
                <a16:creationId xmlns:a16="http://schemas.microsoft.com/office/drawing/2014/main" id="{6C677A43-8ABC-4182-AC28-7F3EAFAA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4-arrow-2-head">
            <a:extLst xmlns:a="http://schemas.openxmlformats.org/drawingml/2006/main">
              <a:ext uri="{FF2B5EF4-FFF2-40B4-BE49-F238E27FC236}">
                <a16:creationId xmlns:a16="http://schemas.microsoft.com/office/drawing/2014/main" id="{EBCC1938-4BA2-4955-8231-D56BD638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7625"/>
            <a:ext cx="1905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4-card-3">
            <a:extLst xmlns:a="http://schemas.openxmlformats.org/drawingml/2006/main">
              <a:ext uri="{FF2B5EF4-FFF2-40B4-BE49-F238E27FC236}">
                <a16:creationId xmlns:a16="http://schemas.microsoft.com/office/drawing/2014/main" id="{0027C06B-3514-4010-9206-BDD2932B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14650"/>
            <a:ext cx="2000250" cy="20764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b6ef4d7a5467d"/>
          <a:stretch xmlns:a="http://schemas.openxmlformats.org/drawingml/2006/main"/>
        </p:blipFill>
        <p:spPr>
          <a:xfrm xmlns:a="http://schemas.openxmlformats.org/drawingml/2006/main">
            <a:off x="7943850" y="314325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28" name="s4-label-3">
            <a:extLst xmlns:a="http://schemas.openxmlformats.org/drawingml/2006/main">
              <a:ext uri="{FF2B5EF4-FFF2-40B4-BE49-F238E27FC236}">
                <a16:creationId xmlns:a16="http://schemas.microsoft.com/office/drawing/2014/main" id="{4B0402C7-4DA7-41B9-A9FD-5A9A7297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433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EXECUTE</a:t>
            </a:r>
          </a:p>
        </p:txBody>
      </p:sp>
      <p:sp>
        <p:nvSpPr>
          <p:cNvPr id="29" name="s4-body-3">
            <a:extLst xmlns:a="http://schemas.openxmlformats.org/drawingml/2006/main">
              <a:ext uri="{FF2B5EF4-FFF2-40B4-BE49-F238E27FC236}">
                <a16:creationId xmlns:a16="http://schemas.microsoft.com/office/drawing/2014/main" id="{8A9B551B-F27D-4D0B-9645-DEEF4E10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243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Invoke a permitted action</a:t>
            </a:r>
          </a:p>
        </p:txBody>
      </p:sp>
      <p:sp>
        <p:nvSpPr>
          <p:cNvPr id="30" name="s4-arrow-3-line">
            <a:extLst xmlns:a="http://schemas.openxmlformats.org/drawingml/2006/main">
              <a:ext uri="{FF2B5EF4-FFF2-40B4-BE49-F238E27FC236}">
                <a16:creationId xmlns:a16="http://schemas.microsoft.com/office/drawing/2014/main" id="{A8DB0089-50DE-4B77-959A-4E7E2E49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243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4-arrow-3-head">
            <a:extLst xmlns:a="http://schemas.openxmlformats.org/drawingml/2006/main">
              <a:ext uri="{FF2B5EF4-FFF2-40B4-BE49-F238E27FC236}">
                <a16:creationId xmlns:a16="http://schemas.microsoft.com/office/drawing/2014/main" id="{B7364566-51F9-4FD0-A8D7-BFF55E5E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57625"/>
            <a:ext cx="1905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4-card-4">
            <a:extLst xmlns:a="http://schemas.openxmlformats.org/drawingml/2006/main">
              <a:ext uri="{FF2B5EF4-FFF2-40B4-BE49-F238E27FC236}">
                <a16:creationId xmlns:a16="http://schemas.microsoft.com/office/drawing/2014/main" id="{373EC277-7068-4CE3-B3B3-F79F0B72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2000250" cy="20764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90a92f2cf4280"/>
          <a:stretch xmlns:a="http://schemas.openxmlformats.org/drawingml/2006/main"/>
        </p:blipFill>
        <p:spPr>
          <a:xfrm xmlns:a="http://schemas.openxmlformats.org/drawingml/2006/main">
            <a:off x="10210800" y="3178175"/>
            <a:ext cx="628650" cy="558800"/>
          </a:xfrm>
          <a:prstGeom xmlns:a="http://schemas.openxmlformats.org/drawingml/2006/main" prst="rect">
            <a:avLst/>
          </a:prstGeom>
        </p:spPr>
      </p:pic>
      <p:sp>
        <p:nvSpPr>
          <p:cNvPr id="34" name="s4-label-4">
            <a:extLst xmlns:a="http://schemas.openxmlformats.org/drawingml/2006/main">
              <a:ext uri="{FF2B5EF4-FFF2-40B4-BE49-F238E27FC236}">
                <a16:creationId xmlns:a16="http://schemas.microsoft.com/office/drawing/2014/main" id="{3199B574-F31C-4C4B-9600-FE7013B3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433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35" name="s4-body-4">
            <a:extLst xmlns:a="http://schemas.openxmlformats.org/drawingml/2006/main">
              <a:ext uri="{FF2B5EF4-FFF2-40B4-BE49-F238E27FC236}">
                <a16:creationId xmlns:a16="http://schemas.microsoft.com/office/drawing/2014/main" id="{EF158ABE-349A-4431-BFCC-64D9CE3F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24350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Preserve what happened</a:t>
            </a:r>
          </a:p>
        </p:txBody>
      </p:sp>
      <p:sp>
        <p:nvSpPr>
          <p:cNvPr id="36" name="divider">
            <a:extLst xmlns:a="http://schemas.openxmlformats.org/drawingml/2006/main">
              <a:ext uri="{FF2B5EF4-FFF2-40B4-BE49-F238E27FC236}">
                <a16:creationId xmlns:a16="http://schemas.microsoft.com/office/drawing/2014/main" id="{D0373E58-3130-450C-B94C-87CFC00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02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EFF111ED-12F2-485E-80DF-1FCCBC65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Govern execution through authority, policy, approval, evidence, and audit.</a:t>
            </a:r>
          </a:p>
        </p:txBody>
      </p:sp>
    </p:spTree>
    <p:extLst>
      <p:ext uri="{BB962C8B-B14F-4D97-AF65-F5344CB8AC3E}">
        <p14:creationId xmlns:p14="http://schemas.microsoft.com/office/powerpoint/2010/main" val="398710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cce2ed9f04b65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51998F-97F2-4DC3-A909-D946761C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166F0F1D-893F-4303-A5B1-CD567F13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97C4447-C875-4D05-AC8B-F37352FC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CC788A8-8996-42A3-BBDF-EC432725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DE0DC-078A-46AC-BC51-1EC37EC6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8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Today's enterprise trust stack is assembled, not unified</a:t>
            </a:r>
          </a:p>
        </p:txBody>
      </p:sp>
      <p:sp>
        <p:nvSpPr>
          <p:cNvPr id="7" name="s5-subtitle">
            <a:extLst xmlns:a="http://schemas.openxmlformats.org/drawingml/2006/main">
              <a:ext uri="{FF2B5EF4-FFF2-40B4-BE49-F238E27FC236}">
                <a16:creationId xmlns:a16="http://schemas.microsoft.com/office/drawing/2014/main" id="{C38DBD3F-73AE-41CD-BDF2-B06AFF5D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Each tool solves a part. The organization must connect the lifecycle and reconstruct accountability.</a:t>
            </a:r>
          </a:p>
        </p:txBody>
      </p:sp>
      <p:sp>
        <p:nvSpPr>
          <p:cNvPr id="8" name="s5-tool-0">
            <a:extLst xmlns:a="http://schemas.openxmlformats.org/drawingml/2006/main">
              <a:ext uri="{FF2B5EF4-FFF2-40B4-BE49-F238E27FC236}">
                <a16:creationId xmlns:a16="http://schemas.microsoft.com/office/drawing/2014/main" id="{2271FBA0-1DB0-41D6-BBE0-3C00532A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2057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s5-tool-text-0">
            <a:extLst xmlns:a="http://schemas.openxmlformats.org/drawingml/2006/main">
              <a:ext uri="{FF2B5EF4-FFF2-40B4-BE49-F238E27FC236}">
                <a16:creationId xmlns:a16="http://schemas.microsoft.com/office/drawing/2014/main" id="{C79ACDC4-3CBB-4403-9F03-6A4550F0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DMS</a:t>
            </a:r>
          </a:p>
        </p:txBody>
      </p:sp>
      <p:sp>
        <p:nvSpPr>
          <p:cNvPr id="10" name="s5-tool-1">
            <a:extLst xmlns:a="http://schemas.openxmlformats.org/drawingml/2006/main">
              <a:ext uri="{FF2B5EF4-FFF2-40B4-BE49-F238E27FC236}">
                <a16:creationId xmlns:a16="http://schemas.microsoft.com/office/drawing/2014/main" id="{5D3FC5FE-0903-4A34-AB57-5F2CF58B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24150"/>
            <a:ext cx="2057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1" name="s5-tool-text-1">
            <a:extLst xmlns:a="http://schemas.openxmlformats.org/drawingml/2006/main">
              <a:ext uri="{FF2B5EF4-FFF2-40B4-BE49-F238E27FC236}">
                <a16:creationId xmlns:a16="http://schemas.microsoft.com/office/drawing/2014/main" id="{FFD94AB8-7ACC-4767-8853-8CC8CA0F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67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</a:t>
            </a:r>
          </a:p>
        </p:txBody>
      </p:sp>
      <p:sp>
        <p:nvSpPr>
          <p:cNvPr id="12" name="s5-tool-2">
            <a:extLst xmlns:a="http://schemas.openxmlformats.org/drawingml/2006/main">
              <a:ext uri="{FF2B5EF4-FFF2-40B4-BE49-F238E27FC236}">
                <a16:creationId xmlns:a16="http://schemas.microsoft.com/office/drawing/2014/main" id="{AA1F5236-4DEA-4D5D-AAD2-B3E7BB50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24150"/>
            <a:ext cx="2057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s5-tool-text-2">
            <a:extLst xmlns:a="http://schemas.openxmlformats.org/drawingml/2006/main">
              <a:ext uri="{FF2B5EF4-FFF2-40B4-BE49-F238E27FC236}">
                <a16:creationId xmlns:a16="http://schemas.microsoft.com/office/drawing/2014/main" id="{D7E22F17-B60C-46C3-9224-F393F175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67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eSignature</a:t>
            </a:r>
          </a:p>
        </p:txBody>
      </p:sp>
      <p:sp>
        <p:nvSpPr>
          <p:cNvPr id="14" name="s5-tool-3">
            <a:extLst xmlns:a="http://schemas.openxmlformats.org/drawingml/2006/main">
              <a:ext uri="{FF2B5EF4-FFF2-40B4-BE49-F238E27FC236}">
                <a16:creationId xmlns:a16="http://schemas.microsoft.com/office/drawing/2014/main" id="{DF39F286-394E-41A0-87CA-0279FCB3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4150"/>
            <a:ext cx="2057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5" name="s5-tool-text-3">
            <a:extLst xmlns:a="http://schemas.openxmlformats.org/drawingml/2006/main">
              <a:ext uri="{FF2B5EF4-FFF2-40B4-BE49-F238E27FC236}">
                <a16:creationId xmlns:a16="http://schemas.microsoft.com/office/drawing/2014/main" id="{75730682-9EFD-4A34-825C-81628D86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70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6" name="s5-tool-4">
            <a:extLst xmlns:a="http://schemas.openxmlformats.org/drawingml/2006/main">
              <a:ext uri="{FF2B5EF4-FFF2-40B4-BE49-F238E27FC236}">
                <a16:creationId xmlns:a16="http://schemas.microsoft.com/office/drawing/2014/main" id="{1BB6AF49-A060-46B4-BC3A-53FC791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76700"/>
            <a:ext cx="2057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s5-tool-text-4">
            <a:extLst xmlns:a="http://schemas.openxmlformats.org/drawingml/2006/main">
              <a:ext uri="{FF2B5EF4-FFF2-40B4-BE49-F238E27FC236}">
                <a16:creationId xmlns:a16="http://schemas.microsoft.com/office/drawing/2014/main" id="{A82996B8-AA3D-4D7F-9969-35620B2D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Email + collaboration</a:t>
            </a:r>
          </a:p>
        </p:txBody>
      </p:sp>
      <p:sp>
        <p:nvSpPr>
          <p:cNvPr id="18" name="s5-tool-5">
            <a:extLst xmlns:a="http://schemas.openxmlformats.org/drawingml/2006/main">
              <a:ext uri="{FF2B5EF4-FFF2-40B4-BE49-F238E27FC236}">
                <a16:creationId xmlns:a16="http://schemas.microsoft.com/office/drawing/2014/main" id="{69C50171-2433-4F8D-BCF1-FD329340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76700"/>
            <a:ext cx="2057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9" name="s5-tool-text-5">
            <a:extLst xmlns:a="http://schemas.openxmlformats.org/drawingml/2006/main">
              <a:ext uri="{FF2B5EF4-FFF2-40B4-BE49-F238E27FC236}">
                <a16:creationId xmlns:a16="http://schemas.microsoft.com/office/drawing/2014/main" id="{C9EAACBE-C559-406F-AF47-81382BDF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196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20" name="s5-tool-6">
            <a:extLst xmlns:a="http://schemas.openxmlformats.org/drawingml/2006/main">
              <a:ext uri="{FF2B5EF4-FFF2-40B4-BE49-F238E27FC236}">
                <a16:creationId xmlns:a16="http://schemas.microsoft.com/office/drawing/2014/main" id="{2615DEE8-423E-4049-A690-857FF0CE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76700"/>
            <a:ext cx="2057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s5-tool-text-6">
            <a:extLst xmlns:a="http://schemas.openxmlformats.org/drawingml/2006/main">
              <a:ext uri="{FF2B5EF4-FFF2-40B4-BE49-F238E27FC236}">
                <a16:creationId xmlns:a16="http://schemas.microsoft.com/office/drawing/2014/main" id="{844EEB14-A910-497C-ABD3-96992A5A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196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Integrations</a:t>
            </a:r>
          </a:p>
        </p:txBody>
      </p:sp>
      <p:sp>
        <p:nvSpPr>
          <p:cNvPr id="22" name="s5-tool-7">
            <a:extLst xmlns:a="http://schemas.openxmlformats.org/drawingml/2006/main">
              <a:ext uri="{FF2B5EF4-FFF2-40B4-BE49-F238E27FC236}">
                <a16:creationId xmlns:a16="http://schemas.microsoft.com/office/drawing/2014/main" id="{B5CE8E96-A6FF-4F71-A7FC-03C07D7C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76700"/>
            <a:ext cx="2057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3" name="s5-tool-text-7">
            <a:extLst xmlns:a="http://schemas.openxmlformats.org/drawingml/2006/main">
              <a:ext uri="{FF2B5EF4-FFF2-40B4-BE49-F238E27FC236}">
                <a16:creationId xmlns:a16="http://schemas.microsoft.com/office/drawing/2014/main" id="{796165B8-152F-4502-96D6-CD80A965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96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tools</a:t>
            </a:r>
          </a:p>
        </p:txBody>
      </p:sp>
      <p:sp>
        <p:nvSpPr>
          <p:cNvPr id="24" name="s5-bracket">
            <a:extLst xmlns:a="http://schemas.openxmlformats.org/drawingml/2006/main">
              <a:ext uri="{FF2B5EF4-FFF2-40B4-BE49-F238E27FC236}">
                <a16:creationId xmlns:a16="http://schemas.microsoft.com/office/drawing/2014/main" id="{EF9C4C81-CFCD-4ECE-BEC4-6F4B2657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1905000" cy="2362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5-bracket-label">
            <a:extLst xmlns:a="http://schemas.openxmlformats.org/drawingml/2006/main">
              <a:ext uri="{FF2B5EF4-FFF2-40B4-BE49-F238E27FC236}">
                <a16:creationId xmlns:a16="http://schemas.microsoft.com/office/drawing/2014/main" id="{B955FB77-518B-42B0-A496-E55EB98B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81350"/>
            <a:ext cx="1638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6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YOUR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6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INTEGRATION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6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BURDEN</a:t>
            </a:r>
          </a:p>
        </p:txBody>
      </p:sp>
      <p:sp>
        <p:nvSpPr>
          <p:cNvPr id="26" name="s5-bracket-body">
            <a:extLst xmlns:a="http://schemas.openxmlformats.org/drawingml/2006/main">
              <a:ext uri="{FF2B5EF4-FFF2-40B4-BE49-F238E27FC236}">
                <a16:creationId xmlns:a16="http://schemas.microsoft.com/office/drawing/2014/main" id="{46C8FBC0-BACB-4F5E-97AC-1AD49578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19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25" b="0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Context · Controls · Evidence</a:t>
            </a:r>
          </a:p>
        </p:txBody>
      </p:sp>
      <p:sp>
        <p:nvSpPr>
          <p:cNvPr id="27" name="divider">
            <a:extLst xmlns:a="http://schemas.openxmlformats.org/drawingml/2006/main">
              <a:ext uri="{FF2B5EF4-FFF2-40B4-BE49-F238E27FC236}">
                <a16:creationId xmlns:a16="http://schemas.microsoft.com/office/drawing/2014/main" id="{930EFC18-D710-4401-81B7-52EF7A3B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1C59112A-90F8-4485-85C7-A3248246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Fragmented systems shift lifecycle ownership back to the enterprise.</a:t>
            </a:r>
          </a:p>
        </p:txBody>
      </p:sp>
    </p:spTree>
    <p:extLst>
      <p:ext uri="{BB962C8B-B14F-4D97-AF65-F5344CB8AC3E}">
        <p14:creationId xmlns:p14="http://schemas.microsoft.com/office/powerpoint/2010/main" val="454058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3fdf62d0545bd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B0CE9B-90E5-4E45-BC94-AB6199A3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BF21C93-0CF3-4C75-A217-6E47157F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5B2999C-14F1-413B-9062-B6C516A9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262A8F55-1C69-475F-BED7-C943B4EE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6C2C7F-F24B-442E-B69C-CF00AA63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Fragmentation transfers cost and risk to the organization</a:t>
            </a:r>
          </a:p>
        </p:txBody>
      </p:sp>
      <p:sp>
        <p:nvSpPr>
          <p:cNvPr id="7" name="s6-core">
            <a:extLst xmlns:a="http://schemas.openxmlformats.org/drawingml/2006/main">
              <a:ext uri="{FF2B5EF4-FFF2-40B4-BE49-F238E27FC236}">
                <a16:creationId xmlns:a16="http://schemas.microsoft.com/office/drawing/2014/main" id="{43CB22F4-D901-4093-99E8-50230A22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35814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6-core-text">
            <a:extLst xmlns:a="http://schemas.openxmlformats.org/drawingml/2006/main">
              <a:ext uri="{FF2B5EF4-FFF2-40B4-BE49-F238E27FC236}">
                <a16:creationId xmlns:a16="http://schemas.microsoft.com/office/drawing/2014/main" id="{050D0BCB-A65C-4F6B-852C-A3282E6B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9900"/>
            <a:ext cx="3086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DISCONNECTED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 STACK</a:t>
            </a:r>
          </a:p>
        </p:txBody>
      </p:sp>
      <p:sp>
        <p:nvSpPr>
          <p:cNvPr id="9" name="s6-item-0">
            <a:extLst xmlns:a="http://schemas.openxmlformats.org/drawingml/2006/main">
              <a:ext uri="{FF2B5EF4-FFF2-40B4-BE49-F238E27FC236}">
                <a16:creationId xmlns:a16="http://schemas.microsoft.com/office/drawing/2014/main" id="{166F2105-96E5-47C8-B5E5-0EDB5042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124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s6-dot-0">
            <a:extLst xmlns:a="http://schemas.openxmlformats.org/drawingml/2006/main">
              <a:ext uri="{FF2B5EF4-FFF2-40B4-BE49-F238E27FC236}">
                <a16:creationId xmlns:a16="http://schemas.microsoft.com/office/drawing/2014/main" id="{E09E97F6-4E73-4AA5-968E-7474A091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6-text-0">
            <a:extLst xmlns:a="http://schemas.openxmlformats.org/drawingml/2006/main">
              <a:ext uri="{FF2B5EF4-FFF2-40B4-BE49-F238E27FC236}">
                <a16:creationId xmlns:a16="http://schemas.microsoft.com/office/drawing/2014/main" id="{29D3AEEF-52D9-450D-BEFF-04FC9198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Inconsistent experience</a:t>
            </a:r>
          </a:p>
        </p:txBody>
      </p:sp>
      <p:sp>
        <p:nvSpPr>
          <p:cNvPr id="12" name="s6-item-1">
            <a:extLst xmlns:a="http://schemas.openxmlformats.org/drawingml/2006/main">
              <a:ext uri="{FF2B5EF4-FFF2-40B4-BE49-F238E27FC236}">
                <a16:creationId xmlns:a16="http://schemas.microsoft.com/office/drawing/2014/main" id="{B7A74E77-7868-446F-8539-5E4CE1CB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3124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s6-dot-1">
            <a:extLst xmlns:a="http://schemas.openxmlformats.org/drawingml/2006/main">
              <a:ext uri="{FF2B5EF4-FFF2-40B4-BE49-F238E27FC236}">
                <a16:creationId xmlns:a16="http://schemas.microsoft.com/office/drawing/2014/main" id="{31AD7C96-3243-4580-9A5E-2D392421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6-text-1">
            <a:extLst xmlns:a="http://schemas.openxmlformats.org/drawingml/2006/main">
              <a:ext uri="{FF2B5EF4-FFF2-40B4-BE49-F238E27FC236}">
                <a16:creationId xmlns:a16="http://schemas.microsoft.com/office/drawing/2014/main" id="{50B4CF9C-BDD2-4542-A898-8A6B544C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Integration burden</a:t>
            </a:r>
          </a:p>
        </p:txBody>
      </p:sp>
      <p:sp>
        <p:nvSpPr>
          <p:cNvPr id="15" name="s6-item-2">
            <a:extLst xmlns:a="http://schemas.openxmlformats.org/drawingml/2006/main">
              <a:ext uri="{FF2B5EF4-FFF2-40B4-BE49-F238E27FC236}">
                <a16:creationId xmlns:a16="http://schemas.microsoft.com/office/drawing/2014/main" id="{4368E01A-A88B-44BA-BEBE-E86A5987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3124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s6-dot-2">
            <a:extLst xmlns:a="http://schemas.openxmlformats.org/drawingml/2006/main">
              <a:ext uri="{FF2B5EF4-FFF2-40B4-BE49-F238E27FC236}">
                <a16:creationId xmlns:a16="http://schemas.microsoft.com/office/drawing/2014/main" id="{B9B6E779-DE14-4616-8A74-6208B0C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95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6-text-2">
            <a:extLst xmlns:a="http://schemas.openxmlformats.org/drawingml/2006/main">
              <a:ext uri="{FF2B5EF4-FFF2-40B4-BE49-F238E27FC236}">
                <a16:creationId xmlns:a16="http://schemas.microsoft.com/office/drawing/2014/main" id="{8C6C4A82-95A4-4B6D-B556-CE390FA0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90825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Duplicated data</a:t>
            </a:r>
          </a:p>
        </p:txBody>
      </p:sp>
      <p:sp>
        <p:nvSpPr>
          <p:cNvPr id="18" name="s6-item-3">
            <a:extLst xmlns:a="http://schemas.openxmlformats.org/drawingml/2006/main">
              <a:ext uri="{FF2B5EF4-FFF2-40B4-BE49-F238E27FC236}">
                <a16:creationId xmlns:a16="http://schemas.microsoft.com/office/drawing/2014/main" id="{98CCC5B6-F0EB-42AC-9F3C-ED517E08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38600"/>
            <a:ext cx="3124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s6-dot-3">
            <a:extLst xmlns:a="http://schemas.openxmlformats.org/drawingml/2006/main">
              <a:ext uri="{FF2B5EF4-FFF2-40B4-BE49-F238E27FC236}">
                <a16:creationId xmlns:a16="http://schemas.microsoft.com/office/drawing/2014/main" id="{850007CF-5175-4027-BF6A-E595650E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19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6-text-3">
            <a:extLst xmlns:a="http://schemas.openxmlformats.org/drawingml/2006/main">
              <a:ext uri="{FF2B5EF4-FFF2-40B4-BE49-F238E27FC236}">
                <a16:creationId xmlns:a16="http://schemas.microsoft.com/office/drawing/2014/main" id="{AE4DD62F-4C8E-42EA-B82B-1F95934A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14825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Fragmented evidence</a:t>
            </a:r>
          </a:p>
        </p:txBody>
      </p:sp>
      <p:sp>
        <p:nvSpPr>
          <p:cNvPr id="21" name="s6-item-4">
            <a:extLst xmlns:a="http://schemas.openxmlformats.org/drawingml/2006/main">
              <a:ext uri="{FF2B5EF4-FFF2-40B4-BE49-F238E27FC236}">
                <a16:creationId xmlns:a16="http://schemas.microsoft.com/office/drawing/2014/main" id="{513E09CE-1299-43BD-BB04-71BFDF47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00600"/>
            <a:ext cx="3124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s6-dot-4">
            <a:extLst xmlns:a="http://schemas.openxmlformats.org/drawingml/2006/main">
              <a:ext uri="{FF2B5EF4-FFF2-40B4-BE49-F238E27FC236}">
                <a16:creationId xmlns:a16="http://schemas.microsoft.com/office/drawing/2014/main" id="{442B6BA5-2B5F-4073-B0E1-D687297A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6-text-4">
            <a:extLst xmlns:a="http://schemas.openxmlformats.org/drawingml/2006/main">
              <a:ext uri="{FF2B5EF4-FFF2-40B4-BE49-F238E27FC236}">
                <a16:creationId xmlns:a16="http://schemas.microsoft.com/office/drawing/2014/main" id="{A14CA9D1-2AEE-4EDE-BD3E-4A5CA10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76825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Governance gaps</a:t>
            </a:r>
          </a:p>
        </p:txBody>
      </p:sp>
      <p:sp>
        <p:nvSpPr>
          <p:cNvPr id="24" name="s6-item-5">
            <a:extLst xmlns:a="http://schemas.openxmlformats.org/drawingml/2006/main">
              <a:ext uri="{FF2B5EF4-FFF2-40B4-BE49-F238E27FC236}">
                <a16:creationId xmlns:a16="http://schemas.microsoft.com/office/drawing/2014/main" id="{484C3D27-6D29-40B3-A97B-2B780A25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31242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s6-dot-5">
            <a:extLst xmlns:a="http://schemas.openxmlformats.org/drawingml/2006/main">
              <a:ext uri="{FF2B5EF4-FFF2-40B4-BE49-F238E27FC236}">
                <a16:creationId xmlns:a16="http://schemas.microsoft.com/office/drawing/2014/main" id="{C1AAC379-7BA7-4D1A-83ED-39386168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1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6-text-5">
            <a:extLst xmlns:a="http://schemas.openxmlformats.org/drawingml/2006/main">
              <a:ext uri="{FF2B5EF4-FFF2-40B4-BE49-F238E27FC236}">
                <a16:creationId xmlns:a16="http://schemas.microsoft.com/office/drawing/2014/main" id="{928193DB-0943-47E9-8A5C-BE8E281B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76825"/>
            <a:ext cx="2514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Difficult automation</a:t>
            </a:r>
          </a:p>
        </p:txBody>
      </p:sp>
      <p:sp>
        <p:nvSpPr>
          <p:cNvPr id="27" name="divider">
            <a:extLst xmlns:a="http://schemas.openxmlformats.org/drawingml/2006/main">
              <a:ext uri="{FF2B5EF4-FFF2-40B4-BE49-F238E27FC236}">
                <a16:creationId xmlns:a16="http://schemas.microsoft.com/office/drawing/2014/main" id="{B691B73E-A874-44AF-92B5-FC6B8A83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007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E4EC6E06-7B31-4E5C-AF1B-CCC8E26C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These are structural consequences of fragmentation; the size of the impact must be measured in each workflow.</a:t>
            </a:r>
          </a:p>
        </p:txBody>
      </p:sp>
    </p:spTree>
    <p:extLst>
      <p:ext uri="{BB962C8B-B14F-4D97-AF65-F5344CB8AC3E}">
        <p14:creationId xmlns:p14="http://schemas.microsoft.com/office/powerpoint/2010/main" val="782100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9382b155645a4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1EBEEC-674D-4D23-8C89-D45347AE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07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E1165CF8-CDBE-4C44-AFA5-7E3971D5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F0910ED-7C13-42A7-BB5B-85E105FB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FC4D8B2-CACA-4E62-BC87-23488B1B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D8BDDC-630F-4AA6-835B-A95496A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9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ideal state is one trusted digital workspace</a:t>
            </a:r>
          </a:p>
        </p:txBody>
      </p:sp>
      <p:sp>
        <p:nvSpPr>
          <p:cNvPr id="7" name="s7-subtitle">
            <a:extLst xmlns:a="http://schemas.openxmlformats.org/drawingml/2006/main">
              <a:ext uri="{FF2B5EF4-FFF2-40B4-BE49-F238E27FC236}">
                <a16:creationId xmlns:a16="http://schemas.microsoft.com/office/drawing/2014/main" id="{4D1EF559-2169-4997-A517-EED587DA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One coherent experience. One governed lifecycle. One continuous evidence chain.</a:t>
            </a:r>
          </a:p>
        </p:txBody>
      </p:sp>
      <p:sp>
        <p:nvSpPr>
          <p:cNvPr id="8" name="s7-line">
            <a:extLst xmlns:a="http://schemas.openxmlformats.org/drawingml/2006/main">
              <a:ext uri="{FF2B5EF4-FFF2-40B4-BE49-F238E27FC236}">
                <a16:creationId xmlns:a16="http://schemas.microsoft.com/office/drawing/2014/main" id="{AAC5A443-2465-4CD0-8FC4-13310CF1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0420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7-node-0">
            <a:extLst xmlns:a="http://schemas.openxmlformats.org/drawingml/2006/main">
              <a:ext uri="{FF2B5EF4-FFF2-40B4-BE49-F238E27FC236}">
                <a16:creationId xmlns:a16="http://schemas.microsoft.com/office/drawing/2014/main" id="{495D2868-FDA0-4E45-8D53-FE2E33AC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27cc083b649ae"/>
          <a:stretch xmlns:a="http://schemas.openxmlformats.org/drawingml/2006/main"/>
        </p:blipFill>
        <p:spPr>
          <a:xfrm xmlns:a="http://schemas.openxmlformats.org/drawingml/2006/main">
            <a:off x="781050" y="3251200"/>
            <a:ext cx="571500" cy="508000"/>
          </a:xfrm>
          <a:prstGeom xmlns:a="http://schemas.openxmlformats.org/drawingml/2006/main" prst="rect">
            <a:avLst/>
          </a:prstGeom>
        </p:spPr>
      </p:pic>
      <p:sp>
        <p:nvSpPr>
          <p:cNvPr id="11" name="s7-stage-0">
            <a:extLst xmlns:a="http://schemas.openxmlformats.org/drawingml/2006/main">
              <a:ext uri="{FF2B5EF4-FFF2-40B4-BE49-F238E27FC236}">
                <a16:creationId xmlns:a16="http://schemas.microsoft.com/office/drawing/2014/main" id="{BBDAB5DE-7868-483D-A756-D8A3490D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624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</a:p>
        </p:txBody>
      </p:sp>
      <p:sp>
        <p:nvSpPr>
          <p:cNvPr id="12" name="s7-node-1">
            <a:extLst xmlns:a="http://schemas.openxmlformats.org/drawingml/2006/main">
              <a:ext uri="{FF2B5EF4-FFF2-40B4-BE49-F238E27FC236}">
                <a16:creationId xmlns:a16="http://schemas.microsoft.com/office/drawing/2014/main" id="{8CEC0A25-3978-4FB7-A37E-5B17E630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9908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2c25700024db5"/>
          <a:stretch xmlns:a="http://schemas.openxmlformats.org/drawingml/2006/main"/>
        </p:blipFill>
        <p:spPr>
          <a:xfrm xmlns:a="http://schemas.openxmlformats.org/drawingml/2006/main">
            <a:off x="2390775" y="3251200"/>
            <a:ext cx="571500" cy="508000"/>
          </a:xfrm>
          <a:prstGeom xmlns:a="http://schemas.openxmlformats.org/drawingml/2006/main" prst="rect">
            <a:avLst/>
          </a:prstGeom>
        </p:spPr>
      </p:pic>
      <p:sp>
        <p:nvSpPr>
          <p:cNvPr id="14" name="s7-stage-1">
            <a:extLst xmlns:a="http://schemas.openxmlformats.org/drawingml/2006/main">
              <a:ext uri="{FF2B5EF4-FFF2-40B4-BE49-F238E27FC236}">
                <a16:creationId xmlns:a16="http://schemas.microsoft.com/office/drawing/2014/main" id="{CC78E534-AF28-42BB-9A28-50021A1C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3624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Collaborate</a:t>
            </a:r>
          </a:p>
        </p:txBody>
      </p:sp>
      <p:sp>
        <p:nvSpPr>
          <p:cNvPr id="15" name="s7-node-2">
            <a:extLst xmlns:a="http://schemas.openxmlformats.org/drawingml/2006/main">
              <a:ext uri="{FF2B5EF4-FFF2-40B4-BE49-F238E27FC236}">
                <a16:creationId xmlns:a16="http://schemas.microsoft.com/office/drawing/2014/main" id="{154B9380-E5BA-45C4-90CF-7462A12D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908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5ffeacd5b4f4b"/>
          <a:stretch xmlns:a="http://schemas.openxmlformats.org/drawingml/2006/main"/>
        </p:blipFill>
        <p:spPr>
          <a:xfrm xmlns:a="http://schemas.openxmlformats.org/drawingml/2006/main">
            <a:off x="4000500" y="3279608"/>
            <a:ext cx="571500" cy="451184"/>
          </a:xfrm>
          <a:prstGeom xmlns:a="http://schemas.openxmlformats.org/drawingml/2006/main" prst="rect">
            <a:avLst/>
          </a:prstGeom>
        </p:spPr>
      </p:pic>
      <p:sp>
        <p:nvSpPr>
          <p:cNvPr id="17" name="s7-stage-2">
            <a:extLst xmlns:a="http://schemas.openxmlformats.org/drawingml/2006/main">
              <a:ext uri="{FF2B5EF4-FFF2-40B4-BE49-F238E27FC236}">
                <a16:creationId xmlns:a16="http://schemas.microsoft.com/office/drawing/2014/main" id="{BE5520C2-EEBD-45A0-A2CB-95BCDE6E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624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</a:p>
        </p:txBody>
      </p:sp>
      <p:sp>
        <p:nvSpPr>
          <p:cNvPr id="18" name="s7-node-3">
            <a:extLst xmlns:a="http://schemas.openxmlformats.org/drawingml/2006/main">
              <a:ext uri="{FF2B5EF4-FFF2-40B4-BE49-F238E27FC236}">
                <a16:creationId xmlns:a16="http://schemas.microsoft.com/office/drawing/2014/main" id="{D96341FC-6F2F-4566-8442-75060605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908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4200019964fe0"/>
          <a:stretch xmlns:a="http://schemas.openxmlformats.org/drawingml/2006/main"/>
        </p:blipFill>
        <p:spPr>
          <a:xfrm xmlns:a="http://schemas.openxmlformats.org/drawingml/2006/main">
            <a:off x="5610225" y="32194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0" name="s7-stage-3">
            <a:extLst xmlns:a="http://schemas.openxmlformats.org/drawingml/2006/main">
              <a:ext uri="{FF2B5EF4-FFF2-40B4-BE49-F238E27FC236}">
                <a16:creationId xmlns:a16="http://schemas.microsoft.com/office/drawing/2014/main" id="{E7DF65AB-4F4C-4C30-A250-EDCC8E7F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624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 or seal</a:t>
            </a:r>
          </a:p>
        </p:txBody>
      </p:sp>
      <p:sp>
        <p:nvSpPr>
          <p:cNvPr id="21" name="s7-node-4">
            <a:extLst xmlns:a="http://schemas.openxmlformats.org/drawingml/2006/main">
              <a:ext uri="{FF2B5EF4-FFF2-40B4-BE49-F238E27FC236}">
                <a16:creationId xmlns:a16="http://schemas.microsoft.com/office/drawing/2014/main" id="{7F28570C-2B39-46E2-B953-0750D58E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7cb9bb35844e4"/>
          <a:stretch xmlns:a="http://schemas.openxmlformats.org/drawingml/2006/main"/>
        </p:blipFill>
        <p:spPr>
          <a:xfrm xmlns:a="http://schemas.openxmlformats.org/drawingml/2006/main">
            <a:off x="7219950" y="3251200"/>
            <a:ext cx="571500" cy="508000"/>
          </a:xfrm>
          <a:prstGeom xmlns:a="http://schemas.openxmlformats.org/drawingml/2006/main" prst="rect">
            <a:avLst/>
          </a:prstGeom>
        </p:spPr>
      </p:pic>
      <p:sp>
        <p:nvSpPr>
          <p:cNvPr id="23" name="s7-stage-4">
            <a:extLst xmlns:a="http://schemas.openxmlformats.org/drawingml/2006/main">
              <a:ext uri="{FF2B5EF4-FFF2-40B4-BE49-F238E27FC236}">
                <a16:creationId xmlns:a16="http://schemas.microsoft.com/office/drawing/2014/main" id="{396BD181-8DEB-44A5-8D5C-2C3FF420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624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Verify</a:t>
            </a:r>
          </a:p>
        </p:txBody>
      </p:sp>
      <p:sp>
        <p:nvSpPr>
          <p:cNvPr id="24" name="s7-node-5">
            <a:extLst xmlns:a="http://schemas.openxmlformats.org/drawingml/2006/main">
              <a:ext uri="{FF2B5EF4-FFF2-40B4-BE49-F238E27FC236}">
                <a16:creationId xmlns:a16="http://schemas.microsoft.com/office/drawing/2014/main" id="{A7A883A3-9ADC-45F9-82CB-23544E73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908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0f65b68b249ab"/>
          <a:stretch xmlns:a="http://schemas.openxmlformats.org/drawingml/2006/main"/>
        </p:blipFill>
        <p:spPr>
          <a:xfrm xmlns:a="http://schemas.openxmlformats.org/drawingml/2006/main">
            <a:off x="8829675" y="3251200"/>
            <a:ext cx="571500" cy="508000"/>
          </a:xfrm>
          <a:prstGeom xmlns:a="http://schemas.openxmlformats.org/drawingml/2006/main" prst="rect">
            <a:avLst/>
          </a:prstGeom>
        </p:spPr>
      </p:pic>
      <p:sp>
        <p:nvSpPr>
          <p:cNvPr id="26" name="s7-stage-5">
            <a:extLst xmlns:a="http://schemas.openxmlformats.org/drawingml/2006/main">
              <a:ext uri="{FF2B5EF4-FFF2-40B4-BE49-F238E27FC236}">
                <a16:creationId xmlns:a16="http://schemas.microsoft.com/office/drawing/2014/main" id="{227A52B2-10B1-481D-8081-75C46ADB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624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Archive</a:t>
            </a:r>
          </a:p>
        </p:txBody>
      </p:sp>
      <p:sp>
        <p:nvSpPr>
          <p:cNvPr id="27" name="s7-node-6">
            <a:extLst xmlns:a="http://schemas.openxmlformats.org/drawingml/2006/main">
              <a:ext uri="{FF2B5EF4-FFF2-40B4-BE49-F238E27FC236}">
                <a16:creationId xmlns:a16="http://schemas.microsoft.com/office/drawing/2014/main" id="{5AB61C43-1637-4FF7-97EE-8771811F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90850"/>
            <a:ext cx="1104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7000FF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872875961444f"/>
          <a:stretch xmlns:a="http://schemas.openxmlformats.org/drawingml/2006/main"/>
        </p:blipFill>
        <p:spPr>
          <a:xfrm xmlns:a="http://schemas.openxmlformats.org/drawingml/2006/main">
            <a:off x="10439400" y="3267075"/>
            <a:ext cx="571500" cy="476250"/>
          </a:xfrm>
          <a:prstGeom xmlns:a="http://schemas.openxmlformats.org/drawingml/2006/main" prst="rect">
            <a:avLst/>
          </a:prstGeom>
        </p:spPr>
      </p:pic>
      <p:sp>
        <p:nvSpPr>
          <p:cNvPr id="29" name="s7-stage-6">
            <a:extLst xmlns:a="http://schemas.openxmlformats.org/drawingml/2006/main">
              <a:ext uri="{FF2B5EF4-FFF2-40B4-BE49-F238E27FC236}">
                <a16:creationId xmlns:a16="http://schemas.microsoft.com/office/drawing/2014/main" id="{038D8652-4CD4-4E85-8ADD-D1FED14B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624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4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Retrieve</a:t>
            </a:r>
          </a:p>
        </p:txBody>
      </p:sp>
      <p:sp>
        <p:nvSpPr>
          <p:cNvPr id="30" name="s7-band">
            <a:extLst xmlns:a="http://schemas.openxmlformats.org/drawingml/2006/main">
              <a:ext uri="{FF2B5EF4-FFF2-40B4-BE49-F238E27FC236}">
                <a16:creationId xmlns:a16="http://schemas.microsoft.com/office/drawing/2014/main" id="{32F45847-0F90-4150-92A6-E2C4903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486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7-band-text">
            <a:extLst xmlns:a="http://schemas.openxmlformats.org/drawingml/2006/main">
              <a:ext uri="{FF2B5EF4-FFF2-40B4-BE49-F238E27FC236}">
                <a16:creationId xmlns:a16="http://schemas.microsoft.com/office/drawing/2014/main" id="{9B94138E-E30D-41A8-A195-3A0A4F51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AUTHORITY · POLICY · APPROVAL · EVIDENCE · AUDIT</a:t>
            </a:r>
          </a:p>
        </p:txBody>
      </p:sp>
    </p:spTree>
    <p:extLst>
      <p:ext uri="{BB962C8B-B14F-4D97-AF65-F5344CB8AC3E}">
        <p14:creationId xmlns:p14="http://schemas.microsoft.com/office/powerpoint/2010/main" val="16203081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6076d8c3b4be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FEA457-F765-4BE7-AFDC-3113DEBC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08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95F2FED2-E0FB-4D9F-9848-E3DE3590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F5154463-A949-4293-A73D-C691397A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35436F5-54BE-41FA-A001-BE3CA31E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FF4537-E7E1-4ED6-8A95-BD7D93D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SaaS provides the managed Trusted Execution Layer</a:t>
            </a:r>
          </a:p>
        </p:txBody>
      </p:sp>
      <p:sp>
        <p:nvSpPr>
          <p:cNvPr id="7" name="pill-PEOPLE">
            <a:extLst xmlns:a="http://schemas.openxmlformats.org/drawingml/2006/main">
              <a:ext uri="{FF2B5EF4-FFF2-40B4-BE49-F238E27FC236}">
                <a16:creationId xmlns:a16="http://schemas.microsoft.com/office/drawing/2014/main" id="{F6AD4D60-204E-4A10-B486-28C5C4FE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362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215A7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8" name="pill-text-PEOPLE">
            <a:extLst xmlns:a="http://schemas.openxmlformats.org/drawingml/2006/main">
              <a:ext uri="{FF2B5EF4-FFF2-40B4-BE49-F238E27FC236}">
                <a16:creationId xmlns:a16="http://schemas.microsoft.com/office/drawing/2014/main" id="{68D9F9D9-A138-47C1-A23F-33F3E0A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9" name="pill-EXTERNAL PARTIES">
            <a:extLst xmlns:a="http://schemas.openxmlformats.org/drawingml/2006/main">
              <a:ext uri="{FF2B5EF4-FFF2-40B4-BE49-F238E27FC236}">
                <a16:creationId xmlns:a16="http://schemas.microsoft.com/office/drawing/2014/main" id="{9E8DE1BA-AED2-4FF9-B1FA-295BA7A2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2362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215A7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0" name="pill-text-EXTERNAL PARTIES">
            <a:extLst xmlns:a="http://schemas.openxmlformats.org/drawingml/2006/main">
              <a:ext uri="{FF2B5EF4-FFF2-40B4-BE49-F238E27FC236}">
                <a16:creationId xmlns:a16="http://schemas.microsoft.com/office/drawing/2014/main" id="{F047807B-AEEE-4BD1-8B88-43D17FEC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288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EXTERNAL PARTIES</a:t>
            </a:r>
          </a:p>
        </p:txBody>
      </p:sp>
      <p:sp>
        <p:nvSpPr>
          <p:cNvPr id="11" name="pill-APPLICATIONS">
            <a:extLst xmlns:a="http://schemas.openxmlformats.org/drawingml/2006/main">
              <a:ext uri="{FF2B5EF4-FFF2-40B4-BE49-F238E27FC236}">
                <a16:creationId xmlns:a16="http://schemas.microsoft.com/office/drawing/2014/main" id="{AC5BBFE4-CEEF-467F-B61D-F3DBF3CE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2362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215A7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2" name="pill-text-APPLICATIONS">
            <a:extLst xmlns:a="http://schemas.openxmlformats.org/drawingml/2006/main">
              <a:ext uri="{FF2B5EF4-FFF2-40B4-BE49-F238E27FC236}">
                <a16:creationId xmlns:a16="http://schemas.microsoft.com/office/drawing/2014/main" id="{5FAE33E2-0FB7-47E8-BC32-ECF37819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3" name="pill-AI AGENTS">
            <a:extLst xmlns:a="http://schemas.openxmlformats.org/drawingml/2006/main">
              <a:ext uri="{FF2B5EF4-FFF2-40B4-BE49-F238E27FC236}">
                <a16:creationId xmlns:a16="http://schemas.microsoft.com/office/drawing/2014/main" id="{AE5E8744-6A56-41E0-87BC-BA003350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362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215A7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pill-text-AI AGENTS">
            <a:extLst xmlns:a="http://schemas.openxmlformats.org/drawingml/2006/main">
              <a:ext uri="{FF2B5EF4-FFF2-40B4-BE49-F238E27FC236}">
                <a16:creationId xmlns:a16="http://schemas.microsoft.com/office/drawing/2014/main" id="{F7C7657D-A3D6-4499-92FF-A06A5777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288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5" name="s8-layer">
            <a:extLst xmlns:a="http://schemas.openxmlformats.org/drawingml/2006/main">
              <a:ext uri="{FF2B5EF4-FFF2-40B4-BE49-F238E27FC236}">
                <a16:creationId xmlns:a16="http://schemas.microsoft.com/office/drawing/2014/main" id="{F3CD881E-C633-49D8-AB40-D43FECE2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103632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19050">
            <a:solidFill>
              <a:srgbClr val="C9AEFF"/>
            </a:solidFill>
            <a:prstDash val="solid"/>
          </a:ln>
        </p:spPr>
      </p:sp>
      <p:sp>
        <p:nvSpPr>
          <p:cNvPr id="16" name="s8-layer-kicker">
            <a:extLst xmlns:a="http://schemas.openxmlformats.org/drawingml/2006/main">
              <a:ext uri="{FF2B5EF4-FFF2-40B4-BE49-F238E27FC236}">
                <a16:creationId xmlns:a16="http://schemas.microsoft.com/office/drawing/2014/main" id="{8E708731-062E-40BB-A967-8E8924D0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76600"/>
            <a:ext cx="960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4F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17" name="s8-layer-text">
            <a:extLst xmlns:a="http://schemas.openxmlformats.org/drawingml/2006/main">
              <a:ext uri="{FF2B5EF4-FFF2-40B4-BE49-F238E27FC236}">
                <a16:creationId xmlns:a16="http://schemas.microsoft.com/office/drawing/2014/main" id="{993157D5-C238-4063-A368-0429D465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3855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5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Managed Trusted Execution Layer</a:t>
            </a:r>
          </a:p>
        </p:txBody>
      </p:sp>
      <p:sp>
        <p:nvSpPr>
          <p:cNvPr id="18" name="pill-IDENTITY">
            <a:extLst xmlns:a="http://schemas.openxmlformats.org/drawingml/2006/main">
              <a:ext uri="{FF2B5EF4-FFF2-40B4-BE49-F238E27FC236}">
                <a16:creationId xmlns:a16="http://schemas.microsoft.com/office/drawing/2014/main" id="{88EFE605-EFB9-48B9-9AF2-80C209D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876800"/>
            <a:ext cx="14478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9" name="pill-text-IDENTITY">
            <a:extLst xmlns:a="http://schemas.openxmlformats.org/drawingml/2006/main">
              <a:ext uri="{FF2B5EF4-FFF2-40B4-BE49-F238E27FC236}">
                <a16:creationId xmlns:a16="http://schemas.microsoft.com/office/drawing/2014/main" id="{3B565AD1-AEC6-4888-B474-ABE43C00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9530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20" name="pill-AUTHORITY">
            <a:extLst xmlns:a="http://schemas.openxmlformats.org/drawingml/2006/main">
              <a:ext uri="{FF2B5EF4-FFF2-40B4-BE49-F238E27FC236}">
                <a16:creationId xmlns:a16="http://schemas.microsoft.com/office/drawing/2014/main" id="{6FE4A021-287B-4EC5-A4BD-D770A57D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876800"/>
            <a:ext cx="14478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1" name="pill-text-AUTHORITY">
            <a:extLst xmlns:a="http://schemas.openxmlformats.org/drawingml/2006/main">
              <a:ext uri="{FF2B5EF4-FFF2-40B4-BE49-F238E27FC236}">
                <a16:creationId xmlns:a16="http://schemas.microsoft.com/office/drawing/2014/main" id="{DE9784F4-1EFC-4F68-8F34-D98E9E36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9530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22" name="pill-POLICY">
            <a:extLst xmlns:a="http://schemas.openxmlformats.org/drawingml/2006/main">
              <a:ext uri="{FF2B5EF4-FFF2-40B4-BE49-F238E27FC236}">
                <a16:creationId xmlns:a16="http://schemas.microsoft.com/office/drawing/2014/main" id="{442F496E-8794-44D9-B90E-9183CF9F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876800"/>
            <a:ext cx="14478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3" name="pill-text-POLICY">
            <a:extLst xmlns:a="http://schemas.openxmlformats.org/drawingml/2006/main">
              <a:ext uri="{FF2B5EF4-FFF2-40B4-BE49-F238E27FC236}">
                <a16:creationId xmlns:a16="http://schemas.microsoft.com/office/drawing/2014/main" id="{AAA9E6F2-DC18-4149-8925-AA3FAD4E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9530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POLICY</a:t>
            </a:r>
          </a:p>
        </p:txBody>
      </p:sp>
      <p:sp>
        <p:nvSpPr>
          <p:cNvPr id="24" name="pill-APPROVAL">
            <a:extLst xmlns:a="http://schemas.openxmlformats.org/drawingml/2006/main">
              <a:ext uri="{FF2B5EF4-FFF2-40B4-BE49-F238E27FC236}">
                <a16:creationId xmlns:a16="http://schemas.microsoft.com/office/drawing/2014/main" id="{72CFA676-E075-4DA4-9C04-592A0D3A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876800"/>
            <a:ext cx="14478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5" name="pill-text-APPROVAL">
            <a:extLst xmlns:a="http://schemas.openxmlformats.org/drawingml/2006/main">
              <a:ext uri="{FF2B5EF4-FFF2-40B4-BE49-F238E27FC236}">
                <a16:creationId xmlns:a16="http://schemas.microsoft.com/office/drawing/2014/main" id="{8CD3D30E-5ABA-41C0-B83F-21C2F1E4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9530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</a:t>
            </a:r>
          </a:p>
        </p:txBody>
      </p:sp>
      <p:sp>
        <p:nvSpPr>
          <p:cNvPr id="26" name="pill-TRUST SERVICES">
            <a:extLst xmlns:a="http://schemas.openxmlformats.org/drawingml/2006/main">
              <a:ext uri="{FF2B5EF4-FFF2-40B4-BE49-F238E27FC236}">
                <a16:creationId xmlns:a16="http://schemas.microsoft.com/office/drawing/2014/main" id="{8D1D721A-86BE-436D-A979-991E23D9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76800"/>
            <a:ext cx="14478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7" name="pill-text-TRUST SERVICES">
            <a:extLst xmlns:a="http://schemas.openxmlformats.org/drawingml/2006/main">
              <a:ext uri="{FF2B5EF4-FFF2-40B4-BE49-F238E27FC236}">
                <a16:creationId xmlns:a16="http://schemas.microsoft.com/office/drawing/2014/main" id="{C439FF27-9740-4A2E-A92D-75AF44CA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9530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 SERVICES</a:t>
            </a:r>
          </a:p>
        </p:txBody>
      </p:sp>
      <p:sp>
        <p:nvSpPr>
          <p:cNvPr id="28" name="pill-EVIDENCE">
            <a:extLst xmlns:a="http://schemas.openxmlformats.org/drawingml/2006/main">
              <a:ext uri="{FF2B5EF4-FFF2-40B4-BE49-F238E27FC236}">
                <a16:creationId xmlns:a16="http://schemas.microsoft.com/office/drawing/2014/main" id="{19ED3262-B142-4B71-A068-D271B31C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876800"/>
            <a:ext cx="14478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9" name="pill-text-EVIDENCE">
            <a:extLst xmlns:a="http://schemas.openxmlformats.org/drawingml/2006/main">
              <a:ext uri="{FF2B5EF4-FFF2-40B4-BE49-F238E27FC236}">
                <a16:creationId xmlns:a16="http://schemas.microsoft.com/office/drawing/2014/main" id="{8878C329-39AB-4374-9878-F63B769B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9530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30" name="pill-RECORDS">
            <a:extLst xmlns:a="http://schemas.openxmlformats.org/drawingml/2006/main">
              <a:ext uri="{FF2B5EF4-FFF2-40B4-BE49-F238E27FC236}">
                <a16:creationId xmlns:a16="http://schemas.microsoft.com/office/drawing/2014/main" id="{5E384F5E-B8A5-4814-BC6E-30BABEB7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876800"/>
            <a:ext cx="14478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31" name="pill-text-RECORDS">
            <a:extLst xmlns:a="http://schemas.openxmlformats.org/drawingml/2006/main">
              <a:ext uri="{FF2B5EF4-FFF2-40B4-BE49-F238E27FC236}">
                <a16:creationId xmlns:a16="http://schemas.microsoft.com/office/drawing/2014/main" id="{0A8ED82C-765B-477D-908F-99DC8D77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9530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RECORDS</a:t>
            </a:r>
          </a:p>
        </p:txBody>
      </p:sp>
      <p:sp>
        <p:nvSpPr>
          <p:cNvPr id="32" name="divider">
            <a:extLst xmlns:a="http://schemas.openxmlformats.org/drawingml/2006/main">
              <a:ext uri="{FF2B5EF4-FFF2-40B4-BE49-F238E27FC236}">
                <a16:creationId xmlns:a16="http://schemas.microsoft.com/office/drawing/2014/main" id="{C579D6AB-7F53-434D-9D45-1C700B3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054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1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6EB78894-F2A1-4C4D-9C60-8E2C939C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platform connects controls around the action with the evidence that remains.</a:t>
            </a:r>
          </a:p>
        </p:txBody>
      </p:sp>
    </p:spTree>
    <p:extLst>
      <p:ext uri="{BB962C8B-B14F-4D97-AF65-F5344CB8AC3E}">
        <p14:creationId xmlns:p14="http://schemas.microsoft.com/office/powerpoint/2010/main" val="1166166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7bbd438314427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6A413F-228C-496F-976A-AD011A23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C8720F70-18CA-46D7-BFF7-4586D8F0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E5BC8E11-2636-49E8-8449-0BC563DE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7240255A-9B4E-4176-BA54-6FAFA956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605646-BB5A-40B0-B80A-59F0DB61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brings the platform capabilities together</a:t>
            </a:r>
          </a:p>
        </p:txBody>
      </p:sp>
      <p:sp>
        <p:nvSpPr>
          <p:cNvPr id="7" name="s9-subtitle">
            <a:extLst xmlns:a="http://schemas.openxmlformats.org/drawingml/2006/main">
              <a:ext uri="{FF2B5EF4-FFF2-40B4-BE49-F238E27FC236}">
                <a16:creationId xmlns:a16="http://schemas.microsoft.com/office/drawing/2014/main" id="{33067233-50A3-40D9-B80A-FFD1D5C2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Connected capability groups support the full lifecycle without forcing a fragmented trust model.</a:t>
            </a:r>
          </a:p>
        </p:txBody>
      </p:sp>
      <p:sp>
        <p:nvSpPr>
          <p:cNvPr id="8" name="s9-card-0">
            <a:extLst xmlns:a="http://schemas.openxmlformats.org/drawingml/2006/main">
              <a:ext uri="{FF2B5EF4-FFF2-40B4-BE49-F238E27FC236}">
                <a16:creationId xmlns:a16="http://schemas.microsoft.com/office/drawing/2014/main" id="{D3182887-AAAF-4076-97C8-48374A3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3644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90ffd7ca7449b"/>
          <a:stretch xmlns:a="http://schemas.openxmlformats.org/drawingml/2006/main"/>
        </p:blipFill>
        <p:spPr>
          <a:xfrm xmlns:a="http://schemas.openxmlformats.org/drawingml/2006/main">
            <a:off x="628650" y="2907242"/>
            <a:ext cx="552450" cy="491067"/>
          </a:xfrm>
          <a:prstGeom xmlns:a="http://schemas.openxmlformats.org/drawingml/2006/main" prst="rect">
            <a:avLst/>
          </a:prstGeom>
        </p:spPr>
      </p:pic>
      <p:sp>
        <p:nvSpPr>
          <p:cNvPr id="10" name="s9-title-0">
            <a:extLst xmlns:a="http://schemas.openxmlformats.org/drawingml/2006/main">
              <a:ext uri="{FF2B5EF4-FFF2-40B4-BE49-F238E27FC236}">
                <a16:creationId xmlns:a16="http://schemas.microsoft.com/office/drawing/2014/main" id="{5737ED4B-98E1-4629-8D79-CAA505E4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261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Workflow + collaboration</a:t>
            </a:r>
          </a:p>
        </p:txBody>
      </p:sp>
      <p:sp>
        <p:nvSpPr>
          <p:cNvPr id="11" name="s9-body-0">
            <a:extLst xmlns:a="http://schemas.openxmlformats.org/drawingml/2006/main">
              <a:ext uri="{FF2B5EF4-FFF2-40B4-BE49-F238E27FC236}">
                <a16:creationId xmlns:a16="http://schemas.microsoft.com/office/drawing/2014/main" id="{B9CF5D8D-2BE7-42F3-818F-DCCFBBCA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90900"/>
            <a:ext cx="261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Create, route, review, and coordinate work.</a:t>
            </a:r>
          </a:p>
        </p:txBody>
      </p:sp>
      <p:sp>
        <p:nvSpPr>
          <p:cNvPr id="12" name="s9-card-1">
            <a:extLst xmlns:a="http://schemas.openxmlformats.org/drawingml/2006/main">
              <a:ext uri="{FF2B5EF4-FFF2-40B4-BE49-F238E27FC236}">
                <a16:creationId xmlns:a16="http://schemas.microsoft.com/office/drawing/2014/main" id="{EDCBB209-0558-47CF-9591-3C2523C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647950"/>
            <a:ext cx="3644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53f5970eb4e39"/>
          <a:stretch xmlns:a="http://schemas.openxmlformats.org/drawingml/2006/main"/>
        </p:blipFill>
        <p:spPr>
          <a:xfrm xmlns:a="http://schemas.openxmlformats.org/drawingml/2006/main">
            <a:off x="4445000" y="2934703"/>
            <a:ext cx="552450" cy="436145"/>
          </a:xfrm>
          <a:prstGeom xmlns:a="http://schemas.openxmlformats.org/drawingml/2006/main" prst="rect">
            <a:avLst/>
          </a:prstGeom>
        </p:spPr>
      </p:pic>
      <p:sp>
        <p:nvSpPr>
          <p:cNvPr id="14" name="s9-title-1">
            <a:extLst xmlns:a="http://schemas.openxmlformats.org/drawingml/2006/main">
              <a:ext uri="{FF2B5EF4-FFF2-40B4-BE49-F238E27FC236}">
                <a16:creationId xmlns:a16="http://schemas.microsoft.com/office/drawing/2014/main" id="{45DA3DE7-6000-42B5-B8EA-7486AF00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2838450"/>
            <a:ext cx="261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Approvals</a:t>
            </a:r>
          </a:p>
        </p:txBody>
      </p:sp>
      <p:sp>
        <p:nvSpPr>
          <p:cNvPr id="15" name="s9-body-1">
            <a:extLst xmlns:a="http://schemas.openxmlformats.org/drawingml/2006/main">
              <a:ext uri="{FF2B5EF4-FFF2-40B4-BE49-F238E27FC236}">
                <a16:creationId xmlns:a16="http://schemas.microsoft.com/office/drawing/2014/main" id="{67EED4C3-2A88-4A91-8A14-888EFA20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3390900"/>
            <a:ext cx="261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Connect decisions to authority and policy.</a:t>
            </a:r>
          </a:p>
        </p:txBody>
      </p:sp>
      <p:sp>
        <p:nvSpPr>
          <p:cNvPr id="16" name="s9-card-2">
            <a:extLst xmlns:a="http://schemas.openxmlformats.org/drawingml/2006/main">
              <a:ext uri="{FF2B5EF4-FFF2-40B4-BE49-F238E27FC236}">
                <a16:creationId xmlns:a16="http://schemas.microsoft.com/office/drawing/2014/main" id="{14DAFD91-29C5-4A8C-90A2-642AFBB6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647950"/>
            <a:ext cx="3644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88556435f44a2"/>
          <a:stretch xmlns:a="http://schemas.openxmlformats.org/drawingml/2006/main"/>
        </p:blipFill>
        <p:spPr>
          <a:xfrm xmlns:a="http://schemas.openxmlformats.org/drawingml/2006/main">
            <a:off x="8261350" y="28765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8" name="s9-title-2">
            <a:extLst xmlns:a="http://schemas.openxmlformats.org/drawingml/2006/main">
              <a:ext uri="{FF2B5EF4-FFF2-40B4-BE49-F238E27FC236}">
                <a16:creationId xmlns:a16="http://schemas.microsoft.com/office/drawing/2014/main" id="{5F3DBE47-852C-4EA9-813B-2184DBAD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150" y="2838450"/>
            <a:ext cx="261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eSignatures + trust services</a:t>
            </a:r>
          </a:p>
        </p:txBody>
      </p:sp>
      <p:sp>
        <p:nvSpPr>
          <p:cNvPr id="19" name="s9-body-2">
            <a:extLst xmlns:a="http://schemas.openxmlformats.org/drawingml/2006/main">
              <a:ext uri="{FF2B5EF4-FFF2-40B4-BE49-F238E27FC236}">
                <a16:creationId xmlns:a16="http://schemas.microsoft.com/office/drawing/2014/main" id="{20FED417-6CEE-47E0-903F-C2FA33EC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150" y="3390900"/>
            <a:ext cx="261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Execute personal and organizational trust events.</a:t>
            </a:r>
          </a:p>
        </p:txBody>
      </p:sp>
      <p:sp>
        <p:nvSpPr>
          <p:cNvPr id="20" name="s9-card-3">
            <a:extLst xmlns:a="http://schemas.openxmlformats.org/drawingml/2006/main">
              <a:ext uri="{FF2B5EF4-FFF2-40B4-BE49-F238E27FC236}">
                <a16:creationId xmlns:a16="http://schemas.microsoft.com/office/drawing/2014/main" id="{BC25B9D3-ADD3-4674-AF9B-32455477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3644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4cbf7a5e64806"/>
          <a:stretch xmlns:a="http://schemas.openxmlformats.org/drawingml/2006/main"/>
        </p:blipFill>
        <p:spPr>
          <a:xfrm xmlns:a="http://schemas.openxmlformats.org/drawingml/2006/main">
            <a:off x="628650" y="4515853"/>
            <a:ext cx="552450" cy="436145"/>
          </a:xfrm>
          <a:prstGeom xmlns:a="http://schemas.openxmlformats.org/drawingml/2006/main" prst="rect">
            <a:avLst/>
          </a:prstGeom>
        </p:spPr>
      </p:pic>
      <p:sp>
        <p:nvSpPr>
          <p:cNvPr id="22" name="s9-title-3">
            <a:extLst xmlns:a="http://schemas.openxmlformats.org/drawingml/2006/main">
              <a:ext uri="{FF2B5EF4-FFF2-40B4-BE49-F238E27FC236}">
                <a16:creationId xmlns:a16="http://schemas.microsoft.com/office/drawing/2014/main" id="{A2036C64-91A2-4964-A64E-9644D642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9600"/>
            <a:ext cx="261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23" name="s9-body-3">
            <a:extLst xmlns:a="http://schemas.openxmlformats.org/drawingml/2006/main">
              <a:ext uri="{FF2B5EF4-FFF2-40B4-BE49-F238E27FC236}">
                <a16:creationId xmlns:a16="http://schemas.microsoft.com/office/drawing/2014/main" id="{09426CE8-A0DE-4C81-B871-7710A018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72050"/>
            <a:ext cx="261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Establish actors and the required assurance context.</a:t>
            </a:r>
          </a:p>
        </p:txBody>
      </p:sp>
      <p:sp>
        <p:nvSpPr>
          <p:cNvPr id="24" name="s9-card-4">
            <a:extLst xmlns:a="http://schemas.openxmlformats.org/drawingml/2006/main">
              <a:ext uri="{FF2B5EF4-FFF2-40B4-BE49-F238E27FC236}">
                <a16:creationId xmlns:a16="http://schemas.microsoft.com/office/drawing/2014/main" id="{EA7815E4-5A1A-49A8-A05C-84A0BC50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229100"/>
            <a:ext cx="3644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23735d81b4939"/>
          <a:stretch xmlns:a="http://schemas.openxmlformats.org/drawingml/2006/main"/>
        </p:blipFill>
        <p:spPr>
          <a:xfrm xmlns:a="http://schemas.openxmlformats.org/drawingml/2006/main">
            <a:off x="4445000" y="4488392"/>
            <a:ext cx="552450" cy="491067"/>
          </a:xfrm>
          <a:prstGeom xmlns:a="http://schemas.openxmlformats.org/drawingml/2006/main" prst="rect">
            <a:avLst/>
          </a:prstGeom>
        </p:spPr>
      </p:pic>
      <p:sp>
        <p:nvSpPr>
          <p:cNvPr id="26" name="s9-title-4">
            <a:extLst xmlns:a="http://schemas.openxmlformats.org/drawingml/2006/main">
              <a:ext uri="{FF2B5EF4-FFF2-40B4-BE49-F238E27FC236}">
                <a16:creationId xmlns:a16="http://schemas.microsoft.com/office/drawing/2014/main" id="{9560D3F4-B596-421F-9437-397DEED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4419600"/>
            <a:ext cx="261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 + archive</a:t>
            </a:r>
          </a:p>
        </p:txBody>
      </p:sp>
      <p:sp>
        <p:nvSpPr>
          <p:cNvPr id="27" name="s9-body-4">
            <a:extLst xmlns:a="http://schemas.openxmlformats.org/drawingml/2006/main">
              <a:ext uri="{FF2B5EF4-FFF2-40B4-BE49-F238E27FC236}">
                <a16:creationId xmlns:a16="http://schemas.microsoft.com/office/drawing/2014/main" id="{881A1538-CF3F-4932-8BB2-629F11FF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4972050"/>
            <a:ext cx="261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Preserve a verifiable record of the execution.</a:t>
            </a:r>
          </a:p>
        </p:txBody>
      </p:sp>
      <p:sp>
        <p:nvSpPr>
          <p:cNvPr id="28" name="s9-card-5">
            <a:extLst xmlns:a="http://schemas.openxmlformats.org/drawingml/2006/main">
              <a:ext uri="{FF2B5EF4-FFF2-40B4-BE49-F238E27FC236}">
                <a16:creationId xmlns:a16="http://schemas.microsoft.com/office/drawing/2014/main" id="{84587950-D526-48C5-BDE1-9DCE2EB6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4229100"/>
            <a:ext cx="36449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f4d4b7f7c4295"/>
          <a:stretch xmlns:a="http://schemas.openxmlformats.org/drawingml/2006/main"/>
        </p:blipFill>
        <p:spPr>
          <a:xfrm xmlns:a="http://schemas.openxmlformats.org/drawingml/2006/main">
            <a:off x="8261350" y="4503738"/>
            <a:ext cx="552450" cy="460375"/>
          </a:xfrm>
          <a:prstGeom xmlns:a="http://schemas.openxmlformats.org/drawingml/2006/main" prst="rect">
            <a:avLst/>
          </a:prstGeom>
        </p:spPr>
      </p:pic>
      <p:sp>
        <p:nvSpPr>
          <p:cNvPr id="30" name="s9-title-5">
            <a:extLst xmlns:a="http://schemas.openxmlformats.org/drawingml/2006/main">
              <a:ext uri="{FF2B5EF4-FFF2-40B4-BE49-F238E27FC236}">
                <a16:creationId xmlns:a16="http://schemas.microsoft.com/office/drawing/2014/main" id="{C224D798-9E66-4673-A5E9-221F71CD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150" y="4419600"/>
            <a:ext cx="261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Integrations, APIs + AI</a:t>
            </a:r>
          </a:p>
        </p:txBody>
      </p:sp>
      <p:sp>
        <p:nvSpPr>
          <p:cNvPr id="31" name="s9-body-5">
            <a:extLst xmlns:a="http://schemas.openxmlformats.org/drawingml/2006/main">
              <a:ext uri="{FF2B5EF4-FFF2-40B4-BE49-F238E27FC236}">
                <a16:creationId xmlns:a16="http://schemas.microsoft.com/office/drawing/2014/main" id="{7CA95399-040D-481A-8569-B4FEB3C1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150" y="4972050"/>
            <a:ext cx="261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2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Extend governed execution across digital channels.</a:t>
            </a:r>
          </a:p>
        </p:txBody>
      </p:sp>
      <p:sp>
        <p:nvSpPr>
          <p:cNvPr id="32" name="divider">
            <a:extLst xmlns:a="http://schemas.openxmlformats.org/drawingml/2006/main">
              <a:ext uri="{FF2B5EF4-FFF2-40B4-BE49-F238E27FC236}">
                <a16:creationId xmlns:a16="http://schemas.microsoft.com/office/drawing/2014/main" id="{A3B06AF2-9EAF-4692-8BFC-D149F75F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26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C156BD8A-0052-460D-881F-3C1574A6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Confirm the exact capability and assurance fit during solution design.</a:t>
            </a:r>
          </a:p>
        </p:txBody>
      </p:sp>
    </p:spTree>
    <p:extLst>
      <p:ext uri="{BB962C8B-B14F-4D97-AF65-F5344CB8AC3E}">
        <p14:creationId xmlns:p14="http://schemas.microsoft.com/office/powerpoint/2010/main" val="11722587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4ec529583421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9943E9-1A0D-439D-805A-EB3AE94D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10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AAF136E-4E56-4315-BE43-6E37A7E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AC2CD38-A919-4399-968A-81B90082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CB6F0B8A-F912-421D-987C-03B14DC3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19C4F2-568F-413E-AE49-45D353D4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trust layer serves people, applications, and AI agents</a:t>
            </a:r>
          </a:p>
        </p:txBody>
      </p:sp>
      <p:sp>
        <p:nvSpPr>
          <p:cNvPr id="7" name="s10-lane-0">
            <a:extLst xmlns:a="http://schemas.openxmlformats.org/drawingml/2006/main">
              <a:ext uri="{FF2B5EF4-FFF2-40B4-BE49-F238E27FC236}">
                <a16:creationId xmlns:a16="http://schemas.microsoft.com/office/drawing/2014/main" id="{E4713F6E-B873-466F-A3AD-823CC12D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3600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565e21e8b4597"/>
          <a:stretch xmlns:a="http://schemas.openxmlformats.org/drawingml/2006/main"/>
        </p:blipFill>
        <p:spPr>
          <a:xfrm xmlns:a="http://schemas.openxmlformats.org/drawingml/2006/main">
            <a:off x="1809750" y="2659592"/>
            <a:ext cx="895350" cy="795867"/>
          </a:xfrm>
          <a:prstGeom xmlns:a="http://schemas.openxmlformats.org/drawingml/2006/main" prst="rect">
            <a:avLst/>
          </a:prstGeom>
        </p:spPr>
      </p:pic>
      <p:sp>
        <p:nvSpPr>
          <p:cNvPr id="9" name="s10-title-0">
            <a:extLst xmlns:a="http://schemas.openxmlformats.org/drawingml/2006/main">
              <a:ext uri="{FF2B5EF4-FFF2-40B4-BE49-F238E27FC236}">
                <a16:creationId xmlns:a16="http://schemas.microsoft.com/office/drawing/2014/main" id="{18259460-6A37-4A8A-B706-1024AE32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PEOPLE</a:t>
            </a:r>
          </a:p>
        </p:txBody>
      </p:sp>
      <p:sp>
        <p:nvSpPr>
          <p:cNvPr id="10" name="s10-body-0">
            <a:extLst xmlns:a="http://schemas.openxmlformats.org/drawingml/2006/main">
              <a:ext uri="{FF2B5EF4-FFF2-40B4-BE49-F238E27FC236}">
                <a16:creationId xmlns:a16="http://schemas.microsoft.com/office/drawing/2014/main" id="{944FC25E-68B6-4A3E-BEB4-8DE47E1D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Web and mobile experiences</a:t>
            </a:r>
          </a:p>
        </p:txBody>
      </p:sp>
      <p:sp>
        <p:nvSpPr>
          <p:cNvPr id="11" name="s10-lane-1">
            <a:extLst xmlns:a="http://schemas.openxmlformats.org/drawingml/2006/main">
              <a:ext uri="{FF2B5EF4-FFF2-40B4-BE49-F238E27FC236}">
                <a16:creationId xmlns:a16="http://schemas.microsoft.com/office/drawing/2014/main" id="{7EE7C1D1-7E40-411A-8CA8-AF96E313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3600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17daca09e49da"/>
          <a:stretch xmlns:a="http://schemas.openxmlformats.org/drawingml/2006/main"/>
        </p:blipFill>
        <p:spPr>
          <a:xfrm xmlns:a="http://schemas.openxmlformats.org/drawingml/2006/main">
            <a:off x="5638800" y="2684463"/>
            <a:ext cx="895350" cy="746125"/>
          </a:xfrm>
          <a:prstGeom xmlns:a="http://schemas.openxmlformats.org/drawingml/2006/main" prst="rect">
            <a:avLst/>
          </a:prstGeom>
        </p:spPr>
      </p:pic>
      <p:sp>
        <p:nvSpPr>
          <p:cNvPr id="13" name="s10-title-1">
            <a:extLst xmlns:a="http://schemas.openxmlformats.org/drawingml/2006/main">
              <a:ext uri="{FF2B5EF4-FFF2-40B4-BE49-F238E27FC236}">
                <a16:creationId xmlns:a16="http://schemas.microsoft.com/office/drawing/2014/main" id="{C970E1B1-AC67-4F5D-AC36-8DEF634E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APPLICATIONS</a:t>
            </a:r>
          </a:p>
        </p:txBody>
      </p:sp>
      <p:sp>
        <p:nvSpPr>
          <p:cNvPr id="14" name="s10-body-1">
            <a:extLst xmlns:a="http://schemas.openxmlformats.org/drawingml/2006/main">
              <a:ext uri="{FF2B5EF4-FFF2-40B4-BE49-F238E27FC236}">
                <a16:creationId xmlns:a16="http://schemas.microsoft.com/office/drawing/2014/main" id="{46D98F40-7A12-4AE2-93F5-4AC1CB14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Integrations, portals, and governed APIs</a:t>
            </a:r>
          </a:p>
        </p:txBody>
      </p:sp>
      <p:sp>
        <p:nvSpPr>
          <p:cNvPr id="15" name="s10-lane-2">
            <a:extLst xmlns:a="http://schemas.openxmlformats.org/drawingml/2006/main">
              <a:ext uri="{FF2B5EF4-FFF2-40B4-BE49-F238E27FC236}">
                <a16:creationId xmlns:a16="http://schemas.microsoft.com/office/drawing/2014/main" id="{D6BEC232-7E76-40D2-BF83-312EF0AE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2200"/>
            <a:ext cx="36004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cd118f45b4450"/>
          <a:stretch xmlns:a="http://schemas.openxmlformats.org/drawingml/2006/main"/>
        </p:blipFill>
        <p:spPr>
          <a:xfrm xmlns:a="http://schemas.openxmlformats.org/drawingml/2006/main">
            <a:off x="9467850" y="2684463"/>
            <a:ext cx="895350" cy="746125"/>
          </a:xfrm>
          <a:prstGeom xmlns:a="http://schemas.openxmlformats.org/drawingml/2006/main" prst="rect">
            <a:avLst/>
          </a:prstGeom>
        </p:spPr>
      </p:pic>
      <p:sp>
        <p:nvSpPr>
          <p:cNvPr id="17" name="s10-title-2">
            <a:extLst xmlns:a="http://schemas.openxmlformats.org/drawingml/2006/main">
              <a:ext uri="{FF2B5EF4-FFF2-40B4-BE49-F238E27FC236}">
                <a16:creationId xmlns:a16="http://schemas.microsoft.com/office/drawing/2014/main" id="{02DFFAF4-95B1-493C-B636-EA68A877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766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AI AGENTS</a:t>
            </a:r>
          </a:p>
        </p:txBody>
      </p:sp>
      <p:sp>
        <p:nvSpPr>
          <p:cNvPr id="18" name="s10-body-2">
            <a:extLst xmlns:a="http://schemas.openxmlformats.org/drawingml/2006/main">
              <a:ext uri="{FF2B5EF4-FFF2-40B4-BE49-F238E27FC236}">
                <a16:creationId xmlns:a16="http://schemas.microsoft.com/office/drawing/2014/main" id="{327A581A-FFEF-4A56-A073-3A8FFD6D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3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Permitted actions inside the same control model</a:t>
            </a:r>
          </a:p>
        </p:txBody>
      </p:sp>
      <p:sp>
        <p:nvSpPr>
          <p:cNvPr id="19" name="s10-band">
            <a:extLst xmlns:a="http://schemas.openxmlformats.org/drawingml/2006/main">
              <a:ext uri="{FF2B5EF4-FFF2-40B4-BE49-F238E27FC236}">
                <a16:creationId xmlns:a16="http://schemas.microsoft.com/office/drawing/2014/main" id="{D636098E-C251-49B3-B458-3A86D3D9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0096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4006A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0" name="s10-band-text">
            <a:extLst xmlns:a="http://schemas.openxmlformats.org/drawingml/2006/main">
              <a:ext uri="{FF2B5EF4-FFF2-40B4-BE49-F238E27FC236}">
                <a16:creationId xmlns:a16="http://schemas.microsoft.com/office/drawing/2014/main" id="{8AC293EC-3094-446F-9DF5-C7F730BF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TRUST MODEL · CONSISTENT POLICY · CONTINUOUS EVIDENCE</a:t>
            </a:r>
          </a:p>
        </p:txBody>
      </p:sp>
    </p:spTree>
    <p:extLst>
      <p:ext uri="{BB962C8B-B14F-4D97-AF65-F5344CB8AC3E}">
        <p14:creationId xmlns:p14="http://schemas.microsoft.com/office/powerpoint/2010/main" val="5374049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046b096164676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176A1B-18B2-4720-BEDF-07BA2346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11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6CA47CC9-4C37-45BD-AC40-F16E43F9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5F493B5-BDD9-44C4-8140-DEEEE01D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BCAE05CC-17ED-4806-B93D-1AB57CE4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A21E34-6093-4AE1-B8D8-1848886C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Circularo extends beyond transaction-level eSignatures</a:t>
            </a:r>
          </a:p>
        </p:txBody>
      </p:sp>
      <p:sp>
        <p:nvSpPr>
          <p:cNvPr id="7" name="s11-panel-0">
            <a:extLst xmlns:a="http://schemas.openxmlformats.org/drawingml/2006/main">
              <a:ext uri="{FF2B5EF4-FFF2-40B4-BE49-F238E27FC236}">
                <a16:creationId xmlns:a16="http://schemas.microsoft.com/office/drawing/2014/main" id="{5187B233-3911-4698-96CA-EAE51B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54864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s11-label-0">
            <a:extLst xmlns:a="http://schemas.openxmlformats.org/drawingml/2006/main">
              <a:ext uri="{FF2B5EF4-FFF2-40B4-BE49-F238E27FC236}">
                <a16:creationId xmlns:a16="http://schemas.microsoft.com/office/drawing/2014/main" id="{7E10E9F0-2C86-4757-AE9C-0CBC7C1B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ESIGNATURE PLATFORM</a:t>
            </a:r>
          </a:p>
        </p:txBody>
      </p:sp>
      <p:sp>
        <p:nvSpPr>
          <p:cNvPr id="9" name="s11-title-0">
            <a:extLst xmlns:a="http://schemas.openxmlformats.org/drawingml/2006/main">
              <a:ext uri="{FF2B5EF4-FFF2-40B4-BE49-F238E27FC236}">
                <a16:creationId xmlns:a16="http://schemas.microsoft.com/office/drawing/2014/main" id="{02F6539C-9EE7-4AF5-B94F-C6393C70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Complete the signature transaction</a:t>
            </a:r>
          </a:p>
        </p:txBody>
      </p:sp>
      <p:sp>
        <p:nvSpPr>
          <p:cNvPr id="10" name="s11-check-0-0">
            <a:extLst xmlns:a="http://schemas.openxmlformats.org/drawingml/2006/main">
              <a:ext uri="{FF2B5EF4-FFF2-40B4-BE49-F238E27FC236}">
                <a16:creationId xmlns:a16="http://schemas.microsoft.com/office/drawing/2014/main" id="{47605C37-7C6C-4A8B-B941-4C87697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11-item-0-0">
            <a:extLst xmlns:a="http://schemas.openxmlformats.org/drawingml/2006/main">
              <a:ext uri="{FF2B5EF4-FFF2-40B4-BE49-F238E27FC236}">
                <a16:creationId xmlns:a16="http://schemas.microsoft.com/office/drawing/2014/main" id="{983A0665-82DA-4A47-9C6A-02017076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Prepare and send</a:t>
            </a:r>
          </a:p>
        </p:txBody>
      </p:sp>
      <p:sp>
        <p:nvSpPr>
          <p:cNvPr id="12" name="s11-check-0-1">
            <a:extLst xmlns:a="http://schemas.openxmlformats.org/drawingml/2006/main">
              <a:ext uri="{FF2B5EF4-FFF2-40B4-BE49-F238E27FC236}">
                <a16:creationId xmlns:a16="http://schemas.microsoft.com/office/drawing/2014/main" id="{78EB273E-F19C-4B02-BD6F-BAAE2EC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11-item-0-1">
            <a:extLst xmlns:a="http://schemas.openxmlformats.org/drawingml/2006/main">
              <a:ext uri="{FF2B5EF4-FFF2-40B4-BE49-F238E27FC236}">
                <a16:creationId xmlns:a16="http://schemas.microsoft.com/office/drawing/2014/main" id="{FAC8159F-AB46-4E1A-87AA-ADCC09F7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Authenticate signer</a:t>
            </a:r>
          </a:p>
        </p:txBody>
      </p:sp>
      <p:sp>
        <p:nvSpPr>
          <p:cNvPr id="14" name="s11-check-0-2">
            <a:extLst xmlns:a="http://schemas.openxmlformats.org/drawingml/2006/main">
              <a:ext uri="{FF2B5EF4-FFF2-40B4-BE49-F238E27FC236}">
                <a16:creationId xmlns:a16="http://schemas.microsoft.com/office/drawing/2014/main" id="{CE2CE7C9-EFD2-4779-B67D-10E31315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11-item-0-2">
            <a:extLst xmlns:a="http://schemas.openxmlformats.org/drawingml/2006/main">
              <a:ext uri="{FF2B5EF4-FFF2-40B4-BE49-F238E27FC236}">
                <a16:creationId xmlns:a16="http://schemas.microsoft.com/office/drawing/2014/main" id="{8C0FA723-C7D7-4218-96EE-E64BB247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Capture signature</a:t>
            </a:r>
          </a:p>
        </p:txBody>
      </p:sp>
      <p:sp>
        <p:nvSpPr>
          <p:cNvPr id="16" name="s11-check-0-3">
            <a:extLst xmlns:a="http://schemas.openxmlformats.org/drawingml/2006/main">
              <a:ext uri="{FF2B5EF4-FFF2-40B4-BE49-F238E27FC236}">
                <a16:creationId xmlns:a16="http://schemas.microsoft.com/office/drawing/2014/main" id="{19A14242-C522-42C4-919A-200C0089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11-item-0-3">
            <a:extLst xmlns:a="http://schemas.openxmlformats.org/drawingml/2006/main">
              <a:ext uri="{FF2B5EF4-FFF2-40B4-BE49-F238E27FC236}">
                <a16:creationId xmlns:a16="http://schemas.microsoft.com/office/drawing/2014/main" id="{FD457B32-3548-4BEA-BD12-EDE74359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Complete transaction</a:t>
            </a:r>
          </a:p>
        </p:txBody>
      </p:sp>
      <p:sp>
        <p:nvSpPr>
          <p:cNvPr id="18" name="s11-panel-1">
            <a:extLst xmlns:a="http://schemas.openxmlformats.org/drawingml/2006/main">
              <a:ext uri="{FF2B5EF4-FFF2-40B4-BE49-F238E27FC236}">
                <a16:creationId xmlns:a16="http://schemas.microsoft.com/office/drawing/2014/main" id="{423D3160-CCD2-4645-9AF5-C14F6923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4864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19050">
            <a:solidFill>
              <a:srgbClr val="E8D7FF"/>
            </a:solidFill>
            <a:prstDash val="solid"/>
          </a:ln>
        </p:spPr>
      </p:sp>
      <p:sp>
        <p:nvSpPr>
          <p:cNvPr id="19" name="s11-label-1">
            <a:extLst xmlns:a="http://schemas.openxmlformats.org/drawingml/2006/main">
              <a:ext uri="{FF2B5EF4-FFF2-40B4-BE49-F238E27FC236}">
                <a16:creationId xmlns:a16="http://schemas.microsoft.com/office/drawing/2014/main" id="{6722DBD5-D65C-486A-B105-29135752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TRUSTED DIGITAL WORK</a:t>
            </a:r>
          </a:p>
        </p:txBody>
      </p:sp>
      <p:sp>
        <p:nvSpPr>
          <p:cNvPr id="20" name="s11-title-1">
            <a:extLst xmlns:a="http://schemas.openxmlformats.org/drawingml/2006/main">
              <a:ext uri="{FF2B5EF4-FFF2-40B4-BE49-F238E27FC236}">
                <a16:creationId xmlns:a16="http://schemas.microsoft.com/office/drawing/2014/main" id="{A61C93F8-EECD-43F3-9D16-49C75689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Govern the complete execution lifecycle</a:t>
            </a:r>
          </a:p>
        </p:txBody>
      </p:sp>
      <p:sp>
        <p:nvSpPr>
          <p:cNvPr id="21" name="s11-check-1-0">
            <a:extLst xmlns:a="http://schemas.openxmlformats.org/drawingml/2006/main">
              <a:ext uri="{FF2B5EF4-FFF2-40B4-BE49-F238E27FC236}">
                <a16:creationId xmlns:a16="http://schemas.microsoft.com/office/drawing/2014/main" id="{873C1B0A-B357-4F0B-8860-D0B0F238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814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1-item-1-0">
            <a:extLst xmlns:a="http://schemas.openxmlformats.org/drawingml/2006/main">
              <a:ext uri="{FF2B5EF4-FFF2-40B4-BE49-F238E27FC236}">
                <a16:creationId xmlns:a16="http://schemas.microsoft.com/office/drawing/2014/main" id="{4A9594D5-2FDF-4419-AAAC-6C627F74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Create and collaborate</a:t>
            </a:r>
          </a:p>
        </p:txBody>
      </p:sp>
      <p:sp>
        <p:nvSpPr>
          <p:cNvPr id="23" name="s11-check-1-1">
            <a:extLst xmlns:a="http://schemas.openxmlformats.org/drawingml/2006/main">
              <a:ext uri="{FF2B5EF4-FFF2-40B4-BE49-F238E27FC236}">
                <a16:creationId xmlns:a16="http://schemas.microsoft.com/office/drawing/2014/main" id="{8F4DB1CC-A09F-4369-81B3-A925542A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81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1-item-1-1">
            <a:extLst xmlns:a="http://schemas.openxmlformats.org/drawingml/2006/main">
              <a:ext uri="{FF2B5EF4-FFF2-40B4-BE49-F238E27FC236}">
                <a16:creationId xmlns:a16="http://schemas.microsoft.com/office/drawing/2014/main" id="{EF4046AF-9156-4608-985C-B96DB73E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148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Connect authority and approval</a:t>
            </a:r>
          </a:p>
        </p:txBody>
      </p:sp>
      <p:sp>
        <p:nvSpPr>
          <p:cNvPr id="25" name="s11-check-1-2">
            <a:extLst xmlns:a="http://schemas.openxmlformats.org/drawingml/2006/main">
              <a:ext uri="{FF2B5EF4-FFF2-40B4-BE49-F238E27FC236}">
                <a16:creationId xmlns:a16="http://schemas.microsoft.com/office/drawing/2014/main" id="{592E5406-2899-43ED-AFB0-70850914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1-item-1-2">
            <a:extLst xmlns:a="http://schemas.openxmlformats.org/drawingml/2006/main">
              <a:ext uri="{FF2B5EF4-FFF2-40B4-BE49-F238E27FC236}">
                <a16:creationId xmlns:a16="http://schemas.microsoft.com/office/drawing/2014/main" id="{0AB1E55C-E10B-4650-830F-CD30187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148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Execute signature or seal</a:t>
            </a:r>
          </a:p>
        </p:txBody>
      </p:sp>
      <p:sp>
        <p:nvSpPr>
          <p:cNvPr id="27" name="s11-check-1-3">
            <a:extLst xmlns:a="http://schemas.openxmlformats.org/drawingml/2006/main">
              <a:ext uri="{FF2B5EF4-FFF2-40B4-BE49-F238E27FC236}">
                <a16:creationId xmlns:a16="http://schemas.microsoft.com/office/drawing/2014/main" id="{D64BFB38-1638-4CBD-A29F-BA59D8B1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815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11-item-1-3">
            <a:extLst xmlns:a="http://schemas.openxmlformats.org/drawingml/2006/main">
              <a:ext uri="{FF2B5EF4-FFF2-40B4-BE49-F238E27FC236}">
                <a16:creationId xmlns:a16="http://schemas.microsoft.com/office/drawing/2014/main" id="{26EB86D6-9910-4E9D-BF6A-4CF41C0D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149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Preserve evidence and records</a:t>
            </a:r>
          </a:p>
        </p:txBody>
      </p:sp>
      <p:sp>
        <p:nvSpPr>
          <p:cNvPr id="29" name="s11-check-1-4">
            <a:extLst xmlns:a="http://schemas.openxmlformats.org/drawingml/2006/main">
              <a:ext uri="{FF2B5EF4-FFF2-40B4-BE49-F238E27FC236}">
                <a16:creationId xmlns:a16="http://schemas.microsoft.com/office/drawing/2014/main" id="{E7BDFF80-CAEF-441D-A58D-F13FABBC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816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1-item-1-4">
            <a:extLst xmlns:a="http://schemas.openxmlformats.org/drawingml/2006/main">
              <a:ext uri="{FF2B5EF4-FFF2-40B4-BE49-F238E27FC236}">
                <a16:creationId xmlns:a16="http://schemas.microsoft.com/office/drawing/2014/main" id="{D0CF9198-B62D-40B5-BEC8-9A8BD812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Extend through APIs and AI</a:t>
            </a:r>
          </a:p>
        </p:txBody>
      </p:sp>
      <p:sp>
        <p:nvSpPr>
          <p:cNvPr id="31" name="divider">
            <a:extLst xmlns:a="http://schemas.openxmlformats.org/drawingml/2006/main">
              <a:ext uri="{FF2B5EF4-FFF2-40B4-BE49-F238E27FC236}">
                <a16:creationId xmlns:a16="http://schemas.microsoft.com/office/drawing/2014/main" id="{691CD3DA-6020-440D-9E7A-AE6ECCFE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ACC57E8C-EE6E-459D-8F5B-D39AA127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comparison is about scope: transaction completion versus lifecycle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123840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ca239ef684dce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32320F-66F9-46A0-8BA9-7CF634CB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12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A5816CA1-B5F9-4ABC-93F9-0DCE47F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272117C-A814-464E-A185-93071677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29734B21-E481-43FA-A6DE-DF03F7AB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14C694-62EA-448B-9195-BE8F6F28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1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Managed SaaS reduces platform burden</a:t>
            </a:r>
          </a:p>
        </p:txBody>
      </p:sp>
      <p:sp>
        <p:nvSpPr>
          <p:cNvPr id="7" name="s12-subtitle">
            <a:extLst xmlns:a="http://schemas.openxmlformats.org/drawingml/2006/main">
              <a:ext uri="{FF2B5EF4-FFF2-40B4-BE49-F238E27FC236}">
                <a16:creationId xmlns:a16="http://schemas.microsoft.com/office/drawing/2014/main" id="{7EA83CFF-799C-4AE6-AEE9-2E712DE4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Adopt the trust model in phases while Circularo provides the managed platform environment.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7c59a4bad4bd4"/>
          <a:stretch xmlns:a="http://schemas.openxmlformats.org/drawingml/2006/main"/>
        </p:blipFill>
        <p:spPr>
          <a:xfrm xmlns:a="http://schemas.openxmlformats.org/drawingml/2006/main">
            <a:off x="762000" y="2742142"/>
            <a:ext cx="2381250" cy="2116667"/>
          </a:xfrm>
          <a:prstGeom xmlns:a="http://schemas.openxmlformats.org/drawingml/2006/main" prst="rect">
            <a:avLst/>
          </a:prstGeom>
        </p:spPr>
      </p:pic>
      <p:sp>
        <p:nvSpPr>
          <p:cNvPr id="9" name="s12-cloud-pill">
            <a:extLst xmlns:a="http://schemas.openxmlformats.org/drawingml/2006/main">
              <a:ext uri="{FF2B5EF4-FFF2-40B4-BE49-F238E27FC236}">
                <a16:creationId xmlns:a16="http://schemas.microsoft.com/office/drawing/2014/main" id="{46F6CA25-DC1F-4F49-9362-D54ADBF0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21526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0" name="s12-cloud-label">
            <a:extLst xmlns:a="http://schemas.openxmlformats.org/drawingml/2006/main">
              <a:ext uri="{FF2B5EF4-FFF2-40B4-BE49-F238E27FC236}">
                <a16:creationId xmlns:a16="http://schemas.microsoft.com/office/drawing/2014/main" id="{A7459F35-6B39-4081-A47C-F310872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MANAGED SAAS</a:t>
            </a:r>
          </a:p>
        </p:txBody>
      </p:sp>
      <p:sp>
        <p:nvSpPr>
          <p:cNvPr id="11" name="s12-num-0">
            <a:extLst xmlns:a="http://schemas.openxmlformats.org/drawingml/2006/main">
              <a:ext uri="{FF2B5EF4-FFF2-40B4-BE49-F238E27FC236}">
                <a16:creationId xmlns:a16="http://schemas.microsoft.com/office/drawing/2014/main" id="{5E18174E-4615-4DE5-A1EA-17E703C3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336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2" name="s12-num-text-0">
            <a:extLst xmlns:a="http://schemas.openxmlformats.org/drawingml/2006/main">
              <a:ext uri="{FF2B5EF4-FFF2-40B4-BE49-F238E27FC236}">
                <a16:creationId xmlns:a16="http://schemas.microsoft.com/office/drawing/2014/main" id="{B2A9553F-3D21-4665-967A-293AAEB0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86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13" name="s12-title-0">
            <a:extLst xmlns:a="http://schemas.openxmlformats.org/drawingml/2006/main">
              <a:ext uri="{FF2B5EF4-FFF2-40B4-BE49-F238E27FC236}">
                <a16:creationId xmlns:a16="http://schemas.microsoft.com/office/drawing/2014/main" id="{B403740B-AAAC-4EA4-83A6-4EB03295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527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Adopt</a:t>
            </a:r>
          </a:p>
        </p:txBody>
      </p:sp>
      <p:sp>
        <p:nvSpPr>
          <p:cNvPr id="14" name="s12-body-0">
            <a:extLst xmlns:a="http://schemas.openxmlformats.org/drawingml/2006/main">
              <a:ext uri="{FF2B5EF4-FFF2-40B4-BE49-F238E27FC236}">
                <a16:creationId xmlns:a16="http://schemas.microsoft.com/office/drawing/2014/main" id="{0AB9C00C-2C10-452D-92CE-9713F8FD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Launch a defined trusted workflow.</a:t>
            </a:r>
          </a:p>
        </p:txBody>
      </p:sp>
      <p:sp>
        <p:nvSpPr>
          <p:cNvPr id="15" name="s12-num-1">
            <a:extLst xmlns:a="http://schemas.openxmlformats.org/drawingml/2006/main">
              <a:ext uri="{FF2B5EF4-FFF2-40B4-BE49-F238E27FC236}">
                <a16:creationId xmlns:a16="http://schemas.microsoft.com/office/drawing/2014/main" id="{A92DD056-033F-483D-9FA5-75CF5F6E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16" name="s12-num-text-1">
            <a:extLst xmlns:a="http://schemas.openxmlformats.org/drawingml/2006/main">
              <a:ext uri="{FF2B5EF4-FFF2-40B4-BE49-F238E27FC236}">
                <a16:creationId xmlns:a16="http://schemas.microsoft.com/office/drawing/2014/main" id="{DA0FCCE2-3AF3-4812-815F-FE0D65F8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17" name="s12-title-1">
            <a:extLst xmlns:a="http://schemas.openxmlformats.org/drawingml/2006/main">
              <a:ext uri="{FF2B5EF4-FFF2-40B4-BE49-F238E27FC236}">
                <a16:creationId xmlns:a16="http://schemas.microsoft.com/office/drawing/2014/main" id="{473BB838-52AF-4F5C-B7E6-B81FAFDC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Configure</a:t>
            </a:r>
          </a:p>
        </p:txBody>
      </p:sp>
      <p:sp>
        <p:nvSpPr>
          <p:cNvPr id="18" name="s12-body-1">
            <a:extLst xmlns:a="http://schemas.openxmlformats.org/drawingml/2006/main">
              <a:ext uri="{FF2B5EF4-FFF2-40B4-BE49-F238E27FC236}">
                <a16:creationId xmlns:a16="http://schemas.microsoft.com/office/drawing/2014/main" id="{B4625AFF-23A5-4995-A7FB-D559D219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6232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Fit process, authority, assurance, and evidence.</a:t>
            </a:r>
          </a:p>
        </p:txBody>
      </p:sp>
      <p:sp>
        <p:nvSpPr>
          <p:cNvPr id="19" name="s12-num-2">
            <a:extLst xmlns:a="http://schemas.openxmlformats.org/drawingml/2006/main">
              <a:ext uri="{FF2B5EF4-FFF2-40B4-BE49-F238E27FC236}">
                <a16:creationId xmlns:a16="http://schemas.microsoft.com/office/drawing/2014/main" id="{8439E21E-CF66-4BF3-B109-848A2B1D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338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0" name="s12-num-text-2">
            <a:extLst xmlns:a="http://schemas.openxmlformats.org/drawingml/2006/main">
              <a:ext uri="{FF2B5EF4-FFF2-40B4-BE49-F238E27FC236}">
                <a16:creationId xmlns:a16="http://schemas.microsoft.com/office/drawing/2014/main" id="{99969BDF-C483-4FF6-A368-EAAC906D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86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21" name="s12-title-2">
            <a:extLst xmlns:a="http://schemas.openxmlformats.org/drawingml/2006/main">
              <a:ext uri="{FF2B5EF4-FFF2-40B4-BE49-F238E27FC236}">
                <a16:creationId xmlns:a16="http://schemas.microsoft.com/office/drawing/2014/main" id="{0FA7B597-34B6-46B7-A8C8-EFD49FC7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529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Connect</a:t>
            </a:r>
          </a:p>
        </p:txBody>
      </p:sp>
      <p:sp>
        <p:nvSpPr>
          <p:cNvPr id="22" name="s12-body-2">
            <a:extLst xmlns:a="http://schemas.openxmlformats.org/drawingml/2006/main">
              <a:ext uri="{FF2B5EF4-FFF2-40B4-BE49-F238E27FC236}">
                <a16:creationId xmlns:a16="http://schemas.microsoft.com/office/drawing/2014/main" id="{2D5BF792-D832-4836-83C9-7C266552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6242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Integrate identities and enterprise systems.</a:t>
            </a:r>
          </a:p>
        </p:txBody>
      </p:sp>
      <p:sp>
        <p:nvSpPr>
          <p:cNvPr id="23" name="s12-num-3">
            <a:extLst xmlns:a="http://schemas.openxmlformats.org/drawingml/2006/main">
              <a:ext uri="{FF2B5EF4-FFF2-40B4-BE49-F238E27FC236}">
                <a16:creationId xmlns:a16="http://schemas.microsoft.com/office/drawing/2014/main" id="{DBACED8C-290B-4DEF-88BF-36C2249E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339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24" name="s12-num-text-3">
            <a:extLst xmlns:a="http://schemas.openxmlformats.org/drawingml/2006/main">
              <a:ext uri="{FF2B5EF4-FFF2-40B4-BE49-F238E27FC236}">
                <a16:creationId xmlns:a16="http://schemas.microsoft.com/office/drawing/2014/main" id="{A8CE5226-EDFD-4F81-B2DC-662F5D4C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86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04</a:t>
            </a:r>
          </a:p>
        </p:txBody>
      </p:sp>
      <p:sp>
        <p:nvSpPr>
          <p:cNvPr id="25" name="s12-title-3">
            <a:extLst xmlns:a="http://schemas.openxmlformats.org/drawingml/2006/main">
              <a:ext uri="{FF2B5EF4-FFF2-40B4-BE49-F238E27FC236}">
                <a16:creationId xmlns:a16="http://schemas.microsoft.com/office/drawing/2014/main" id="{4F1EBA66-58A2-475C-87D5-9475A405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530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Expand</a:t>
            </a:r>
          </a:p>
        </p:txBody>
      </p:sp>
      <p:sp>
        <p:nvSpPr>
          <p:cNvPr id="26" name="s12-body-3">
            <a:extLst xmlns:a="http://schemas.openxmlformats.org/drawingml/2006/main">
              <a:ext uri="{FF2B5EF4-FFF2-40B4-BE49-F238E27FC236}">
                <a16:creationId xmlns:a16="http://schemas.microsoft.com/office/drawing/2014/main" id="{924C2188-1EA2-4931-B560-15B66C37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62525"/>
            <a:ext cx="491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4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Reuse the pattern across more workflows.</a:t>
            </a:r>
          </a:p>
        </p:txBody>
      </p:sp>
      <p:sp>
        <p:nvSpPr>
          <p:cNvPr id="27" name="divider">
            <a:extLst xmlns:a="http://schemas.openxmlformats.org/drawingml/2006/main">
              <a:ext uri="{FF2B5EF4-FFF2-40B4-BE49-F238E27FC236}">
                <a16:creationId xmlns:a16="http://schemas.microsoft.com/office/drawing/2014/main" id="{F3608D29-BAA7-4385-9D2B-03A55F2C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91E41D88-673E-4B9A-AD05-E5746FCD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Confirm service, hosting, security, and operating boundaries for each opportunity.</a:t>
            </a:r>
          </a:p>
        </p:txBody>
      </p:sp>
    </p:spTree>
    <p:extLst>
      <p:ext uri="{BB962C8B-B14F-4D97-AF65-F5344CB8AC3E}">
        <p14:creationId xmlns:p14="http://schemas.microsoft.com/office/powerpoint/2010/main" val="6797956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29582f3b7466f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0DB35A-2AF7-4047-9708-5FCFD96E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13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D3DDBB02-397B-4B6D-8507-71192CD6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C4D0740-1451-4C18-822B-7231BD4F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814137DA-C087-4BE5-8E4E-627E9E2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574502-2C7D-4B73-AED7-BD7D82C7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07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Prove value in one consequential workflow</a:t>
            </a:r>
          </a:p>
        </p:txBody>
      </p:sp>
      <p:sp>
        <p:nvSpPr>
          <p:cNvPr id="7" name="s13-subtitle">
            <a:extLst xmlns:a="http://schemas.openxmlformats.org/drawingml/2006/main">
              <a:ext uri="{FF2B5EF4-FFF2-40B4-BE49-F238E27FC236}">
                <a16:creationId xmlns:a16="http://schemas.microsoft.com/office/drawing/2014/main" id="{3B2D9AE3-E96F-40F5-A6DA-208BF9BE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Define the operating problem and the proof model together—before making enterprise-scale claims.</a:t>
            </a:r>
          </a:p>
        </p:txBody>
      </p:sp>
      <p:sp>
        <p:nvSpPr>
          <p:cNvPr id="8" name="s13-num-0">
            <a:extLst xmlns:a="http://schemas.openxmlformats.org/drawingml/2006/main">
              <a:ext uri="{FF2B5EF4-FFF2-40B4-BE49-F238E27FC236}">
                <a16:creationId xmlns:a16="http://schemas.microsoft.com/office/drawing/2014/main" id="{4B59C706-BD24-432B-830E-E8C988A5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01</a:t>
            </a:r>
          </a:p>
        </p:txBody>
      </p:sp>
      <p:sp>
        <p:nvSpPr>
          <p:cNvPr id="9" name="s13-label-0">
            <a:extLst xmlns:a="http://schemas.openxmlformats.org/drawingml/2006/main">
              <a:ext uri="{FF2B5EF4-FFF2-40B4-BE49-F238E27FC236}">
                <a16:creationId xmlns:a16="http://schemas.microsoft.com/office/drawing/2014/main" id="{86665083-F9E2-41B9-9372-E7D00356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9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PROCESS</a:t>
            </a:r>
          </a:p>
        </p:txBody>
      </p:sp>
      <p:sp>
        <p:nvSpPr>
          <p:cNvPr id="10" name="s13-body-0">
            <a:extLst xmlns:a="http://schemas.openxmlformats.org/drawingml/2006/main">
              <a:ext uri="{FF2B5EF4-FFF2-40B4-BE49-F238E27FC236}">
                <a16:creationId xmlns:a16="http://schemas.microsoft.com/office/drawing/2014/main" id="{92AA62DC-6CB9-4046-90A9-B9BBB896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908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Which business action matters?</a:t>
            </a:r>
          </a:p>
        </p:txBody>
      </p:sp>
      <p:sp>
        <p:nvSpPr>
          <p:cNvPr id="11" name="s13-line-0">
            <a:extLst xmlns:a="http://schemas.openxmlformats.org/drawingml/2006/main">
              <a:ext uri="{FF2B5EF4-FFF2-40B4-BE49-F238E27FC236}">
                <a16:creationId xmlns:a16="http://schemas.microsoft.com/office/drawing/2014/main" id="{47E95672-FCA6-43CE-8859-78DB2873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348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3-num-1">
            <a:extLst xmlns:a="http://schemas.openxmlformats.org/drawingml/2006/main">
              <a:ext uri="{FF2B5EF4-FFF2-40B4-BE49-F238E27FC236}">
                <a16:creationId xmlns:a16="http://schemas.microsoft.com/office/drawing/2014/main" id="{D3094EAA-A4D2-4FD8-B403-6846337D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289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02</a:t>
            </a:r>
          </a:p>
        </p:txBody>
      </p:sp>
      <p:sp>
        <p:nvSpPr>
          <p:cNvPr id="13" name="s13-label-1">
            <a:extLst xmlns:a="http://schemas.openxmlformats.org/drawingml/2006/main">
              <a:ext uri="{FF2B5EF4-FFF2-40B4-BE49-F238E27FC236}">
                <a16:creationId xmlns:a16="http://schemas.microsoft.com/office/drawing/2014/main" id="{F551FA5F-C078-4495-87AB-ABBB1B47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09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ACTORS</a:t>
            </a:r>
          </a:p>
        </p:txBody>
      </p:sp>
      <p:sp>
        <p:nvSpPr>
          <p:cNvPr id="14" name="s13-body-1">
            <a:extLst xmlns:a="http://schemas.openxmlformats.org/drawingml/2006/main">
              <a:ext uri="{FF2B5EF4-FFF2-40B4-BE49-F238E27FC236}">
                <a16:creationId xmlns:a16="http://schemas.microsoft.com/office/drawing/2014/main" id="{BE993260-FA89-4C4B-943E-0E37560D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9908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Who participates and represents whom?</a:t>
            </a:r>
          </a:p>
        </p:txBody>
      </p:sp>
      <p:sp>
        <p:nvSpPr>
          <p:cNvPr id="15" name="s13-line-1">
            <a:extLst xmlns:a="http://schemas.openxmlformats.org/drawingml/2006/main">
              <a:ext uri="{FF2B5EF4-FFF2-40B4-BE49-F238E27FC236}">
                <a16:creationId xmlns:a16="http://schemas.microsoft.com/office/drawing/2014/main" id="{EC98EC96-EE67-4A12-B0B6-DD7629A1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771900"/>
            <a:ext cx="348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3-num-2">
            <a:extLst xmlns:a="http://schemas.openxmlformats.org/drawingml/2006/main">
              <a:ext uri="{FF2B5EF4-FFF2-40B4-BE49-F238E27FC236}">
                <a16:creationId xmlns:a16="http://schemas.microsoft.com/office/drawing/2014/main" id="{7B903F58-21CB-4E85-8AC2-358A2520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03</a:t>
            </a:r>
          </a:p>
        </p:txBody>
      </p:sp>
      <p:sp>
        <p:nvSpPr>
          <p:cNvPr id="17" name="s13-label-2">
            <a:extLst xmlns:a="http://schemas.openxmlformats.org/drawingml/2006/main">
              <a:ext uri="{FF2B5EF4-FFF2-40B4-BE49-F238E27FC236}">
                <a16:creationId xmlns:a16="http://schemas.microsoft.com/office/drawing/2014/main" id="{A5AA0825-B348-4A24-95DF-8A44D04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AUTHORITY</a:t>
            </a:r>
          </a:p>
        </p:txBody>
      </p:sp>
      <p:sp>
        <p:nvSpPr>
          <p:cNvPr id="18" name="s13-body-2">
            <a:extLst xmlns:a="http://schemas.openxmlformats.org/drawingml/2006/main">
              <a:ext uri="{FF2B5EF4-FFF2-40B4-BE49-F238E27FC236}">
                <a16:creationId xmlns:a16="http://schemas.microsoft.com/office/drawing/2014/main" id="{E216DDC3-EECA-4DE1-BC07-A9F9B1C6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908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may each actor do?</a:t>
            </a:r>
          </a:p>
        </p:txBody>
      </p:sp>
      <p:sp>
        <p:nvSpPr>
          <p:cNvPr id="19" name="s13-line-2">
            <a:extLst xmlns:a="http://schemas.openxmlformats.org/drawingml/2006/main">
              <a:ext uri="{FF2B5EF4-FFF2-40B4-BE49-F238E27FC236}">
                <a16:creationId xmlns:a16="http://schemas.microsoft.com/office/drawing/2014/main" id="{A5D13A79-D343-4C21-87F0-77352D7E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348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13-num-3">
            <a:extLst xmlns:a="http://schemas.openxmlformats.org/drawingml/2006/main">
              <a:ext uri="{FF2B5EF4-FFF2-40B4-BE49-F238E27FC236}">
                <a16:creationId xmlns:a16="http://schemas.microsoft.com/office/drawing/2014/main" id="{289EBAED-376A-4B2C-A9BF-B4AB8AAF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04</a:t>
            </a:r>
          </a:p>
        </p:txBody>
      </p:sp>
      <p:sp>
        <p:nvSpPr>
          <p:cNvPr id="21" name="s13-label-3">
            <a:extLst xmlns:a="http://schemas.openxmlformats.org/drawingml/2006/main">
              <a:ext uri="{FF2B5EF4-FFF2-40B4-BE49-F238E27FC236}">
                <a16:creationId xmlns:a16="http://schemas.microsoft.com/office/drawing/2014/main" id="{05AB4F7F-AC05-4D87-B73A-3D25539A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ASSURANCE</a:t>
            </a:r>
          </a:p>
        </p:txBody>
      </p:sp>
      <p:sp>
        <p:nvSpPr>
          <p:cNvPr id="22" name="s13-body-3">
            <a:extLst xmlns:a="http://schemas.openxmlformats.org/drawingml/2006/main">
              <a:ext uri="{FF2B5EF4-FFF2-40B4-BE49-F238E27FC236}">
                <a16:creationId xmlns:a16="http://schemas.microsoft.com/office/drawing/2014/main" id="{6EC8E09E-0A50-4C3E-AB31-8D306EB2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Which approvals and controls apply?</a:t>
            </a:r>
          </a:p>
        </p:txBody>
      </p:sp>
      <p:sp>
        <p:nvSpPr>
          <p:cNvPr id="23" name="s13-line-3">
            <a:extLst xmlns:a="http://schemas.openxmlformats.org/drawingml/2006/main">
              <a:ext uri="{FF2B5EF4-FFF2-40B4-BE49-F238E27FC236}">
                <a16:creationId xmlns:a16="http://schemas.microsoft.com/office/drawing/2014/main" id="{9C7EA52C-B288-46A4-82EE-2111455C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348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3-num-4">
            <a:extLst xmlns:a="http://schemas.openxmlformats.org/drawingml/2006/main">
              <a:ext uri="{FF2B5EF4-FFF2-40B4-BE49-F238E27FC236}">
                <a16:creationId xmlns:a16="http://schemas.microsoft.com/office/drawing/2014/main" id="{005EE34D-D3A4-404D-A7B6-0A68DF61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0957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05</a:t>
            </a:r>
          </a:p>
        </p:txBody>
      </p:sp>
      <p:sp>
        <p:nvSpPr>
          <p:cNvPr id="25" name="s13-label-4">
            <a:extLst xmlns:a="http://schemas.openxmlformats.org/drawingml/2006/main">
              <a:ext uri="{FF2B5EF4-FFF2-40B4-BE49-F238E27FC236}">
                <a16:creationId xmlns:a16="http://schemas.microsoft.com/office/drawing/2014/main" id="{35603F3D-6AE7-4AB0-9E5D-2A3B3B7D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076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CONNECTIONS</a:t>
            </a:r>
          </a:p>
        </p:txBody>
      </p:sp>
      <p:sp>
        <p:nvSpPr>
          <p:cNvPr id="26" name="s13-body-4">
            <a:extLst xmlns:a="http://schemas.openxmlformats.org/drawingml/2006/main">
              <a:ext uri="{FF2B5EF4-FFF2-40B4-BE49-F238E27FC236}">
                <a16:creationId xmlns:a16="http://schemas.microsoft.com/office/drawing/2014/main" id="{936F9645-CC7E-4B8B-B18D-D30C9908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4577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Which identities and systems connect?</a:t>
            </a:r>
          </a:p>
        </p:txBody>
      </p:sp>
      <p:sp>
        <p:nvSpPr>
          <p:cNvPr id="27" name="s13-line-4">
            <a:extLst xmlns:a="http://schemas.openxmlformats.org/drawingml/2006/main">
              <a:ext uri="{FF2B5EF4-FFF2-40B4-BE49-F238E27FC236}">
                <a16:creationId xmlns:a16="http://schemas.microsoft.com/office/drawing/2014/main" id="{84E9CAFD-8B55-4624-85A9-E3BD30B3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238750"/>
            <a:ext cx="348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13-num-5">
            <a:extLst xmlns:a="http://schemas.openxmlformats.org/drawingml/2006/main">
              <a:ext uri="{FF2B5EF4-FFF2-40B4-BE49-F238E27FC236}">
                <a16:creationId xmlns:a16="http://schemas.microsoft.com/office/drawing/2014/main" id="{A7E59ABE-CE90-4A36-B1D5-4D4FCDF1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5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06</a:t>
            </a:r>
          </a:p>
        </p:txBody>
      </p:sp>
      <p:sp>
        <p:nvSpPr>
          <p:cNvPr id="29" name="s13-label-5">
            <a:extLst xmlns:a="http://schemas.openxmlformats.org/drawingml/2006/main">
              <a:ext uri="{FF2B5EF4-FFF2-40B4-BE49-F238E27FC236}">
                <a16:creationId xmlns:a16="http://schemas.microsoft.com/office/drawing/2014/main" id="{3C4F0658-9B1C-44FB-89F6-C64C5A33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EVIDENCE</a:t>
            </a:r>
          </a:p>
        </p:txBody>
      </p:sp>
      <p:sp>
        <p:nvSpPr>
          <p:cNvPr id="30" name="s13-body-5">
            <a:extLst xmlns:a="http://schemas.openxmlformats.org/drawingml/2006/main">
              <a:ext uri="{FF2B5EF4-FFF2-40B4-BE49-F238E27FC236}">
                <a16:creationId xmlns:a16="http://schemas.microsoft.com/office/drawing/2014/main" id="{77AC5F93-AC91-433F-8FFE-59A1C8F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5770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5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must remain verifiable?</a:t>
            </a:r>
          </a:p>
        </p:txBody>
      </p:sp>
      <p:sp>
        <p:nvSpPr>
          <p:cNvPr id="31" name="s13-line-5">
            <a:extLst xmlns:a="http://schemas.openxmlformats.org/drawingml/2006/main">
              <a:ext uri="{FF2B5EF4-FFF2-40B4-BE49-F238E27FC236}">
                <a16:creationId xmlns:a16="http://schemas.microsoft.com/office/drawing/2014/main" id="{0AA2F024-CD62-4BA9-806E-ADA60480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38750"/>
            <a:ext cx="348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13-measure">
            <a:extLst xmlns:a="http://schemas.openxmlformats.org/drawingml/2006/main">
              <a:ext uri="{FF2B5EF4-FFF2-40B4-BE49-F238E27FC236}">
                <a16:creationId xmlns:a16="http://schemas.microsoft.com/office/drawing/2014/main" id="{2EE3D616-393A-4FF4-BF12-B17C6E13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10200"/>
            <a:ext cx="89916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13-measure-text">
            <a:extLst xmlns:a="http://schemas.openxmlformats.org/drawingml/2006/main">
              <a:ext uri="{FF2B5EF4-FFF2-40B4-BE49-F238E27FC236}">
                <a16:creationId xmlns:a16="http://schemas.microsoft.com/office/drawing/2014/main" id="{FE3C2F37-0F88-440F-84E0-B4B9F231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72125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MEASURE: CYCLE TIME · HANDOFFS · REWORK · COMPLETION · EVIDENCE QUALITY</a:t>
            </a:r>
          </a:p>
        </p:txBody>
      </p:sp>
    </p:spTree>
    <p:extLst>
      <p:ext uri="{BB962C8B-B14F-4D97-AF65-F5344CB8AC3E}">
        <p14:creationId xmlns:p14="http://schemas.microsoft.com/office/powerpoint/2010/main" val="1348999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9e08f5f4a46f0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32B8D6-A5CA-4032-9047-3EBF8AD2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14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72279E06-0C9E-43CC-A797-B18BB021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7209C597-268E-42DE-87A0-85AA5EEB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221C01EC-32D4-4AD6-A358-3DA39E7D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CA6974-7FF6-43D8-84DC-6C5944A9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925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Make enterprise adoption boundaries explicit</a:t>
            </a:r>
          </a:p>
        </p:txBody>
      </p:sp>
      <p:sp>
        <p:nvSpPr>
          <p:cNvPr id="7" name="s14-subtitle">
            <a:extLst xmlns:a="http://schemas.openxmlformats.org/drawingml/2006/main">
              <a:ext uri="{FF2B5EF4-FFF2-40B4-BE49-F238E27FC236}">
                <a16:creationId xmlns:a16="http://schemas.microsoft.com/office/drawing/2014/main" id="{F7570B2D-7207-4FA8-A918-2ECACD00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Treat these as solution-design and validation questions—not implied assurances.</a:t>
            </a:r>
          </a:p>
        </p:txBody>
      </p:sp>
      <p:sp>
        <p:nvSpPr>
          <p:cNvPr id="8" name="s14-card-0">
            <a:extLst xmlns:a="http://schemas.openxmlformats.org/drawingml/2006/main">
              <a:ext uri="{FF2B5EF4-FFF2-40B4-BE49-F238E27FC236}">
                <a16:creationId xmlns:a16="http://schemas.microsoft.com/office/drawing/2014/main" id="{CC8D25CE-4A44-47B1-BABF-7D273512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35528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" name="s14-bar-0">
            <a:extLst xmlns:a="http://schemas.openxmlformats.org/drawingml/2006/main">
              <a:ext uri="{FF2B5EF4-FFF2-40B4-BE49-F238E27FC236}">
                <a16:creationId xmlns:a16="http://schemas.microsoft.com/office/drawing/2014/main" id="{63E41CCA-BB92-4BD1-A08B-39A9A5BF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4-title-0">
            <a:extLst xmlns:a="http://schemas.openxmlformats.org/drawingml/2006/main">
              <a:ext uri="{FF2B5EF4-FFF2-40B4-BE49-F238E27FC236}">
                <a16:creationId xmlns:a16="http://schemas.microsoft.com/office/drawing/2014/main" id="{0BC0ABEF-CD18-41E0-8413-C833D71B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Security</a:t>
            </a:r>
          </a:p>
        </p:txBody>
      </p:sp>
      <p:sp>
        <p:nvSpPr>
          <p:cNvPr id="11" name="s14-body-0">
            <a:extLst xmlns:a="http://schemas.openxmlformats.org/drawingml/2006/main">
              <a:ext uri="{FF2B5EF4-FFF2-40B4-BE49-F238E27FC236}">
                <a16:creationId xmlns:a16="http://schemas.microsoft.com/office/drawing/2014/main" id="{0F3DE200-C3E1-44D8-8438-E4270EC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076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Required controls and assurance</a:t>
            </a:r>
          </a:p>
        </p:txBody>
      </p:sp>
      <p:sp>
        <p:nvSpPr>
          <p:cNvPr id="12" name="s14-card-1">
            <a:extLst xmlns:a="http://schemas.openxmlformats.org/drawingml/2006/main">
              <a:ext uri="{FF2B5EF4-FFF2-40B4-BE49-F238E27FC236}">
                <a16:creationId xmlns:a16="http://schemas.microsoft.com/office/drawing/2014/main" id="{5179E8C8-BC18-4811-9CD3-1066519E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35528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3" name="s14-bar-1">
            <a:extLst xmlns:a="http://schemas.openxmlformats.org/drawingml/2006/main">
              <a:ext uri="{FF2B5EF4-FFF2-40B4-BE49-F238E27FC236}">
                <a16:creationId xmlns:a16="http://schemas.microsoft.com/office/drawing/2014/main" id="{DD7D792D-8EA0-4970-B971-62CBA8FB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4-title-1">
            <a:extLst xmlns:a="http://schemas.openxmlformats.org/drawingml/2006/main">
              <a:ext uri="{FF2B5EF4-FFF2-40B4-BE49-F238E27FC236}">
                <a16:creationId xmlns:a16="http://schemas.microsoft.com/office/drawing/2014/main" id="{505026C5-0ABE-4E1F-8003-F5F9D34C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337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Data location</a:t>
            </a:r>
          </a:p>
        </p:txBody>
      </p:sp>
      <p:sp>
        <p:nvSpPr>
          <p:cNvPr id="15" name="s14-body-1">
            <a:extLst xmlns:a="http://schemas.openxmlformats.org/drawingml/2006/main">
              <a:ext uri="{FF2B5EF4-FFF2-40B4-BE49-F238E27FC236}">
                <a16:creationId xmlns:a16="http://schemas.microsoft.com/office/drawing/2014/main" id="{8FB349A5-5159-4324-8362-6B09F844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71850"/>
            <a:ext cx="3076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Permitted storage and processing</a:t>
            </a:r>
          </a:p>
        </p:txBody>
      </p:sp>
      <p:sp>
        <p:nvSpPr>
          <p:cNvPr id="16" name="s14-card-2">
            <a:extLst xmlns:a="http://schemas.openxmlformats.org/drawingml/2006/main">
              <a:ext uri="{FF2B5EF4-FFF2-40B4-BE49-F238E27FC236}">
                <a16:creationId xmlns:a16="http://schemas.microsoft.com/office/drawing/2014/main" id="{71151B77-5F97-46F5-8F8B-F144EC65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35528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s14-bar-2">
            <a:extLst xmlns:a="http://schemas.openxmlformats.org/drawingml/2006/main">
              <a:ext uri="{FF2B5EF4-FFF2-40B4-BE49-F238E27FC236}">
                <a16:creationId xmlns:a16="http://schemas.microsoft.com/office/drawing/2014/main" id="{A9CE88E6-77DB-4BE8-991F-E25AD85E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4-title-2">
            <a:extLst xmlns:a="http://schemas.openxmlformats.org/drawingml/2006/main">
              <a:ext uri="{FF2B5EF4-FFF2-40B4-BE49-F238E27FC236}">
                <a16:creationId xmlns:a16="http://schemas.microsoft.com/office/drawing/2014/main" id="{3EE7649D-7652-4303-9141-DB7B7CA7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</a:p>
        </p:txBody>
      </p:sp>
      <p:sp>
        <p:nvSpPr>
          <p:cNvPr id="19" name="s14-body-2">
            <a:extLst xmlns:a="http://schemas.openxmlformats.org/drawingml/2006/main">
              <a:ext uri="{FF2B5EF4-FFF2-40B4-BE49-F238E27FC236}">
                <a16:creationId xmlns:a16="http://schemas.microsoft.com/office/drawing/2014/main" id="{FDC35322-6C6A-49C0-B3F4-B5F0A047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71850"/>
            <a:ext cx="3076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Sources, assurance, and federation</a:t>
            </a:r>
          </a:p>
        </p:txBody>
      </p:sp>
      <p:sp>
        <p:nvSpPr>
          <p:cNvPr id="20" name="s14-card-3">
            <a:extLst xmlns:a="http://schemas.openxmlformats.org/drawingml/2006/main">
              <a:ext uri="{FF2B5EF4-FFF2-40B4-BE49-F238E27FC236}">
                <a16:creationId xmlns:a16="http://schemas.microsoft.com/office/drawing/2014/main" id="{90B3A7D9-9092-4242-B369-6039FF3B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35528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s14-bar-3">
            <a:extLst xmlns:a="http://schemas.openxmlformats.org/drawingml/2006/main">
              <a:ext uri="{FF2B5EF4-FFF2-40B4-BE49-F238E27FC236}">
                <a16:creationId xmlns:a16="http://schemas.microsoft.com/office/drawing/2014/main" id="{F65F4DB1-71C1-4688-854A-5741550C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4-title-3">
            <a:extLst xmlns:a="http://schemas.openxmlformats.org/drawingml/2006/main">
              <a:ext uri="{FF2B5EF4-FFF2-40B4-BE49-F238E27FC236}">
                <a16:creationId xmlns:a16="http://schemas.microsoft.com/office/drawing/2014/main" id="{3F0B80E3-3CDC-4A71-AA2D-8C9F5D15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Integration</a:t>
            </a:r>
          </a:p>
        </p:txBody>
      </p:sp>
      <p:sp>
        <p:nvSpPr>
          <p:cNvPr id="23" name="s14-body-3">
            <a:extLst xmlns:a="http://schemas.openxmlformats.org/drawingml/2006/main">
              <a:ext uri="{FF2B5EF4-FFF2-40B4-BE49-F238E27FC236}">
                <a16:creationId xmlns:a16="http://schemas.microsoft.com/office/drawing/2014/main" id="{99DE325E-4CA1-4B87-B890-4B32D76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3076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Systems, APIs, and ownership</a:t>
            </a:r>
          </a:p>
        </p:txBody>
      </p:sp>
      <p:sp>
        <p:nvSpPr>
          <p:cNvPr id="24" name="s14-card-4">
            <a:extLst xmlns:a="http://schemas.openxmlformats.org/drawingml/2006/main">
              <a:ext uri="{FF2B5EF4-FFF2-40B4-BE49-F238E27FC236}">
                <a16:creationId xmlns:a16="http://schemas.microsoft.com/office/drawing/2014/main" id="{D74C8D01-0214-4472-BCF8-A14C3D87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33850"/>
            <a:ext cx="35528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s14-bar-4">
            <a:extLst xmlns:a="http://schemas.openxmlformats.org/drawingml/2006/main">
              <a:ext uri="{FF2B5EF4-FFF2-40B4-BE49-F238E27FC236}">
                <a16:creationId xmlns:a16="http://schemas.microsoft.com/office/drawing/2014/main" id="{628F4154-456A-4E33-B31C-D1FE3319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3385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14-title-4">
            <a:extLst xmlns:a="http://schemas.openxmlformats.org/drawingml/2006/main">
              <a:ext uri="{FF2B5EF4-FFF2-40B4-BE49-F238E27FC236}">
                <a16:creationId xmlns:a16="http://schemas.microsoft.com/office/drawing/2014/main" id="{0377197C-EADC-42ED-8B4A-C29EEC17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6245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Migration</a:t>
            </a:r>
          </a:p>
        </p:txBody>
      </p:sp>
      <p:sp>
        <p:nvSpPr>
          <p:cNvPr id="27" name="s14-body-4">
            <a:extLst xmlns:a="http://schemas.openxmlformats.org/drawingml/2006/main">
              <a:ext uri="{FF2B5EF4-FFF2-40B4-BE49-F238E27FC236}">
                <a16:creationId xmlns:a16="http://schemas.microsoft.com/office/drawing/2014/main" id="{AE8F2471-4C90-47A1-B7DD-84A5980F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00600"/>
            <a:ext cx="3076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Records, history, and transition</a:t>
            </a:r>
          </a:p>
        </p:txBody>
      </p:sp>
      <p:sp>
        <p:nvSpPr>
          <p:cNvPr id="28" name="s14-card-5">
            <a:extLst xmlns:a="http://schemas.openxmlformats.org/drawingml/2006/main">
              <a:ext uri="{FF2B5EF4-FFF2-40B4-BE49-F238E27FC236}">
                <a16:creationId xmlns:a16="http://schemas.microsoft.com/office/drawing/2014/main" id="{407B0406-EF1F-406B-B736-69080E3E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33850"/>
            <a:ext cx="35528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9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s14-bar-5">
            <a:extLst xmlns:a="http://schemas.openxmlformats.org/drawingml/2006/main">
              <a:ext uri="{FF2B5EF4-FFF2-40B4-BE49-F238E27FC236}">
                <a16:creationId xmlns:a16="http://schemas.microsoft.com/office/drawing/2014/main" id="{2585C482-1BF4-412E-9D85-52D7C27C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3385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0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14-title-5">
            <a:extLst xmlns:a="http://schemas.openxmlformats.org/drawingml/2006/main">
              <a:ext uri="{FF2B5EF4-FFF2-40B4-BE49-F238E27FC236}">
                <a16:creationId xmlns:a16="http://schemas.microsoft.com/office/drawing/2014/main" id="{353007D7-1AF8-4477-9784-B1C74380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2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Operations</a:t>
            </a:r>
          </a:p>
        </p:txBody>
      </p:sp>
      <p:sp>
        <p:nvSpPr>
          <p:cNvPr id="31" name="s14-body-5">
            <a:extLst xmlns:a="http://schemas.openxmlformats.org/drawingml/2006/main">
              <a:ext uri="{FF2B5EF4-FFF2-40B4-BE49-F238E27FC236}">
                <a16:creationId xmlns:a16="http://schemas.microsoft.com/office/drawing/2014/main" id="{0C918272-749D-4717-9929-DB19A598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00600"/>
            <a:ext cx="3076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3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Service responsibility and continuity</a:t>
            </a:r>
          </a:p>
        </p:txBody>
      </p:sp>
      <p:sp>
        <p:nvSpPr>
          <p:cNvPr id="32" name="s14-gate">
            <a:extLst xmlns:a="http://schemas.openxmlformats.org/drawingml/2006/main">
              <a:ext uri="{FF2B5EF4-FFF2-40B4-BE49-F238E27FC236}">
                <a16:creationId xmlns:a16="http://schemas.microsoft.com/office/drawing/2014/main" id="{F586E617-9A9D-4329-AEC2-EF7BBFC2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95950"/>
            <a:ext cx="65151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EDFF"/>
          </a:solidFill>
          <a:ln xmlns:a="http://schemas.openxmlformats.org/drawingml/2006/main" w="9525">
            <a:solidFill>
              <a:srgbClr val="E8D7FF"/>
            </a:solidFill>
            <a:prstDash val="solid"/>
          </a:ln>
        </p:spPr>
      </p:sp>
      <p:sp>
        <p:nvSpPr>
          <p:cNvPr id="33" name="s14-gate-text">
            <a:extLst xmlns:a="http://schemas.openxmlformats.org/drawingml/2006/main">
              <a:ext uri="{FF2B5EF4-FFF2-40B4-BE49-F238E27FC236}">
                <a16:creationId xmlns:a16="http://schemas.microsoft.com/office/drawing/2014/main" id="{06A22D52-5555-4607-9ECE-32B104F2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829300"/>
            <a:ext cx="598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125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CONFIRM BEFORE PILOT → PROVE BEFORE ROLLOUT</a:t>
            </a:r>
          </a:p>
        </p:txBody>
      </p:sp>
    </p:spTree>
    <p:extLst>
      <p:ext uri="{BB962C8B-B14F-4D97-AF65-F5344CB8AC3E}">
        <p14:creationId xmlns:p14="http://schemas.microsoft.com/office/powerpoint/2010/main" val="21201484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48b88dfa944b2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4A05D4-0EC3-4631-A74F-F9861559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15</a:t>
            </a:r>
          </a:p>
        </p:txBody>
      </p:sp>
      <p:sp>
        <p:nvSpPr>
          <p:cNvPr id="3" name="signature-line">
            <a:extLst xmlns:a="http://schemas.openxmlformats.org/drawingml/2006/main">
              <a:ext uri="{FF2B5EF4-FFF2-40B4-BE49-F238E27FC236}">
                <a16:creationId xmlns:a16="http://schemas.microsoft.com/office/drawing/2014/main" id="{004BC0D2-FC40-4A21-8E44-058BCD8F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05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10C0D172-EAC1-4779-99DB-4FBF49A9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SAAS</a:t>
            </a:r>
          </a:p>
        </p:txBody>
      </p:sp>
      <p:sp>
        <p:nvSpPr>
          <p:cNvPr id="5" name="deck-mark">
            <a:extLst xmlns:a="http://schemas.openxmlformats.org/drawingml/2006/main">
              <a:ext uri="{FF2B5EF4-FFF2-40B4-BE49-F238E27FC236}">
                <a16:creationId xmlns:a16="http://schemas.microsoft.com/office/drawing/2014/main" id="{695125F0-F3CF-4687-8A72-398AE442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ENTERPRISE SALES NARRATIVE</a:t>
            </a:r>
          </a:p>
        </p:txBody>
      </p:sp>
      <p:sp>
        <p:nvSpPr>
          <p:cNvPr id="6" name="s15-kicker">
            <a:extLst xmlns:a="http://schemas.openxmlformats.org/drawingml/2006/main">
              <a:ext uri="{FF2B5EF4-FFF2-40B4-BE49-F238E27FC236}">
                <a16:creationId xmlns:a16="http://schemas.microsoft.com/office/drawing/2014/main" id="{BE92E566-0E97-45F7-B08F-E4532C38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NEXT STEP</a:t>
            </a:r>
          </a:p>
        </p:txBody>
      </p:sp>
      <p:sp>
        <p:nvSpPr>
          <p:cNvPr id="7" name="s15-title">
            <a:extLst xmlns:a="http://schemas.openxmlformats.org/drawingml/2006/main">
              <a:ext uri="{FF2B5EF4-FFF2-40B4-BE49-F238E27FC236}">
                <a16:creationId xmlns:a16="http://schemas.microsoft.com/office/drawing/2014/main" id="{4311ED63-FE1F-4223-933A-26DC2787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Identify your first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 workflow</a:t>
            </a:r>
          </a:p>
        </p:txBody>
      </p:sp>
      <p:sp>
        <p:nvSpPr>
          <p:cNvPr id="8" name="s15-body">
            <a:extLst xmlns:a="http://schemas.openxmlformats.org/drawingml/2006/main">
              <a:ext uri="{FF2B5EF4-FFF2-40B4-BE49-F238E27FC236}">
                <a16:creationId xmlns:a16="http://schemas.microsoft.com/office/drawing/2014/main" id="{89851D17-C7FF-467D-87F0-0C6857F3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0FF"/>
                </a:solidFill>
                <a:latin typeface="Mulish"/>
                <a:ea typeface="Mulish"/>
                <a:cs typeface="Mulish"/>
              </a:defRPr>
            </a:pPr>
            <a:r>
              <a:rPr sz="1800" b="0">
                <a:solidFill>
                  <a:srgbClr val="F4F0FF"/>
                </a:solidFill>
                <a:latin typeface="Mulish"/>
                <a:ea typeface="Mulish"/>
                <a:cs typeface="Mulish"/>
              </a:rPr>
              <a:t>Start where stronger accountability and a continuous evidence chain can create the clearest operational value.</a:t>
            </a:r>
          </a:p>
        </p:txBody>
      </p:sp>
      <p:sp>
        <p:nvSpPr>
          <p:cNvPr id="9" name="s15-step-0">
            <a:extLst xmlns:a="http://schemas.openxmlformats.org/drawingml/2006/main">
              <a:ext uri="{FF2B5EF4-FFF2-40B4-BE49-F238E27FC236}">
                <a16:creationId xmlns:a16="http://schemas.microsoft.com/office/drawing/2014/main" id="{7266EE34-AD9A-4E5E-BBE7-F9031D40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943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7000FF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0" name="s15-step-text-0">
            <a:extLst xmlns:a="http://schemas.openxmlformats.org/drawingml/2006/main">
              <a:ext uri="{FF2B5EF4-FFF2-40B4-BE49-F238E27FC236}">
                <a16:creationId xmlns:a16="http://schemas.microsoft.com/office/drawing/2014/main" id="{08838D55-D92F-454D-8C36-9447CE78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Discovery</a:t>
            </a:r>
          </a:p>
        </p:txBody>
      </p:sp>
      <p:sp>
        <p:nvSpPr>
          <p:cNvPr id="11" name="s15-arrow-0-line">
            <a:extLst xmlns:a="http://schemas.openxmlformats.org/drawingml/2006/main">
              <a:ext uri="{FF2B5EF4-FFF2-40B4-BE49-F238E27FC236}">
                <a16:creationId xmlns:a16="http://schemas.microsoft.com/office/drawing/2014/main" id="{64B1D2D4-5352-4C00-8072-07A05F12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3340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15-arrow-0-head">
            <a:extLst xmlns:a="http://schemas.openxmlformats.org/drawingml/2006/main">
              <a:ext uri="{FF2B5EF4-FFF2-40B4-BE49-F238E27FC236}">
                <a16:creationId xmlns:a16="http://schemas.microsoft.com/office/drawing/2014/main" id="{2443E41E-643E-4749-A871-39203257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267325"/>
            <a:ext cx="1905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15-step-1">
            <a:extLst xmlns:a="http://schemas.openxmlformats.org/drawingml/2006/main">
              <a:ext uri="{FF2B5EF4-FFF2-40B4-BE49-F238E27FC236}">
                <a16:creationId xmlns:a16="http://schemas.microsoft.com/office/drawing/2014/main" id="{521DA050-767C-4E64-A658-41A105A9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029200"/>
            <a:ext cx="1943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4" name="s15-step-text-1">
            <a:extLst xmlns:a="http://schemas.openxmlformats.org/drawingml/2006/main">
              <a:ext uri="{FF2B5EF4-FFF2-40B4-BE49-F238E27FC236}">
                <a16:creationId xmlns:a16="http://schemas.microsoft.com/office/drawing/2014/main" id="{F0CD19F3-A917-427D-B20A-05C46132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2387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Use case</a:t>
            </a:r>
          </a:p>
        </p:txBody>
      </p:sp>
      <p:sp>
        <p:nvSpPr>
          <p:cNvPr id="15" name="s15-arrow-1-line">
            <a:extLst xmlns:a="http://schemas.openxmlformats.org/drawingml/2006/main">
              <a:ext uri="{FF2B5EF4-FFF2-40B4-BE49-F238E27FC236}">
                <a16:creationId xmlns:a16="http://schemas.microsoft.com/office/drawing/2014/main" id="{AFA8BF72-CC54-4EC1-8F85-44F0C6DE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340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15-arrow-1-head">
            <a:extLst xmlns:a="http://schemas.openxmlformats.org/drawingml/2006/main">
              <a:ext uri="{FF2B5EF4-FFF2-40B4-BE49-F238E27FC236}">
                <a16:creationId xmlns:a16="http://schemas.microsoft.com/office/drawing/2014/main" id="{A7AD2004-C812-4E3E-9A67-9FB69F31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67325"/>
            <a:ext cx="1905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15-step-2">
            <a:extLst xmlns:a="http://schemas.openxmlformats.org/drawingml/2006/main">
              <a:ext uri="{FF2B5EF4-FFF2-40B4-BE49-F238E27FC236}">
                <a16:creationId xmlns:a16="http://schemas.microsoft.com/office/drawing/2014/main" id="{AEC99256-2CFB-408D-ABDC-C4ABFC1C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029200"/>
            <a:ext cx="1943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18" name="s15-step-text-2">
            <a:extLst xmlns:a="http://schemas.openxmlformats.org/drawingml/2006/main">
              <a:ext uri="{FF2B5EF4-FFF2-40B4-BE49-F238E27FC236}">
                <a16:creationId xmlns:a16="http://schemas.microsoft.com/office/drawing/2014/main" id="{63E063DD-9B15-4B3F-B1F6-DA25E3CB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387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Solution design</a:t>
            </a:r>
          </a:p>
        </p:txBody>
      </p:sp>
      <p:sp>
        <p:nvSpPr>
          <p:cNvPr id="19" name="s15-arrow-2-line">
            <a:extLst xmlns:a="http://schemas.openxmlformats.org/drawingml/2006/main">
              <a:ext uri="{FF2B5EF4-FFF2-40B4-BE49-F238E27FC236}">
                <a16:creationId xmlns:a16="http://schemas.microsoft.com/office/drawing/2014/main" id="{30EF0110-75FF-4167-838B-82721FFA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3340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15-arrow-2-head">
            <a:extLst xmlns:a="http://schemas.openxmlformats.org/drawingml/2006/main">
              <a:ext uri="{FF2B5EF4-FFF2-40B4-BE49-F238E27FC236}">
                <a16:creationId xmlns:a16="http://schemas.microsoft.com/office/drawing/2014/main" id="{4E4EFB46-E45E-4345-967E-E2E7C05B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67325"/>
            <a:ext cx="1905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15-step-3">
            <a:extLst xmlns:a="http://schemas.openxmlformats.org/drawingml/2006/main">
              <a:ext uri="{FF2B5EF4-FFF2-40B4-BE49-F238E27FC236}">
                <a16:creationId xmlns:a16="http://schemas.microsoft.com/office/drawing/2014/main" id="{09E15F6C-20AE-4A79-8E4A-69BDFB58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5029200"/>
            <a:ext cx="1943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2" name="s15-step-text-3">
            <a:extLst xmlns:a="http://schemas.openxmlformats.org/drawingml/2006/main">
              <a:ext uri="{FF2B5EF4-FFF2-40B4-BE49-F238E27FC236}">
                <a16:creationId xmlns:a16="http://schemas.microsoft.com/office/drawing/2014/main" id="{322F1F86-AEC7-41E1-9B89-E0FF390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2387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Pilot</a:t>
            </a:r>
          </a:p>
        </p:txBody>
      </p:sp>
      <p:sp>
        <p:nvSpPr>
          <p:cNvPr id="23" name="s15-arrow-3-line">
            <a:extLst xmlns:a="http://schemas.openxmlformats.org/drawingml/2006/main">
              <a:ext uri="{FF2B5EF4-FFF2-40B4-BE49-F238E27FC236}">
                <a16:creationId xmlns:a16="http://schemas.microsoft.com/office/drawing/2014/main" id="{07CBD54A-E821-4258-8580-2DB65B52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340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15-arrow-3-head">
            <a:extLst xmlns:a="http://schemas.openxmlformats.org/drawingml/2006/main">
              <a:ext uri="{FF2B5EF4-FFF2-40B4-BE49-F238E27FC236}">
                <a16:creationId xmlns:a16="http://schemas.microsoft.com/office/drawing/2014/main" id="{9F0CF106-176F-4433-96ED-C1EB32AF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67325"/>
            <a:ext cx="1905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A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15-step-4">
            <a:extLst xmlns:a="http://schemas.openxmlformats.org/drawingml/2006/main">
              <a:ext uri="{FF2B5EF4-FFF2-40B4-BE49-F238E27FC236}">
                <a16:creationId xmlns:a16="http://schemas.microsoft.com/office/drawing/2014/main" id="{63F14352-CC8D-461B-95B6-957C1303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29200"/>
            <a:ext cx="1943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A129B"/>
          </a:solidFill>
          <a:ln xmlns:a="http://schemas.openxmlformats.org/drawingml/2006/main" w="9525">
            <a:solidFill>
              <a:srgbClr val="6E51DA"/>
            </a:solidFill>
            <a:prstDash val="solid"/>
          </a:ln>
        </p:spPr>
      </p:sp>
      <p:sp>
        <p:nvSpPr>
          <p:cNvPr id="26" name="s15-step-text-4">
            <a:extLst xmlns:a="http://schemas.openxmlformats.org/drawingml/2006/main">
              <a:ext uri="{FF2B5EF4-FFF2-40B4-BE49-F238E27FC236}">
                <a16:creationId xmlns:a16="http://schemas.microsoft.com/office/drawing/2014/main" id="{1F0C342C-EBD3-41FC-A28F-C44C143E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387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5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Rollout</a:t>
            </a:r>
          </a:p>
        </p:txBody>
      </p:sp>
    </p:spTree>
    <p:extLst>
      <p:ext uri="{BB962C8B-B14F-4D97-AF65-F5344CB8AC3E}">
        <p14:creationId xmlns:p14="http://schemas.microsoft.com/office/powerpoint/2010/main" val="1330123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2026-08-29T12:55:03.7500000Z</dcterms:created>
  <dcterms:modified xsi:type="dcterms:W3CDTF">2026-08-29T12:55:03.7500000Z</dcterms:modified>
</coreProperties>
</file>