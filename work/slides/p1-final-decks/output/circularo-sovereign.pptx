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fd9dd4f654663" /><Relationship Type="http://schemas.openxmlformats.org/officeDocument/2006/relationships/extended-properties" Target="/docProps/app.xml" Id="Rd510a03e9c7943e0" /><Relationship Type="http://schemas.openxmlformats.org/officeDocument/2006/relationships/officeDocument" Target="/ppt/presentation.xml" Id="R105593d9501341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66dd0502354cae"/>
  </p:sldMasterIdLst>
  <p:notesMasterIdLst>
    <p:notesMasterId xmlns:r="http://schemas.openxmlformats.org/officeDocument/2006/relationships" r:id="R14f10abc2e7e4efe"/>
  </p:notesMasterIdLst>
  <p:sldIdLst>
    <p:sldId xmlns:r="http://schemas.openxmlformats.org/officeDocument/2006/relationships" id="256" r:id="Rf0c5749747f24cf3"/>
    <p:sldId xmlns:r="http://schemas.openxmlformats.org/officeDocument/2006/relationships" id="257" r:id="Ra429a48ebf744b37"/>
    <p:sldId xmlns:r="http://schemas.openxmlformats.org/officeDocument/2006/relationships" id="258" r:id="Rc5b47720b8ec46d6"/>
    <p:sldId xmlns:r="http://schemas.openxmlformats.org/officeDocument/2006/relationships" id="259" r:id="Rfca96127c9bb4a2b"/>
    <p:sldId xmlns:r="http://schemas.openxmlformats.org/officeDocument/2006/relationships" id="260" r:id="Rebe2c562de5e454d"/>
    <p:sldId xmlns:r="http://schemas.openxmlformats.org/officeDocument/2006/relationships" id="261" r:id="R0cd7cf385e744e06"/>
    <p:sldId xmlns:r="http://schemas.openxmlformats.org/officeDocument/2006/relationships" id="262" r:id="Refe7a3a6bc2c48b0"/>
    <p:sldId xmlns:r="http://schemas.openxmlformats.org/officeDocument/2006/relationships" id="263" r:id="R5959384055404c95"/>
    <p:sldId xmlns:r="http://schemas.openxmlformats.org/officeDocument/2006/relationships" id="264" r:id="Rb72556796d81412f"/>
    <p:sldId xmlns:r="http://schemas.openxmlformats.org/officeDocument/2006/relationships" id="265" r:id="R55aeb50c8c974f6d"/>
    <p:sldId xmlns:r="http://schemas.openxmlformats.org/officeDocument/2006/relationships" id="266" r:id="Ra9610122d04f4ba5"/>
    <p:sldId xmlns:r="http://schemas.openxmlformats.org/officeDocument/2006/relationships" id="267" r:id="R649f264d0b88470b"/>
    <p:sldId xmlns:r="http://schemas.openxmlformats.org/officeDocument/2006/relationships" id="268" r:id="R6d82f977ea514d20"/>
    <p:sldId xmlns:r="http://schemas.openxmlformats.org/officeDocument/2006/relationships" id="269" r:id="Re4ec632cfad242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26872810234ea3" /><Relationship Type="http://schemas.openxmlformats.org/officeDocument/2006/relationships/slideMaster" Target="/ppt/slideMasters/slideMaster1.xml" Id="R0366dd0502354cae" /><Relationship Type="http://schemas.openxmlformats.org/officeDocument/2006/relationships/notesMaster" Target="/ppt/notesMasters/notesMaster1.xml" Id="R14f10abc2e7e4efe" /><Relationship Type="http://schemas.openxmlformats.org/officeDocument/2006/relationships/presProps" Target="/ppt/presProps.xml" Id="R8efeb8ee97ad42f1" /><Relationship Type="http://schemas.openxmlformats.org/officeDocument/2006/relationships/tableStyles" Target="/ppt/tableStyles.xml" Id="R0d054da405a3405e" /><Relationship Type="http://schemas.openxmlformats.org/officeDocument/2006/relationships/slide" Target="/ppt/slides/slide1.xml" Id="Rf0c5749747f24cf3" /><Relationship Type="http://schemas.openxmlformats.org/officeDocument/2006/relationships/slide" Target="/ppt/slides/slide2.xml" Id="Ra429a48ebf744b37" /><Relationship Type="http://schemas.openxmlformats.org/officeDocument/2006/relationships/slide" Target="/ppt/slides/slide3.xml" Id="Rc5b47720b8ec46d6" /><Relationship Type="http://schemas.openxmlformats.org/officeDocument/2006/relationships/slide" Target="/ppt/slides/slide4.xml" Id="Rfca96127c9bb4a2b" /><Relationship Type="http://schemas.openxmlformats.org/officeDocument/2006/relationships/slide" Target="/ppt/slides/slide5.xml" Id="Rebe2c562de5e454d" /><Relationship Type="http://schemas.openxmlformats.org/officeDocument/2006/relationships/slide" Target="/ppt/slides/slide6.xml" Id="R0cd7cf385e744e06" /><Relationship Type="http://schemas.openxmlformats.org/officeDocument/2006/relationships/slide" Target="/ppt/slides/slide7.xml" Id="Refe7a3a6bc2c48b0" /><Relationship Type="http://schemas.openxmlformats.org/officeDocument/2006/relationships/slide" Target="/ppt/slides/slide8.xml" Id="R5959384055404c95" /><Relationship Type="http://schemas.openxmlformats.org/officeDocument/2006/relationships/slide" Target="/ppt/slides/slide9.xml" Id="Rb72556796d81412f" /><Relationship Type="http://schemas.openxmlformats.org/officeDocument/2006/relationships/slide" Target="/ppt/slides/slide10.xml" Id="R55aeb50c8c974f6d" /><Relationship Type="http://schemas.openxmlformats.org/officeDocument/2006/relationships/slide" Target="/ppt/slides/slide11.xml" Id="Ra9610122d04f4ba5" /><Relationship Type="http://schemas.openxmlformats.org/officeDocument/2006/relationships/slide" Target="/ppt/slides/slide12.xml" Id="R649f264d0b88470b" /><Relationship Type="http://schemas.openxmlformats.org/officeDocument/2006/relationships/slide" Target="/ppt/slides/slide13.xml" Id="R6d82f977ea514d20" /><Relationship Type="http://schemas.openxmlformats.org/officeDocument/2006/relationships/slide" Target="/ppt/slides/slide14.xml" Id="Re4ec632cfad242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9e33db697049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5d6b84ad1b484f" /><Relationship Type="http://schemas.openxmlformats.org/officeDocument/2006/relationships/notesMaster" Target="/ppt/notesMasters/notesMaster1.xml" Id="Re730762d7c0f44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188225a995467a" /><Relationship Type="http://schemas.openxmlformats.org/officeDocument/2006/relationships/notesMaster" Target="/ppt/notesMasters/notesMaster1.xml" Id="R23c98e929e8c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81485c3b0c4def" /><Relationship Type="http://schemas.openxmlformats.org/officeDocument/2006/relationships/notesMaster" Target="/ppt/notesMasters/notesMaster1.xml" Id="Re99e3d8c6ad44c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d11d1fee364de1" /><Relationship Type="http://schemas.openxmlformats.org/officeDocument/2006/relationships/notesMaster" Target="/ppt/notesMasters/notesMaster1.xml" Id="R0449ddc3ea8146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3a458c59a747a9" /><Relationship Type="http://schemas.openxmlformats.org/officeDocument/2006/relationships/notesMaster" Target="/ppt/notesMasters/notesMaster1.xml" Id="R266e7471f5db41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6dd99942804062" /><Relationship Type="http://schemas.openxmlformats.org/officeDocument/2006/relationships/notesMaster" Target="/ppt/notesMasters/notesMaster1.xml" Id="Rccfaf6a1b1514c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8508eeaabc4023" /><Relationship Type="http://schemas.openxmlformats.org/officeDocument/2006/relationships/notesMaster" Target="/ppt/notesMasters/notesMaster1.xml" Id="Rad7ce080a0a345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f162956b4b42f4" /><Relationship Type="http://schemas.openxmlformats.org/officeDocument/2006/relationships/notesMaster" Target="/ppt/notesMasters/notesMaster1.xml" Id="Re7858cad8efd41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b1ace080474c81" /><Relationship Type="http://schemas.openxmlformats.org/officeDocument/2006/relationships/notesMaster" Target="/ppt/notesMasters/notesMaster1.xml" Id="Rc0f897028dd246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693788df4e4a58" /><Relationship Type="http://schemas.openxmlformats.org/officeDocument/2006/relationships/notesMaster" Target="/ppt/notesMasters/notesMaster1.xml" Id="R65f928d9f6db4e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01e65834f94990" /><Relationship Type="http://schemas.openxmlformats.org/officeDocument/2006/relationships/notesMaster" Target="/ppt/notesMasters/notesMaster1.xml" Id="R0cc30151daf949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4efb12dddc445f" /><Relationship Type="http://schemas.openxmlformats.org/officeDocument/2006/relationships/notesMaster" Target="/ppt/notesMasters/notesMaster1.xml" Id="Rc30646f69cd84a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f0060d1b074677" /><Relationship Type="http://schemas.openxmlformats.org/officeDocument/2006/relationships/notesMaster" Target="/ppt/notesMasters/notesMaster1.xml" Id="Ra62c8cf8d7c541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6b43f0105e4666" /><Relationship Type="http://schemas.openxmlformats.org/officeDocument/2006/relationships/notesMaster" Target="/ppt/notesMasters/notesMaster1.xml" Id="Rb5fb17e098384c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work/p1/narrative/circularo-core-narrative.md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6bd79df0246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9b0ef9fc904891" /><Relationship Type="http://schemas.openxmlformats.org/officeDocument/2006/relationships/slideLayout" Target="/ppt/slideLayouts/slideLayout1.xml" Id="Ra6f0a4025b3d4b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f0a4025b3d4b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1a72f550d4873" /><Relationship Type="http://schemas.openxmlformats.org/officeDocument/2006/relationships/image" Target="/ppt/media/image.png" Id="R059a4f5e34174542" /><Relationship Type="http://schemas.openxmlformats.org/officeDocument/2006/relationships/notesSlide" Target="/ppt/notesSlides/notesSlide1.xml" Id="R9016efc168354b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089ea282a4cf4" /><Relationship Type="http://schemas.openxmlformats.org/officeDocument/2006/relationships/image" Target="/ppt/media/image2.png" Id="R081ee39939d341c2" /><Relationship Type="http://schemas.openxmlformats.org/officeDocument/2006/relationships/notesSlide" Target="/ppt/notesSlides/notesSlide2.xml" Id="Rab82b67d1f1e45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d8068e6a04a12" /><Relationship Type="http://schemas.openxmlformats.org/officeDocument/2006/relationships/image" Target="/ppt/media/image3.png" Id="Rac784a9bf1fa46e1" /><Relationship Type="http://schemas.openxmlformats.org/officeDocument/2006/relationships/notesSlide" Target="/ppt/notesSlides/notesSlide3.xml" Id="R70bf4a5e44f8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7c8cb3be0453a" /><Relationship Type="http://schemas.openxmlformats.org/officeDocument/2006/relationships/image" Target="/ppt/media/image4.png" Id="R687a33eadd12444f" /><Relationship Type="http://schemas.openxmlformats.org/officeDocument/2006/relationships/notesSlide" Target="/ppt/notesSlides/notesSlide4.xml" Id="R816128df94af43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18dac0cf94000" /><Relationship Type="http://schemas.openxmlformats.org/officeDocument/2006/relationships/image" Target="/ppt/media/image5.png" Id="Rddd61efdfaa641dc" /><Relationship Type="http://schemas.openxmlformats.org/officeDocument/2006/relationships/notesSlide" Target="/ppt/notesSlides/notesSlide5.xml" Id="R703774c6b51d47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8071277c44425" /><Relationship Type="http://schemas.openxmlformats.org/officeDocument/2006/relationships/image" Target="/ppt/media/image6.png" Id="R98853be7474240f5" /><Relationship Type="http://schemas.openxmlformats.org/officeDocument/2006/relationships/notesSlide" Target="/ppt/notesSlides/notesSlide6.xml" Id="R7a3425516c9641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f2385135542f4" /><Relationship Type="http://schemas.openxmlformats.org/officeDocument/2006/relationships/image" Target="/ppt/media/image7.png" Id="R48e02830b1ac448a" /><Relationship Type="http://schemas.openxmlformats.org/officeDocument/2006/relationships/notesSlide" Target="/ppt/notesSlides/notesSlide7.xml" Id="Rba9dd8a34c1242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aa9db80924b16" /><Relationship Type="http://schemas.openxmlformats.org/officeDocument/2006/relationships/image" Target="/ppt/media/image8.png" Id="Reb9b9a70fcd740b1" /><Relationship Type="http://schemas.openxmlformats.org/officeDocument/2006/relationships/notesSlide" Target="/ppt/notesSlides/notesSlide8.xml" Id="Rbab13e649c1442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e2783eeaf42a5" /><Relationship Type="http://schemas.openxmlformats.org/officeDocument/2006/relationships/image" Target="/ppt/media/image9.png" Id="R2dc836b0b9424908" /><Relationship Type="http://schemas.openxmlformats.org/officeDocument/2006/relationships/notesSlide" Target="/ppt/notesSlides/notesSlide9.xml" Id="R3d115474694148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07e402f7d4041" /><Relationship Type="http://schemas.openxmlformats.org/officeDocument/2006/relationships/image" Target="/ppt/media/image10.png" Id="R512d7e159d334b9e" /><Relationship Type="http://schemas.openxmlformats.org/officeDocument/2006/relationships/notesSlide" Target="/ppt/notesSlides/notesSlide10.xml" Id="R128de26380944f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f5cb0285b491f" /><Relationship Type="http://schemas.openxmlformats.org/officeDocument/2006/relationships/image" Target="/ppt/media/image11.png" Id="Rc960db2756d94066" /><Relationship Type="http://schemas.openxmlformats.org/officeDocument/2006/relationships/notesSlide" Target="/ppt/notesSlides/notesSlide11.xml" Id="Rdfea8d7523bf40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603e7998746f3" /><Relationship Type="http://schemas.openxmlformats.org/officeDocument/2006/relationships/image" Target="/ppt/media/image12.png" Id="R0d1b2d2266fa4fc0" /><Relationship Type="http://schemas.openxmlformats.org/officeDocument/2006/relationships/notesSlide" Target="/ppt/notesSlides/notesSlide12.xml" Id="R1b6039a348ff4b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46d9827d947e4" /><Relationship Type="http://schemas.openxmlformats.org/officeDocument/2006/relationships/image" Target="/ppt/media/image13.png" Id="R7f384bd505804d30" /><Relationship Type="http://schemas.openxmlformats.org/officeDocument/2006/relationships/notesSlide" Target="/ppt/notesSlides/notesSlide13.xml" Id="R456a2f2a96c147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5350a102641cd" /><Relationship Type="http://schemas.openxmlformats.org/officeDocument/2006/relationships/image" Target="/ppt/media/image14.png" Id="R14e67c2a64ac464a" /><Relationship Type="http://schemas.openxmlformats.org/officeDocument/2006/relationships/notesSlide" Target="/ppt/notesSlides/notesSlide14.xml" Id="Rd262874f52c14b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a4f5e3417454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79E79B-DABA-49E9-9309-5920698B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6FD778A-84F1-421D-936E-E3620144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BBD12D8-6636-47D3-8C5D-2254F336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51D05D0D-883E-4984-89FA-B806C8CB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cover-purple-band">
            <a:extLst xmlns:a="http://schemas.openxmlformats.org/drawingml/2006/main">
              <a:ext uri="{FF2B5EF4-FFF2-40B4-BE49-F238E27FC236}">
                <a16:creationId xmlns:a16="http://schemas.microsoft.com/office/drawing/2014/main" id="{4D9AD02D-3978-40BC-BEBE-FB1C8512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dark-band">
            <a:extLst xmlns:a="http://schemas.openxmlformats.org/drawingml/2006/main">
              <a:ext uri="{FF2B5EF4-FFF2-40B4-BE49-F238E27FC236}">
                <a16:creationId xmlns:a16="http://schemas.microsoft.com/office/drawing/2014/main" id="{E72D63CF-8CD5-491C-8491-1CF224D4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C1A2658-C137-49C4-8978-C16336C3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7524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Sovereign</a:t>
            </a:r>
          </a:p>
        </p:txBody>
      </p:sp>
      <p:sp>
        <p:nvSpPr>
          <p:cNvPr id="9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B61F4BAE-36DE-48A8-929C-C2A44DEB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Trusted execution under your control</a:t>
            </a:r>
          </a:p>
        </p:txBody>
      </p:sp>
      <p:sp>
        <p:nvSpPr>
          <p:cNvPr id="10" name="cover-route">
            <a:extLst xmlns:a="http://schemas.openxmlformats.org/drawingml/2006/main">
              <a:ext uri="{FF2B5EF4-FFF2-40B4-BE49-F238E27FC236}">
                <a16:creationId xmlns:a16="http://schemas.microsoft.com/office/drawing/2014/main" id="{ACB96AB2-E311-4899-8582-0E74A4CA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INFRASTRUCTURE · DATA · IDENTITY · KEYS · POLICY · EVIDENCE</a:t>
            </a:r>
          </a:p>
        </p:txBody>
      </p:sp>
    </p:spTree>
    <p:extLst>
      <p:ext uri="{BB962C8B-B14F-4D97-AF65-F5344CB8AC3E}">
        <p14:creationId xmlns:p14="http://schemas.microsoft.com/office/powerpoint/2010/main" val="814742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ee39939d341c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722E53-DC60-4697-AB16-51DCCFEF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593E7E5-4CDF-499D-9FB9-3AB45750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E9A518F-FC09-49E4-A7C0-3BD095D6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105BC6E6-16D3-432A-866B-746C3190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7D84E5-4937-4BF9-8DE5-B371600E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Digital trust is becoming critical infrastructure</a:t>
            </a:r>
          </a:p>
        </p:txBody>
      </p:sp>
      <p:sp>
        <p:nvSpPr>
          <p:cNvPr id="7" name="evolution-baseline">
            <a:extLst xmlns:a="http://schemas.openxmlformats.org/drawingml/2006/main">
              <a:ext uri="{FF2B5EF4-FFF2-40B4-BE49-F238E27FC236}">
                <a16:creationId xmlns:a16="http://schemas.microsoft.com/office/drawing/2014/main" id="{0C31B86F-0955-4117-858B-0B79D65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olution-node-1">
            <a:extLst xmlns:a="http://schemas.openxmlformats.org/drawingml/2006/main">
              <a:ext uri="{FF2B5EF4-FFF2-40B4-BE49-F238E27FC236}">
                <a16:creationId xmlns:a16="http://schemas.microsoft.com/office/drawing/2014/main" id="{9750F0EB-F089-4DB7-971D-EA85FEE8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olution-stage-1">
            <a:extLst xmlns:a="http://schemas.openxmlformats.org/drawingml/2006/main">
              <a:ext uri="{FF2B5EF4-FFF2-40B4-BE49-F238E27FC236}">
                <a16:creationId xmlns:a16="http://schemas.microsoft.com/office/drawing/2014/main" id="{58BC7F4F-6C34-4C86-801D-D220506A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Paper</a:t>
            </a:r>
          </a:p>
        </p:txBody>
      </p:sp>
      <p:sp>
        <p:nvSpPr>
          <p:cNvPr id="10" name="evolution-node-2">
            <a:extLst xmlns:a="http://schemas.openxmlformats.org/drawingml/2006/main">
              <a:ext uri="{FF2B5EF4-FFF2-40B4-BE49-F238E27FC236}">
                <a16:creationId xmlns:a16="http://schemas.microsoft.com/office/drawing/2014/main" id="{23D60787-F5D4-47AF-A80E-046DF980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volution-stage-2">
            <a:extLst xmlns:a="http://schemas.openxmlformats.org/drawingml/2006/main">
              <a:ext uri="{FF2B5EF4-FFF2-40B4-BE49-F238E27FC236}">
                <a16:creationId xmlns:a16="http://schemas.microsoft.com/office/drawing/2014/main" id="{97CDAB17-98EC-457B-9238-8C27DF61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</a:t>
            </a:r>
          </a:p>
        </p:txBody>
      </p:sp>
      <p:sp>
        <p:nvSpPr>
          <p:cNvPr id="12" name="evolution-node-3">
            <a:extLst xmlns:a="http://schemas.openxmlformats.org/drawingml/2006/main">
              <a:ext uri="{FF2B5EF4-FFF2-40B4-BE49-F238E27FC236}">
                <a16:creationId xmlns:a16="http://schemas.microsoft.com/office/drawing/2014/main" id="{F046370C-687D-4455-A6EE-221C4906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olution-stage-3">
            <a:extLst xmlns:a="http://schemas.openxmlformats.org/drawingml/2006/main">
              <a:ext uri="{FF2B5EF4-FFF2-40B4-BE49-F238E27FC236}">
                <a16:creationId xmlns:a16="http://schemas.microsoft.com/office/drawing/2014/main" id="{60424BAD-BB4B-4929-8C27-3BE200F5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Automated</a:t>
            </a:r>
          </a:p>
        </p:txBody>
      </p:sp>
      <p:sp>
        <p:nvSpPr>
          <p:cNvPr id="14" name="evolution-node-4">
            <a:extLst xmlns:a="http://schemas.openxmlformats.org/drawingml/2006/main">
              <a:ext uri="{FF2B5EF4-FFF2-40B4-BE49-F238E27FC236}">
                <a16:creationId xmlns:a16="http://schemas.microsoft.com/office/drawing/2014/main" id="{412A899E-98D5-4AEB-9F3C-D9F38A38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olution-stage-4">
            <a:extLst xmlns:a="http://schemas.openxmlformats.org/drawingml/2006/main">
              <a:ext uri="{FF2B5EF4-FFF2-40B4-BE49-F238E27FC236}">
                <a16:creationId xmlns:a16="http://schemas.microsoft.com/office/drawing/2014/main" id="{30891DAF-A092-4FB8-A266-D7BA3B90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AI-Assisted</a:t>
            </a:r>
          </a:p>
        </p:txBody>
      </p:sp>
      <p:sp>
        <p:nvSpPr>
          <p:cNvPr id="16" name="evolution-node-5">
            <a:extLst xmlns:a="http://schemas.openxmlformats.org/drawingml/2006/main">
              <a:ext uri="{FF2B5EF4-FFF2-40B4-BE49-F238E27FC236}">
                <a16:creationId xmlns:a16="http://schemas.microsoft.com/office/drawing/2014/main" id="{EE0439B8-DBAF-4A59-A6B8-7D3C31D7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1432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olution-stage-5">
            <a:extLst xmlns:a="http://schemas.openxmlformats.org/drawingml/2006/main">
              <a:ext uri="{FF2B5EF4-FFF2-40B4-BE49-F238E27FC236}">
                <a16:creationId xmlns:a16="http://schemas.microsoft.com/office/drawing/2014/main" id="{21DC8661-30EA-477D-861E-40F1227D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Agentic</a:t>
            </a:r>
          </a:p>
        </p:txBody>
      </p:sp>
      <p:sp>
        <p:nvSpPr>
          <p:cNvPr id="18" name="evolution-support">
            <a:extLst xmlns:a="http://schemas.openxmlformats.org/drawingml/2006/main">
              <a:ext uri="{FF2B5EF4-FFF2-40B4-BE49-F238E27FC236}">
                <a16:creationId xmlns:a16="http://schemas.microsoft.com/office/drawing/2014/main" id="{8B6E70A2-6E7B-43DE-9271-2355E236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Digital processes increasingly determine authority, approval, access, official records, and automated execution.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491A7911-9FE4-4E56-BD23-DE7B6797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86DE3E11-7C3F-4A2C-B00E-F9762AAB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Greater autonomy increases the need to control how actions are authorized, executed, and evidenced.</a:t>
            </a:r>
          </a:p>
        </p:txBody>
      </p:sp>
    </p:spTree>
    <p:extLst>
      <p:ext uri="{BB962C8B-B14F-4D97-AF65-F5344CB8AC3E}">
        <p14:creationId xmlns:p14="http://schemas.microsoft.com/office/powerpoint/2010/main" val="1735106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84a9bf1fa46e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D56E98-FC82-468D-B5D3-C7D6AD78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3BFFF2D-85AE-43FB-86A3-70D7CDB7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F132390-C519-40C9-92A4-E5307C63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779FE61B-B31C-4035-BB43-7EDEE199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AA8DFA-388B-4F5D-AFC5-36B58759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Sovereignty is more than data residency</a:t>
            </a:r>
          </a:p>
        </p:txBody>
      </p:sp>
      <p:sp>
        <p:nvSpPr>
          <p:cNvPr id="7" name="boundary-subtitle">
            <a:extLst xmlns:a="http://schemas.openxmlformats.org/drawingml/2006/main">
              <a:ext uri="{FF2B5EF4-FFF2-40B4-BE49-F238E27FC236}">
                <a16:creationId xmlns:a16="http://schemas.microsoft.com/office/drawing/2014/main" id="{63A2F5B7-0532-4DDE-B2B2-9052C06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sovereignty boundary is the set of controls your organization cannot delegate.</a:t>
            </a:r>
          </a:p>
        </p:txBody>
      </p:sp>
      <p:sp>
        <p:nvSpPr>
          <p:cNvPr id="8" name="boundary-item-1">
            <a:extLst xmlns:a="http://schemas.openxmlformats.org/drawingml/2006/main">
              <a:ext uri="{FF2B5EF4-FFF2-40B4-BE49-F238E27FC236}">
                <a16:creationId xmlns:a16="http://schemas.microsoft.com/office/drawing/2014/main" id="{36CCF4CE-362C-42ED-BC12-E78E47BC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2133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D6C1FF"/>
            </a:solidFill>
            <a:prstDash val="solid"/>
          </a:ln>
        </p:spPr>
      </p:sp>
      <p:sp>
        <p:nvSpPr>
          <p:cNvPr id="9" name="boundary-text-1">
            <a:extLst xmlns:a="http://schemas.openxmlformats.org/drawingml/2006/main">
              <a:ext uri="{FF2B5EF4-FFF2-40B4-BE49-F238E27FC236}">
                <a16:creationId xmlns:a16="http://schemas.microsoft.com/office/drawing/2014/main" id="{93937759-402D-4DAB-B591-6CDEB344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Infrastructure</a:t>
            </a:r>
          </a:p>
        </p:txBody>
      </p:sp>
      <p:sp>
        <p:nvSpPr>
          <p:cNvPr id="10" name="boundary-item-2">
            <a:extLst xmlns:a="http://schemas.openxmlformats.org/drawingml/2006/main">
              <a:ext uri="{FF2B5EF4-FFF2-40B4-BE49-F238E27FC236}">
                <a16:creationId xmlns:a16="http://schemas.microsoft.com/office/drawing/2014/main" id="{A6EE498E-DDEF-453C-B21A-534DD00C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19400"/>
            <a:ext cx="2133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D6C1FF"/>
            </a:solidFill>
            <a:prstDash val="solid"/>
          </a:ln>
        </p:spPr>
      </p:sp>
      <p:sp>
        <p:nvSpPr>
          <p:cNvPr id="11" name="boundary-text-2">
            <a:extLst xmlns:a="http://schemas.openxmlformats.org/drawingml/2006/main">
              <a:ext uri="{FF2B5EF4-FFF2-40B4-BE49-F238E27FC236}">
                <a16:creationId xmlns:a16="http://schemas.microsoft.com/office/drawing/2014/main" id="{07C94794-9DE7-476A-9D03-45D9A52E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146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Data</a:t>
            </a:r>
          </a:p>
        </p:txBody>
      </p:sp>
      <p:sp>
        <p:nvSpPr>
          <p:cNvPr id="12" name="boundary-item-3">
            <a:extLst xmlns:a="http://schemas.openxmlformats.org/drawingml/2006/main">
              <a:ext uri="{FF2B5EF4-FFF2-40B4-BE49-F238E27FC236}">
                <a16:creationId xmlns:a16="http://schemas.microsoft.com/office/drawing/2014/main" id="{DA87C6DC-E85A-4A43-835B-3DDA03A8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9400"/>
            <a:ext cx="2133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D6C1FF"/>
            </a:solidFill>
            <a:prstDash val="solid"/>
          </a:ln>
        </p:spPr>
      </p:sp>
      <p:sp>
        <p:nvSpPr>
          <p:cNvPr id="13" name="boundary-text-3">
            <a:extLst xmlns:a="http://schemas.openxmlformats.org/drawingml/2006/main">
              <a:ext uri="{FF2B5EF4-FFF2-40B4-BE49-F238E27FC236}">
                <a16:creationId xmlns:a16="http://schemas.microsoft.com/office/drawing/2014/main" id="{A8AEE125-58E5-4075-87AE-39C8696D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146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4" name="boundary-item-4">
            <a:extLst xmlns:a="http://schemas.openxmlformats.org/drawingml/2006/main">
              <a:ext uri="{FF2B5EF4-FFF2-40B4-BE49-F238E27FC236}">
                <a16:creationId xmlns:a16="http://schemas.microsoft.com/office/drawing/2014/main" id="{E302520A-A627-4684-939A-0C3BD263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19400"/>
            <a:ext cx="2133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D6C1FF"/>
            </a:solidFill>
            <a:prstDash val="solid"/>
          </a:ln>
        </p:spPr>
      </p:sp>
      <p:sp>
        <p:nvSpPr>
          <p:cNvPr id="15" name="boundary-text-4">
            <a:extLst xmlns:a="http://schemas.openxmlformats.org/drawingml/2006/main">
              <a:ext uri="{FF2B5EF4-FFF2-40B4-BE49-F238E27FC236}">
                <a16:creationId xmlns:a16="http://schemas.microsoft.com/office/drawing/2014/main" id="{E07BFB58-1503-4993-9558-30488A16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Keys</a:t>
            </a:r>
          </a:p>
        </p:txBody>
      </p:sp>
      <p:sp>
        <p:nvSpPr>
          <p:cNvPr id="16" name="boundary-item-5">
            <a:extLst xmlns:a="http://schemas.openxmlformats.org/drawingml/2006/main">
              <a:ext uri="{FF2B5EF4-FFF2-40B4-BE49-F238E27FC236}">
                <a16:creationId xmlns:a16="http://schemas.microsoft.com/office/drawing/2014/main" id="{D01286E8-2D51-410E-80DD-517DDEB6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19400"/>
            <a:ext cx="2133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D6C1FF"/>
            </a:solidFill>
            <a:prstDash val="solid"/>
          </a:ln>
        </p:spPr>
      </p:sp>
      <p:sp>
        <p:nvSpPr>
          <p:cNvPr id="17" name="boundary-text-5">
            <a:extLst xmlns:a="http://schemas.openxmlformats.org/drawingml/2006/main">
              <a:ext uri="{FF2B5EF4-FFF2-40B4-BE49-F238E27FC236}">
                <a16:creationId xmlns:a16="http://schemas.microsoft.com/office/drawing/2014/main" id="{E3401617-E80C-4B48-AB5E-EF81E44E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146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18" name="boundary-item-6">
            <a:extLst xmlns:a="http://schemas.openxmlformats.org/drawingml/2006/main">
              <a:ext uri="{FF2B5EF4-FFF2-40B4-BE49-F238E27FC236}">
                <a16:creationId xmlns:a16="http://schemas.microsoft.com/office/drawing/2014/main" id="{7894168C-26CF-473A-A048-EC63E55B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133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boundary-text-6">
            <a:extLst xmlns:a="http://schemas.openxmlformats.org/drawingml/2006/main">
              <a:ext uri="{FF2B5EF4-FFF2-40B4-BE49-F238E27FC236}">
                <a16:creationId xmlns:a16="http://schemas.microsoft.com/office/drawing/2014/main" id="{42E5EAD3-9E52-4D76-9608-17BD6279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Integrations</a:t>
            </a:r>
          </a:p>
        </p:txBody>
      </p:sp>
      <p:sp>
        <p:nvSpPr>
          <p:cNvPr id="20" name="boundary-item-7">
            <a:extLst xmlns:a="http://schemas.openxmlformats.org/drawingml/2006/main">
              <a:ext uri="{FF2B5EF4-FFF2-40B4-BE49-F238E27FC236}">
                <a16:creationId xmlns:a16="http://schemas.microsoft.com/office/drawing/2014/main" id="{DCD42B8D-2E92-4BD3-A065-2CBA62C1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95750"/>
            <a:ext cx="2133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boundary-text-7">
            <a:extLst xmlns:a="http://schemas.openxmlformats.org/drawingml/2006/main">
              <a:ext uri="{FF2B5EF4-FFF2-40B4-BE49-F238E27FC236}">
                <a16:creationId xmlns:a16="http://schemas.microsoft.com/office/drawing/2014/main" id="{100B03F9-FFA4-4BE7-A5C4-BC7379EE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910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2" name="boundary-item-8">
            <a:extLst xmlns:a="http://schemas.openxmlformats.org/drawingml/2006/main">
              <a:ext uri="{FF2B5EF4-FFF2-40B4-BE49-F238E27FC236}">
                <a16:creationId xmlns:a16="http://schemas.microsoft.com/office/drawing/2014/main" id="{2550B5B7-7FDF-42D7-9223-1BBAE262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5750"/>
            <a:ext cx="2133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boundary-text-8">
            <a:extLst xmlns:a="http://schemas.openxmlformats.org/drawingml/2006/main">
              <a:ext uri="{FF2B5EF4-FFF2-40B4-BE49-F238E27FC236}">
                <a16:creationId xmlns:a16="http://schemas.microsoft.com/office/drawing/2014/main" id="{19B2F334-C641-48C6-B3EB-24D844D7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910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</a:t>
            </a:r>
          </a:p>
        </p:txBody>
      </p:sp>
      <p:sp>
        <p:nvSpPr>
          <p:cNvPr id="24" name="boundary-item-9">
            <a:extLst xmlns:a="http://schemas.openxmlformats.org/drawingml/2006/main">
              <a:ext uri="{FF2B5EF4-FFF2-40B4-BE49-F238E27FC236}">
                <a16:creationId xmlns:a16="http://schemas.microsoft.com/office/drawing/2014/main" id="{91495C22-BB9F-448C-954E-F03CA9F0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5750"/>
            <a:ext cx="2133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boundary-text-9">
            <a:extLst xmlns:a="http://schemas.openxmlformats.org/drawingml/2006/main">
              <a:ext uri="{FF2B5EF4-FFF2-40B4-BE49-F238E27FC236}">
                <a16:creationId xmlns:a16="http://schemas.microsoft.com/office/drawing/2014/main" id="{DB16A11E-2DA7-487E-96F0-E9A955E1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910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Operations</a:t>
            </a:r>
          </a:p>
        </p:txBody>
      </p:sp>
      <p:sp>
        <p:nvSpPr>
          <p:cNvPr id="26" name="boundary-item-10">
            <a:extLst xmlns:a="http://schemas.openxmlformats.org/drawingml/2006/main">
              <a:ext uri="{FF2B5EF4-FFF2-40B4-BE49-F238E27FC236}">
                <a16:creationId xmlns:a16="http://schemas.microsoft.com/office/drawing/2014/main" id="{83D3606B-AE69-4D8B-A196-D3592483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95750"/>
            <a:ext cx="2133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boundary-text-10">
            <a:extLst xmlns:a="http://schemas.openxmlformats.org/drawingml/2006/main">
              <a:ext uri="{FF2B5EF4-FFF2-40B4-BE49-F238E27FC236}">
                <a16:creationId xmlns:a16="http://schemas.microsoft.com/office/drawing/2014/main" id="{CFFE9EDE-F2A9-4002-9352-29FC49BB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Jurisdiction</a:t>
            </a:r>
          </a:p>
        </p:txBody>
      </p:sp>
      <p:sp>
        <p:nvSpPr>
          <p:cNvPr id="28" name="divider">
            <a:extLst xmlns:a="http://schemas.openxmlformats.org/drawingml/2006/main">
              <a:ext uri="{FF2B5EF4-FFF2-40B4-BE49-F238E27FC236}">
                <a16:creationId xmlns:a16="http://schemas.microsoft.com/office/drawing/2014/main" id="{58B9097A-99EA-47A3-87C8-FB43DDD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B66B3E1-FCA2-4B68-950A-0F8C6791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True sovereignty begins by deciding who controls each dimension.</a:t>
            </a:r>
          </a:p>
        </p:txBody>
      </p:sp>
    </p:spTree>
    <p:extLst>
      <p:ext uri="{BB962C8B-B14F-4D97-AF65-F5344CB8AC3E}">
        <p14:creationId xmlns:p14="http://schemas.microsoft.com/office/powerpoint/2010/main" val="1172224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a33eadd12444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A9B7F1-A970-4357-932C-D9DFC8F8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49AB55E-5C29-4540-8E6D-D6B93292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9057D24-89D3-4F6A-9DDB-8768F33D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DF877BC-8040-4E41-8317-65600CC2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D6955C-308D-433E-86B2-F7667751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traditional choice is no longer sufficient</a:t>
            </a:r>
          </a:p>
        </p:txBody>
      </p:sp>
      <p:sp>
        <p:nvSpPr>
          <p:cNvPr id="7" name="split-panel-1">
            <a:extLst xmlns:a="http://schemas.openxmlformats.org/drawingml/2006/main">
              <a:ext uri="{FF2B5EF4-FFF2-40B4-BE49-F238E27FC236}">
                <a16:creationId xmlns:a16="http://schemas.microsoft.com/office/drawing/2014/main" id="{45E49FD6-2E55-4FC7-A484-DA523C2A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split-title-1">
            <a:extLst xmlns:a="http://schemas.openxmlformats.org/drawingml/2006/main">
              <a:ext uri="{FF2B5EF4-FFF2-40B4-BE49-F238E27FC236}">
                <a16:creationId xmlns:a16="http://schemas.microsoft.com/office/drawing/2014/main" id="{7688942C-075A-454D-823A-DAF00176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Modern SaaS</a:t>
            </a:r>
          </a:p>
        </p:txBody>
      </p:sp>
      <p:sp>
        <p:nvSpPr>
          <p:cNvPr id="9" name="split-body-1">
            <a:extLst xmlns:a="http://schemas.openxmlformats.org/drawingml/2006/main">
              <a:ext uri="{FF2B5EF4-FFF2-40B4-BE49-F238E27FC236}">
                <a16:creationId xmlns:a16="http://schemas.microsoft.com/office/drawing/2014/main" id="{FEEB6CF2-8F53-4308-BD9C-669F8203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Fast access to innovation—but the delivery model may sit outside the required control boundary.</a:t>
            </a:r>
          </a:p>
        </p:txBody>
      </p:sp>
      <p:sp>
        <p:nvSpPr>
          <p:cNvPr id="10" name="split-panel-2">
            <a:extLst xmlns:a="http://schemas.openxmlformats.org/drawingml/2006/main">
              <a:ext uri="{FF2B5EF4-FFF2-40B4-BE49-F238E27FC236}">
                <a16:creationId xmlns:a16="http://schemas.microsoft.com/office/drawing/2014/main" id="{FFECD525-DD0E-4716-A3B3-E97BEC74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split-title-2">
            <a:extLst xmlns:a="http://schemas.openxmlformats.org/drawingml/2006/main">
              <a:ext uri="{FF2B5EF4-FFF2-40B4-BE49-F238E27FC236}">
                <a16:creationId xmlns:a16="http://schemas.microsoft.com/office/drawing/2014/main" id="{1D999AA8-C35C-4872-B66E-1B58A0C0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Traditional on-premises</a:t>
            </a:r>
          </a:p>
        </p:txBody>
      </p:sp>
      <p:sp>
        <p:nvSpPr>
          <p:cNvPr id="12" name="split-body-2">
            <a:extLst xmlns:a="http://schemas.openxmlformats.org/drawingml/2006/main">
              <a:ext uri="{FF2B5EF4-FFF2-40B4-BE49-F238E27FC236}">
                <a16:creationId xmlns:a16="http://schemas.microsoft.com/office/drawing/2014/main" id="{32BCEE6A-BA54-4CDA-A240-B75489FE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Local control—but often with fragmented capabilities and operational complexity.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BA34E5A5-E22D-403E-AA2F-2A514A7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4570845A-F9CD-42B5-891D-EF2FF306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target state is modern platform capability inside a customer-controlled environment.</a:t>
            </a:r>
          </a:p>
        </p:txBody>
      </p:sp>
    </p:spTree>
    <p:extLst>
      <p:ext uri="{BB962C8B-B14F-4D97-AF65-F5344CB8AC3E}">
        <p14:creationId xmlns:p14="http://schemas.microsoft.com/office/powerpoint/2010/main" val="821133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61efdfaa641d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79AB61-155C-4710-86B1-3A9461F3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728354C-46EC-48DF-9CFA-C9D47992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B18D85E-6733-473B-9F7D-610EF76D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58E1D69D-CD27-401B-B983-F3EE2BCC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B468A-8005-4BE2-8025-A870292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Local systems can still fragment accountability</a:t>
            </a:r>
          </a:p>
        </p:txBody>
      </p:sp>
      <p:sp>
        <p:nvSpPr>
          <p:cNvPr id="7" name="process-subtitle">
            <a:extLst xmlns:a="http://schemas.openxmlformats.org/drawingml/2006/main">
              <a:ext uri="{FF2B5EF4-FFF2-40B4-BE49-F238E27FC236}">
                <a16:creationId xmlns:a16="http://schemas.microsoft.com/office/drawing/2014/main" id="{D3A10605-4304-41FC-82E5-EA1F1A14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Running every component locally does not create a continuous trust chain by itself.</a:t>
            </a:r>
          </a:p>
        </p:txBody>
      </p:sp>
      <p:sp>
        <p:nvSpPr>
          <p:cNvPr id="8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F21AF21F-B487-488A-957F-D3D4A590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DB0EA5F4-6BCF-464F-8FEB-F135D198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0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17D146DF-B2A4-4C6B-8874-23F6CA1E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1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8304BDD6-7F47-4C55-988D-27C2AEA3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2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4019B99E-3715-44FC-B16A-EA680758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39F14C8B-EA3D-4056-AB1D-533F0A2F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4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0D52F739-99C2-4BF7-9895-04D3816F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PKI</a:t>
            </a:r>
          </a:p>
        </p:txBody>
      </p:sp>
      <p:sp>
        <p:nvSpPr>
          <p:cNvPr id="15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FFEBE7E9-1E67-476C-B626-C5596273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21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6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9D9DA7F9-330E-4C77-8599-98333466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36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7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270F4B96-31C2-41E4-B9D0-3716D04D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18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A56416DE-6F33-47E9-B5DF-632BCD3D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38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9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89BB0E73-3671-448F-A17C-57DDB974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53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20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B54D7668-0C62-4513-B127-9159AB62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eSignature</a:t>
            </a:r>
          </a:p>
        </p:txBody>
      </p:sp>
      <p:sp>
        <p:nvSpPr>
          <p:cNvPr id="21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0D6780F9-00ED-4CDC-8EB8-6C2A70BA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2" name="process-number-5">
            <a:extLst xmlns:a="http://schemas.openxmlformats.org/drawingml/2006/main">
              <a:ext uri="{FF2B5EF4-FFF2-40B4-BE49-F238E27FC236}">
                <a16:creationId xmlns:a16="http://schemas.microsoft.com/office/drawing/2014/main" id="{2A07967F-12EE-442A-B532-13F83513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5</a:t>
            </a:r>
          </a:p>
        </p:txBody>
      </p:sp>
      <p:sp>
        <p:nvSpPr>
          <p:cNvPr id="23" name="process-label-5">
            <a:extLst xmlns:a="http://schemas.openxmlformats.org/drawingml/2006/main">
              <a:ext uri="{FF2B5EF4-FFF2-40B4-BE49-F238E27FC236}">
                <a16:creationId xmlns:a16="http://schemas.microsoft.com/office/drawing/2014/main" id="{EDDEE6E5-0A91-430B-B69F-C927A77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24" name="process-node-6">
            <a:extLst xmlns:a="http://schemas.openxmlformats.org/drawingml/2006/main">
              <a:ext uri="{FF2B5EF4-FFF2-40B4-BE49-F238E27FC236}">
                <a16:creationId xmlns:a16="http://schemas.microsoft.com/office/drawing/2014/main" id="{00D144B9-8328-4091-A1ED-3F0FEC31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7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5" name="process-number-6">
            <a:extLst xmlns:a="http://schemas.openxmlformats.org/drawingml/2006/main">
              <a:ext uri="{FF2B5EF4-FFF2-40B4-BE49-F238E27FC236}">
                <a16:creationId xmlns:a16="http://schemas.microsoft.com/office/drawing/2014/main" id="{D86B68B1-0B91-4430-A5AB-EB5D786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8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6</a:t>
            </a:r>
          </a:p>
        </p:txBody>
      </p:sp>
      <p:sp>
        <p:nvSpPr>
          <p:cNvPr id="26" name="process-label-6">
            <a:extLst xmlns:a="http://schemas.openxmlformats.org/drawingml/2006/main">
              <a:ext uri="{FF2B5EF4-FFF2-40B4-BE49-F238E27FC236}">
                <a16:creationId xmlns:a16="http://schemas.microsoft.com/office/drawing/2014/main" id="{0FEA35B7-2E5E-47C9-9046-95085AC2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</a:t>
            </a:r>
          </a:p>
        </p:txBody>
      </p:sp>
      <p:sp>
        <p:nvSpPr>
          <p:cNvPr id="27" name="divider">
            <a:extLst xmlns:a="http://schemas.openxmlformats.org/drawingml/2006/main">
              <a:ext uri="{FF2B5EF4-FFF2-40B4-BE49-F238E27FC236}">
                <a16:creationId xmlns:a16="http://schemas.microsoft.com/office/drawing/2014/main" id="{9DB042F0-4E07-411D-8067-3667C7ED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4A52F1C9-0E0D-4E09-897F-5CFFFD4F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Versions, decisions, permissions, trust events, and evidence must remain connected.</a:t>
            </a:r>
          </a:p>
        </p:txBody>
      </p:sp>
    </p:spTree>
    <p:extLst>
      <p:ext uri="{BB962C8B-B14F-4D97-AF65-F5344CB8AC3E}">
        <p14:creationId xmlns:p14="http://schemas.microsoft.com/office/powerpoint/2010/main" val="1194127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53be7474240f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DF1F66-C801-4B9D-A4EC-9B900BCB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B13084F-256A-436B-AC1D-9F2BC010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7FB731E-D907-4EF5-8557-DA5316EC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DF328095-2B16-4A3B-9A69-95EDADBE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2410AA-EBB4-4EDA-B879-C542F0A9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Sovereign puts trusted execution inside the boundary</a:t>
            </a:r>
          </a:p>
        </p:txBody>
      </p:sp>
      <p:sp>
        <p:nvSpPr>
          <p:cNvPr id="7" name="layer-1">
            <a:extLst xmlns:a="http://schemas.openxmlformats.org/drawingml/2006/main">
              <a:ext uri="{FF2B5EF4-FFF2-40B4-BE49-F238E27FC236}">
                <a16:creationId xmlns:a16="http://schemas.microsoft.com/office/drawing/2014/main" id="{98448A7D-0BEE-4FAB-B1DD-0817F2F3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127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22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yer-label-1">
            <a:extLst xmlns:a="http://schemas.openxmlformats.org/drawingml/2006/main">
              <a:ext uri="{FF2B5EF4-FFF2-40B4-BE49-F238E27FC236}">
                <a16:creationId xmlns:a16="http://schemas.microsoft.com/office/drawing/2014/main" id="{C9497272-FC61-4F73-AEEC-30E82487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ACTORS</a:t>
            </a:r>
          </a:p>
        </p:txBody>
      </p:sp>
      <p:sp>
        <p:nvSpPr>
          <p:cNvPr id="9" name="layer-text-1">
            <a:extLst xmlns:a="http://schemas.openxmlformats.org/drawingml/2006/main">
              <a:ext uri="{FF2B5EF4-FFF2-40B4-BE49-F238E27FC236}">
                <a16:creationId xmlns:a16="http://schemas.microsoft.com/office/drawing/2014/main" id="{C5F8E1B4-494A-463B-B9E4-6E5CD4A0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People · Organizations · Applications · AI Agents</a:t>
            </a:r>
          </a:p>
        </p:txBody>
      </p:sp>
      <p:sp>
        <p:nvSpPr>
          <p:cNvPr id="10" name="layer-2">
            <a:extLst xmlns:a="http://schemas.openxmlformats.org/drawingml/2006/main">
              <a:ext uri="{FF2B5EF4-FFF2-40B4-BE49-F238E27FC236}">
                <a16:creationId xmlns:a16="http://schemas.microsoft.com/office/drawing/2014/main" id="{9F366405-1815-466D-8AAA-15D4B0BC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yer-label-2">
            <a:extLst xmlns:a="http://schemas.openxmlformats.org/drawingml/2006/main">
              <a:ext uri="{FF2B5EF4-FFF2-40B4-BE49-F238E27FC236}">
                <a16:creationId xmlns:a16="http://schemas.microsoft.com/office/drawing/2014/main" id="{FF7955E8-8555-4D53-9CA9-2F4775D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12" name="layer-text-2">
            <a:extLst xmlns:a="http://schemas.openxmlformats.org/drawingml/2006/main">
              <a:ext uri="{FF2B5EF4-FFF2-40B4-BE49-F238E27FC236}">
                <a16:creationId xmlns:a16="http://schemas.microsoft.com/office/drawing/2014/main" id="{48BB048A-9EA5-4FD2-9BAB-BA129BCA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5282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Customer-controlled Trusted Execution Layer</a:t>
            </a:r>
          </a:p>
        </p:txBody>
      </p:sp>
      <p:sp>
        <p:nvSpPr>
          <p:cNvPr id="13" name="layer-3">
            <a:extLst xmlns:a="http://schemas.openxmlformats.org/drawingml/2006/main">
              <a:ext uri="{FF2B5EF4-FFF2-40B4-BE49-F238E27FC236}">
                <a16:creationId xmlns:a16="http://schemas.microsoft.com/office/drawing/2014/main" id="{306D14A0-FDC5-4DF3-BD61-DDD2D050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127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yer-label-3">
            <a:extLst xmlns:a="http://schemas.openxmlformats.org/drawingml/2006/main">
              <a:ext uri="{FF2B5EF4-FFF2-40B4-BE49-F238E27FC236}">
                <a16:creationId xmlns:a16="http://schemas.microsoft.com/office/drawing/2014/main" id="{B0B846E6-475E-4E1E-A140-C7491DA9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CONTROLS + EVIDENCE</a:t>
            </a:r>
          </a:p>
        </p:txBody>
      </p:sp>
      <p:sp>
        <p:nvSpPr>
          <p:cNvPr id="15" name="layer-text-3">
            <a:extLst xmlns:a="http://schemas.openxmlformats.org/drawingml/2006/main">
              <a:ext uri="{FF2B5EF4-FFF2-40B4-BE49-F238E27FC236}">
                <a16:creationId xmlns:a16="http://schemas.microsoft.com/office/drawing/2014/main" id="{6CF763D1-85A9-4A30-80F7-267ED7C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Authority · Policy · Trust Services · Evidence · Audit · Records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90012253-74D1-497D-B746-2698C49F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5AEDC17C-D5BA-4631-87A7-5F761973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execution environment operates inside the agreed sovereignty boundary.</a:t>
            </a:r>
          </a:p>
        </p:txBody>
      </p:sp>
    </p:spTree>
    <p:extLst>
      <p:ext uri="{BB962C8B-B14F-4D97-AF65-F5344CB8AC3E}">
        <p14:creationId xmlns:p14="http://schemas.microsoft.com/office/powerpoint/2010/main" val="715513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02830b1ac448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0E067F-642A-4AEB-900C-DF9D9693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4E7E13FA-D077-4F29-AA72-0778C940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B3C936C-CC60-4F79-88B2-1551993C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85DC9184-F07A-43A6-B65A-9BD800C6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7E9721-17E1-47AE-BAB2-BB3ED092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Control the boundary without isolating the platform</a:t>
            </a:r>
          </a:p>
        </p:txBody>
      </p:sp>
      <p:sp>
        <p:nvSpPr>
          <p:cNvPr id="7" name="split-panel-1">
            <a:extLst xmlns:a="http://schemas.openxmlformats.org/drawingml/2006/main">
              <a:ext uri="{FF2B5EF4-FFF2-40B4-BE49-F238E27FC236}">
                <a16:creationId xmlns:a16="http://schemas.microsoft.com/office/drawing/2014/main" id="{E2F6809B-0751-44D2-B157-DF0F49D9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split-title-1">
            <a:extLst xmlns:a="http://schemas.openxmlformats.org/drawingml/2006/main">
              <a:ext uri="{FF2B5EF4-FFF2-40B4-BE49-F238E27FC236}">
                <a16:creationId xmlns:a16="http://schemas.microsoft.com/office/drawing/2014/main" id="{57CB92A2-3AB4-4520-9706-A3B5D88D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Inside the boundary</a:t>
            </a:r>
          </a:p>
        </p:txBody>
      </p:sp>
      <p:sp>
        <p:nvSpPr>
          <p:cNvPr id="9" name="split-body-1">
            <a:extLst xmlns:a="http://schemas.openxmlformats.org/drawingml/2006/main">
              <a:ext uri="{FF2B5EF4-FFF2-40B4-BE49-F238E27FC236}">
                <a16:creationId xmlns:a16="http://schemas.microsoft.com/office/drawing/2014/main" id="{6653B7DA-2D6F-403E-83CC-0C92F215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Infrastructure · Data · Identity · Keys · Policy · Evidence · AI · Operations</a:t>
            </a:r>
          </a:p>
        </p:txBody>
      </p:sp>
      <p:sp>
        <p:nvSpPr>
          <p:cNvPr id="10" name="split-panel-2">
            <a:extLst xmlns:a="http://schemas.openxmlformats.org/drawingml/2006/main">
              <a:ext uri="{FF2B5EF4-FFF2-40B4-BE49-F238E27FC236}">
                <a16:creationId xmlns:a16="http://schemas.microsoft.com/office/drawing/2014/main" id="{CBEA2C80-4BDF-4CAA-AEEF-7C220D0E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split-title-2">
            <a:extLst xmlns:a="http://schemas.openxmlformats.org/drawingml/2006/main">
              <a:ext uri="{FF2B5EF4-FFF2-40B4-BE49-F238E27FC236}">
                <a16:creationId xmlns:a16="http://schemas.microsoft.com/office/drawing/2014/main" id="{4906CD26-12BF-42C1-A5FD-2F2F18A4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Connected investments</a:t>
            </a:r>
          </a:p>
        </p:txBody>
      </p:sp>
      <p:sp>
        <p:nvSpPr>
          <p:cNvPr id="12" name="split-body-2">
            <a:extLst xmlns:a="http://schemas.openxmlformats.org/drawingml/2006/main">
              <a:ext uri="{FF2B5EF4-FFF2-40B4-BE49-F238E27FC236}">
                <a16:creationId xmlns:a16="http://schemas.microsoft.com/office/drawing/2014/main" id="{FF0A6A26-F5D2-4275-A315-5D642E5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National Identity · IAM · PKI · CA · HSM · TSA · Trust-Service Providers · Enterprise Systems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B63A245F-B366-4BF1-90A2-23DD2CE6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3E0476C8-1307-441E-8017-307F0613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Orchestrate and evidence business execution around trusted infrastructure—not replace it unnecessarily.</a:t>
            </a:r>
          </a:p>
        </p:txBody>
      </p:sp>
    </p:spTree>
    <p:extLst>
      <p:ext uri="{BB962C8B-B14F-4D97-AF65-F5344CB8AC3E}">
        <p14:creationId xmlns:p14="http://schemas.microsoft.com/office/powerpoint/2010/main" val="1164690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b9a70fcd740b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4FB78A-314F-45AA-B41E-8C091302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0D64CEC-FB9B-4881-A98C-E7A4684B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817DA73-18EA-4261-9F34-02375A20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5C486793-DBBD-426A-89A8-ABF8BADB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3C9327-AD39-4E0F-980F-350C0565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Identity establishes who. Sovereign policy determines what.</a:t>
            </a:r>
          </a:p>
        </p:txBody>
      </p:sp>
      <p:sp>
        <p:nvSpPr>
          <p:cNvPr id="7" name="tile-1">
            <a:extLst xmlns:a="http://schemas.openxmlformats.org/drawingml/2006/main">
              <a:ext uri="{FF2B5EF4-FFF2-40B4-BE49-F238E27FC236}">
                <a16:creationId xmlns:a16="http://schemas.microsoft.com/office/drawing/2014/main" id="{B598417D-9525-46F5-9CB0-E4BD254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tile-title-1">
            <a:extLst xmlns:a="http://schemas.openxmlformats.org/drawingml/2006/main">
              <a:ext uri="{FF2B5EF4-FFF2-40B4-BE49-F238E27FC236}">
                <a16:creationId xmlns:a16="http://schemas.microsoft.com/office/drawing/2014/main" id="{87A8C281-3169-45CF-83A0-D4EE3D68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9" name="tile-body-1">
            <a:extLst xmlns:a="http://schemas.openxmlformats.org/drawingml/2006/main">
              <a:ext uri="{FF2B5EF4-FFF2-40B4-BE49-F238E27FC236}">
                <a16:creationId xmlns:a16="http://schemas.microsoft.com/office/drawing/2014/main" id="{917C54C9-71D1-443B-B7E7-D591EBCE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or what are you?</a:t>
            </a:r>
          </a:p>
        </p:txBody>
      </p:sp>
      <p:sp>
        <p:nvSpPr>
          <p:cNvPr id="10" name="tile-2">
            <a:extLst xmlns:a="http://schemas.openxmlformats.org/drawingml/2006/main">
              <a:ext uri="{FF2B5EF4-FFF2-40B4-BE49-F238E27FC236}">
                <a16:creationId xmlns:a16="http://schemas.microsoft.com/office/drawing/2014/main" id="{3A6B2B4E-DB91-4887-98B6-ACFC8AD2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tile-title-2">
            <a:extLst xmlns:a="http://schemas.openxmlformats.org/drawingml/2006/main">
              <a:ext uri="{FF2B5EF4-FFF2-40B4-BE49-F238E27FC236}">
                <a16:creationId xmlns:a16="http://schemas.microsoft.com/office/drawing/2014/main" id="{7A6F35B4-A405-4106-818B-9EE0398C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Representation</a:t>
            </a:r>
          </a:p>
        </p:txBody>
      </p:sp>
      <p:sp>
        <p:nvSpPr>
          <p:cNvPr id="12" name="tile-body-2">
            <a:extLst xmlns:a="http://schemas.openxmlformats.org/drawingml/2006/main">
              <a:ext uri="{FF2B5EF4-FFF2-40B4-BE49-F238E27FC236}">
                <a16:creationId xmlns:a16="http://schemas.microsoft.com/office/drawing/2014/main" id="{C6B8BFC2-58FD-4C0E-81E1-CBD20525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Whom do you represent?</a:t>
            </a:r>
          </a:p>
        </p:txBody>
      </p:sp>
      <p:sp>
        <p:nvSpPr>
          <p:cNvPr id="13" name="tile-3">
            <a:extLst xmlns:a="http://schemas.openxmlformats.org/drawingml/2006/main">
              <a:ext uri="{FF2B5EF4-FFF2-40B4-BE49-F238E27FC236}">
                <a16:creationId xmlns:a16="http://schemas.microsoft.com/office/drawing/2014/main" id="{3F0DAA5E-9891-485C-8118-AD5DC612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tile-title-3">
            <a:extLst xmlns:a="http://schemas.openxmlformats.org/drawingml/2006/main">
              <a:ext uri="{FF2B5EF4-FFF2-40B4-BE49-F238E27FC236}">
                <a16:creationId xmlns:a16="http://schemas.microsoft.com/office/drawing/2014/main" id="{755968F1-6126-4155-B215-CC767315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5" name="tile-body-3">
            <a:extLst xmlns:a="http://schemas.openxmlformats.org/drawingml/2006/main">
              <a:ext uri="{FF2B5EF4-FFF2-40B4-BE49-F238E27FC236}">
                <a16:creationId xmlns:a16="http://schemas.microsoft.com/office/drawing/2014/main" id="{9E456C0F-06CF-4EF0-9160-ACA33D9D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may you do?</a:t>
            </a:r>
          </a:p>
        </p:txBody>
      </p:sp>
      <p:sp>
        <p:nvSpPr>
          <p:cNvPr id="16" name="tile-4">
            <a:extLst xmlns:a="http://schemas.openxmlformats.org/drawingml/2006/main">
              <a:ext uri="{FF2B5EF4-FFF2-40B4-BE49-F238E27FC236}">
                <a16:creationId xmlns:a16="http://schemas.microsoft.com/office/drawing/2014/main" id="{D114EA65-E3F5-42F5-88DF-13FC28A4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24150"/>
            <a:ext cx="2676525" cy="2857500"/>
          </a:xfrm>
          <a:prstGeom xmlns:a="http://schemas.openxmlformats.org/drawingml/2006/main" prst="roundRect">
            <a:avLst>
              <a:gd name="adj" fmla="val 427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tile-title-4">
            <a:extLst xmlns:a="http://schemas.openxmlformats.org/drawingml/2006/main">
              <a:ext uri="{FF2B5EF4-FFF2-40B4-BE49-F238E27FC236}">
                <a16:creationId xmlns:a16="http://schemas.microsoft.com/office/drawing/2014/main" id="{DA425D79-6139-4228-B886-9799C094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52750"/>
            <a:ext cx="2257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Boundary</a:t>
            </a:r>
          </a:p>
        </p:txBody>
      </p:sp>
      <p:sp>
        <p:nvSpPr>
          <p:cNvPr id="18" name="tile-body-4">
            <a:extLst xmlns:a="http://schemas.openxmlformats.org/drawingml/2006/main">
              <a:ext uri="{FF2B5EF4-FFF2-40B4-BE49-F238E27FC236}">
                <a16:creationId xmlns:a16="http://schemas.microsoft.com/office/drawing/2014/main" id="{75FAA1F3-1713-498D-843A-2131BA2B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695700"/>
            <a:ext cx="22574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must remain under control?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6473BE52-4F65-4EC1-9C7C-996DABF2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AF8460B-C6FD-49C7-AF0D-01CCA699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Policy, approval, execution, evidence, and audit remain inside the defined boundary.</a:t>
            </a:r>
          </a:p>
        </p:txBody>
      </p:sp>
    </p:spTree>
    <p:extLst>
      <p:ext uri="{BB962C8B-B14F-4D97-AF65-F5344CB8AC3E}">
        <p14:creationId xmlns:p14="http://schemas.microsoft.com/office/powerpoint/2010/main" val="4227635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836b0b942490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287B21-4BB3-40E2-BF79-38A4AFD2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E9C22E3-BFBE-4B56-A597-33008780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87A9E94-7E93-4648-8D07-C0F49A0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9EEF8B44-30EE-436A-B26E-756D5981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3FCA77-CE3F-4527-AC53-837193D5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evidence chain remains under organizational control</a:t>
            </a:r>
          </a:p>
        </p:txBody>
      </p:sp>
      <p:sp>
        <p:nvSpPr>
          <p:cNvPr id="7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DAB74302-60F4-463F-8140-4A96A306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CCA1195A-8BE3-4E04-B790-8AF1224F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0F7E2298-3A25-41B1-A5B2-425A9AAC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0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7BF3F651-2922-43D1-99BA-C9C03462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1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783649B5-8C0A-47A2-A3D8-51A1B23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7483C8D1-A26F-43A5-96B7-83748E9C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1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3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A9D1A66F-0692-4C71-9F5F-7F3A43EB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4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9E6E65C7-CAE9-427F-9BFB-1EBE5DD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21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5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88F6B92E-DC06-4F61-ABA9-49414D1C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36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6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BC7DE611-BFFD-4B0C-A554-629A41AA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7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449918F5-5149-484F-8120-5879D85D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38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F1FE2DC4-4162-4905-B5DB-DB28F9F5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53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19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42F3B579-348D-4DB9-AA30-F5056028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20" name="process-node-5">
            <a:extLst xmlns:a="http://schemas.openxmlformats.org/drawingml/2006/main">
              <a:ext uri="{FF2B5EF4-FFF2-40B4-BE49-F238E27FC236}">
                <a16:creationId xmlns:a16="http://schemas.microsoft.com/office/drawing/2014/main" id="{B33712D4-FBD5-4611-9FF0-8585C933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563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process-number-5">
            <a:extLst xmlns:a="http://schemas.openxmlformats.org/drawingml/2006/main">
              <a:ext uri="{FF2B5EF4-FFF2-40B4-BE49-F238E27FC236}">
                <a16:creationId xmlns:a16="http://schemas.microsoft.com/office/drawing/2014/main" id="{6B978074-FE30-4BA4-95E7-989FD986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5</a:t>
            </a:r>
          </a:p>
        </p:txBody>
      </p:sp>
      <p:sp>
        <p:nvSpPr>
          <p:cNvPr id="22" name="process-label-5">
            <a:extLst xmlns:a="http://schemas.openxmlformats.org/drawingml/2006/main">
              <a:ext uri="{FF2B5EF4-FFF2-40B4-BE49-F238E27FC236}">
                <a16:creationId xmlns:a16="http://schemas.microsoft.com/office/drawing/2014/main" id="{391A8225-7D7D-41C8-9509-469F9C13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3" name="process-node-6">
            <a:extLst xmlns:a="http://schemas.openxmlformats.org/drawingml/2006/main">
              <a:ext uri="{FF2B5EF4-FFF2-40B4-BE49-F238E27FC236}">
                <a16:creationId xmlns:a16="http://schemas.microsoft.com/office/drawing/2014/main" id="{2AE94F68-1693-44FE-977E-58C0DC4A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738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4" name="process-number-6">
            <a:extLst xmlns:a="http://schemas.openxmlformats.org/drawingml/2006/main">
              <a:ext uri="{FF2B5EF4-FFF2-40B4-BE49-F238E27FC236}">
                <a16:creationId xmlns:a16="http://schemas.microsoft.com/office/drawing/2014/main" id="{BBA2DA74-5B87-4946-99B4-EA547D7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6888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6</a:t>
            </a:r>
          </a:p>
        </p:txBody>
      </p:sp>
      <p:sp>
        <p:nvSpPr>
          <p:cNvPr id="25" name="process-label-6">
            <a:extLst xmlns:a="http://schemas.openxmlformats.org/drawingml/2006/main">
              <a:ext uri="{FF2B5EF4-FFF2-40B4-BE49-F238E27FC236}">
                <a16:creationId xmlns:a16="http://schemas.microsoft.com/office/drawing/2014/main" id="{A9B92248-1072-46E5-B0E1-9F7DDC52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3848100"/>
            <a:ext cx="173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Preserve</a:t>
            </a:r>
          </a:p>
        </p:txBody>
      </p:sp>
      <p:sp>
        <p:nvSpPr>
          <p:cNvPr id="26" name="divider">
            <a:extLst xmlns:a="http://schemas.openxmlformats.org/drawingml/2006/main">
              <a:ext uri="{FF2B5EF4-FFF2-40B4-BE49-F238E27FC236}">
                <a16:creationId xmlns:a16="http://schemas.microsoft.com/office/drawing/2014/main" id="{C5425315-A1C6-481E-BC3E-6180E563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3CFBA3CB-C6C9-49D0-A3E6-7AB3D7D5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authoritative version, participants, decisions, trust events, and audit history remain connected.</a:t>
            </a:r>
          </a:p>
        </p:txBody>
      </p:sp>
    </p:spTree>
    <p:extLst>
      <p:ext uri="{BB962C8B-B14F-4D97-AF65-F5344CB8AC3E}">
        <p14:creationId xmlns:p14="http://schemas.microsoft.com/office/powerpoint/2010/main" val="742655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d7e159d334b9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9EE6AC-F387-4DA1-99BB-AC283599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4DF5969-CBC2-40B8-9AA8-F6E5F56F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9DB04C2-7DF6-41B4-BB33-9134EF60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CF522147-60A6-4AD4-AFFA-47981AED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C68BB1-1BA1-4BD6-839E-15DBF9AD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Sovereign records become sovereign institutional memory</a:t>
            </a:r>
          </a:p>
        </p:txBody>
      </p:sp>
      <p:sp>
        <p:nvSpPr>
          <p:cNvPr id="7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7B825DD1-370F-4832-BD46-71AA647B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2ADB41C7-4545-49FC-9EDB-C4844AA7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906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A7BA1B27-1033-47DC-B996-03A77E60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056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0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C4C9EB9E-9258-4A12-A07B-E0660DD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2690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records</a:t>
            </a:r>
          </a:p>
        </p:txBody>
      </p:sp>
      <p:sp>
        <p:nvSpPr>
          <p:cNvPr id="11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61FA7017-6960-4498-B290-78E9BEE8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69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55F38C4C-D3DE-43A7-9756-38114618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319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3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3C724D59-66E6-422B-BEEE-871A183D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3848100"/>
            <a:ext cx="2690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Searchable evidence</a:t>
            </a:r>
          </a:p>
        </p:txBody>
      </p:sp>
      <p:sp>
        <p:nvSpPr>
          <p:cNvPr id="14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279E6FDD-2B8A-4E6D-A762-A26F224C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431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5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2EA46DE9-E51D-48B2-A24E-12BA68D1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581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6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668041CE-00E8-4509-AFA5-12B76AAB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48100"/>
            <a:ext cx="2690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Connected decisions</a:t>
            </a:r>
          </a:p>
        </p:txBody>
      </p:sp>
      <p:sp>
        <p:nvSpPr>
          <p:cNvPr id="17" name="process-node-4">
            <a:extLst xmlns:a="http://schemas.openxmlformats.org/drawingml/2006/main">
              <a:ext uri="{FF2B5EF4-FFF2-40B4-BE49-F238E27FC236}">
                <a16:creationId xmlns:a16="http://schemas.microsoft.com/office/drawing/2014/main" id="{7AF6402B-D145-401E-9D0A-8495D744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694" y="30670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D63947FE-08A1-484E-913D-4AABF302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844" y="31813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19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2C221251-59AA-49F1-8C88-864F625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848100"/>
            <a:ext cx="2690813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Institutional knowledge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6F7F16F1-C58C-4491-8175-59A89639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7BFACE33-22B0-4DE2-A6F7-32DCEAD9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Provenance, permissions, decisions, and evidence remain meaningful—and remain under control.</a:t>
            </a:r>
          </a:p>
        </p:txBody>
      </p:sp>
    </p:spTree>
    <p:extLst>
      <p:ext uri="{BB962C8B-B14F-4D97-AF65-F5344CB8AC3E}">
        <p14:creationId xmlns:p14="http://schemas.microsoft.com/office/powerpoint/2010/main" val="113483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0db2756d9406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C2115D-2B37-47A7-823C-FC6ADF96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1B6DD1A-B661-4F22-BF32-BAE1149C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2DB535C-BCD7-4E48-A8AA-D3AAC1B2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3C8F436-87A5-48FE-A00D-642C4268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EEEB40-2E5E-42AF-978C-1B8E4596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Sovereign AI needs trusted context and bounded action</a:t>
            </a:r>
          </a:p>
        </p:txBody>
      </p:sp>
      <p:sp>
        <p:nvSpPr>
          <p:cNvPr id="7" name="tile-1">
            <a:extLst xmlns:a="http://schemas.openxmlformats.org/drawingml/2006/main">
              <a:ext uri="{FF2B5EF4-FFF2-40B4-BE49-F238E27FC236}">
                <a16:creationId xmlns:a16="http://schemas.microsoft.com/office/drawing/2014/main" id="{310FFBF4-A5DD-4FE4-BCB6-AB04864C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tile-title-1">
            <a:extLst xmlns:a="http://schemas.openxmlformats.org/drawingml/2006/main">
              <a:ext uri="{FF2B5EF4-FFF2-40B4-BE49-F238E27FC236}">
                <a16:creationId xmlns:a16="http://schemas.microsoft.com/office/drawing/2014/main" id="{45C58F40-0D74-4E60-8844-7C1EEDC2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KNOW</a:t>
            </a:r>
          </a:p>
        </p:txBody>
      </p:sp>
      <p:sp>
        <p:nvSpPr>
          <p:cNvPr id="9" name="tile-body-1">
            <a:extLst xmlns:a="http://schemas.openxmlformats.org/drawingml/2006/main">
              <a:ext uri="{FF2B5EF4-FFF2-40B4-BE49-F238E27FC236}">
                <a16:creationId xmlns:a16="http://schemas.microsoft.com/office/drawing/2014/main" id="{34134FFB-5AF1-4C21-861E-8CFA85B1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Use permission-controlled institutional records.</a:t>
            </a:r>
          </a:p>
        </p:txBody>
      </p:sp>
      <p:sp>
        <p:nvSpPr>
          <p:cNvPr id="10" name="tile-2">
            <a:extLst xmlns:a="http://schemas.openxmlformats.org/drawingml/2006/main">
              <a:ext uri="{FF2B5EF4-FFF2-40B4-BE49-F238E27FC236}">
                <a16:creationId xmlns:a16="http://schemas.microsoft.com/office/drawing/2014/main" id="{DAD6DC2F-13BE-4B1B-ADB1-9296E79C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1" name="tile-title-2">
            <a:extLst xmlns:a="http://schemas.openxmlformats.org/drawingml/2006/main">
              <a:ext uri="{FF2B5EF4-FFF2-40B4-BE49-F238E27FC236}">
                <a16:creationId xmlns:a16="http://schemas.microsoft.com/office/drawing/2014/main" id="{4B70360C-D537-4BF0-9255-179D870B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ADVISE</a:t>
            </a:r>
          </a:p>
        </p:txBody>
      </p:sp>
      <p:sp>
        <p:nvSpPr>
          <p:cNvPr id="12" name="tile-body-2">
            <a:extLst xmlns:a="http://schemas.openxmlformats.org/drawingml/2006/main">
              <a:ext uri="{FF2B5EF4-FFF2-40B4-BE49-F238E27FC236}">
                <a16:creationId xmlns:a16="http://schemas.microsoft.com/office/drawing/2014/main" id="{A9B66AD4-86C0-46A1-A4FB-52DF498F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Operate inside the organization's data and policy boundary.</a:t>
            </a:r>
          </a:p>
        </p:txBody>
      </p:sp>
      <p:sp>
        <p:nvSpPr>
          <p:cNvPr id="13" name="tile-3">
            <a:extLst xmlns:a="http://schemas.openxmlformats.org/drawingml/2006/main">
              <a:ext uri="{FF2B5EF4-FFF2-40B4-BE49-F238E27FC236}">
                <a16:creationId xmlns:a16="http://schemas.microsoft.com/office/drawing/2014/main" id="{328CC78B-2FBD-42E6-AAD3-20C9232E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tile-title-3">
            <a:extLst xmlns:a="http://schemas.openxmlformats.org/drawingml/2006/main">
              <a:ext uri="{FF2B5EF4-FFF2-40B4-BE49-F238E27FC236}">
                <a16:creationId xmlns:a16="http://schemas.microsoft.com/office/drawing/2014/main" id="{BE727F5A-759D-48A7-BB19-45457413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ACT</a:t>
            </a:r>
          </a:p>
        </p:txBody>
      </p:sp>
      <p:sp>
        <p:nvSpPr>
          <p:cNvPr id="15" name="tile-body-3">
            <a:extLst xmlns:a="http://schemas.openxmlformats.org/drawingml/2006/main">
              <a:ext uri="{FF2B5EF4-FFF2-40B4-BE49-F238E27FC236}">
                <a16:creationId xmlns:a16="http://schemas.microsoft.com/office/drawing/2014/main" id="{1710BAEA-56BC-407D-9DFB-0F108445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Execute only through authority, approval, and evidence.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E01E1839-A086-4240-A93C-9E7F574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CDBAA9E9-3675-4601-8941-EC610D50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model may reason. The institution remains in control of what executes.</a:t>
            </a:r>
          </a:p>
        </p:txBody>
      </p:sp>
    </p:spTree>
    <p:extLst>
      <p:ext uri="{BB962C8B-B14F-4D97-AF65-F5344CB8AC3E}">
        <p14:creationId xmlns:p14="http://schemas.microsoft.com/office/powerpoint/2010/main" val="8540155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b2d2266fa4fc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CAB03A-6B31-4AA7-A976-606176D6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84F1EB3-AFF5-47ED-8E76-5EBE2F70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360B8EA-E054-486C-AF5A-2F4BD279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1082178-6312-44D1-B6E7-696D2265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10A028-73A1-4191-A057-1CEE6659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Programmable trust stays inside the same control model</a:t>
            </a:r>
          </a:p>
        </p:txBody>
      </p:sp>
      <p:sp>
        <p:nvSpPr>
          <p:cNvPr id="7" name="band-1">
            <a:extLst xmlns:a="http://schemas.openxmlformats.org/drawingml/2006/main">
              <a:ext uri="{FF2B5EF4-FFF2-40B4-BE49-F238E27FC236}">
                <a16:creationId xmlns:a16="http://schemas.microsoft.com/office/drawing/2014/main" id="{A76E6A01-0179-4C46-AE0A-2F7AE6A0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band-label-1">
            <a:extLst xmlns:a="http://schemas.openxmlformats.org/drawingml/2006/main">
              <a:ext uri="{FF2B5EF4-FFF2-40B4-BE49-F238E27FC236}">
                <a16:creationId xmlns:a16="http://schemas.microsoft.com/office/drawing/2014/main" id="{15729377-1EC2-400C-B2C8-44D130CB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CHANNELS</a:t>
            </a:r>
          </a:p>
        </p:txBody>
      </p:sp>
      <p:sp>
        <p:nvSpPr>
          <p:cNvPr id="9" name="band-text-1">
            <a:extLst xmlns:a="http://schemas.openxmlformats.org/drawingml/2006/main">
              <a:ext uri="{FF2B5EF4-FFF2-40B4-BE49-F238E27FC236}">
                <a16:creationId xmlns:a16="http://schemas.microsoft.com/office/drawing/2014/main" id="{70FB0A55-76A8-4E60-BAA4-AF292004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 · Portals · Enterprise Systems · Applications · Approved AI Agents</a:t>
            </a:r>
          </a:p>
        </p:txBody>
      </p:sp>
      <p:sp>
        <p:nvSpPr>
          <p:cNvPr id="10" name="band-2">
            <a:extLst xmlns:a="http://schemas.openxmlformats.org/drawingml/2006/main">
              <a:ext uri="{FF2B5EF4-FFF2-40B4-BE49-F238E27FC236}">
                <a16:creationId xmlns:a16="http://schemas.microsoft.com/office/drawing/2014/main" id="{F06827CD-BC0B-40A1-9853-BD70078F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band-label-2">
            <a:extLst xmlns:a="http://schemas.openxmlformats.org/drawingml/2006/main">
              <a:ext uri="{FF2B5EF4-FFF2-40B4-BE49-F238E27FC236}">
                <a16:creationId xmlns:a16="http://schemas.microsoft.com/office/drawing/2014/main" id="{0AA6E8CA-09DE-45B6-B811-2A8ED147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GOVERNED APIS</a:t>
            </a:r>
          </a:p>
        </p:txBody>
      </p:sp>
      <p:sp>
        <p:nvSpPr>
          <p:cNvPr id="12" name="band-text-2">
            <a:extLst xmlns:a="http://schemas.openxmlformats.org/drawingml/2006/main">
              <a:ext uri="{FF2B5EF4-FFF2-40B4-BE49-F238E27FC236}">
                <a16:creationId xmlns:a16="http://schemas.microsoft.com/office/drawing/2014/main" id="{DCF0D8CA-7D8A-419B-9A44-D83552B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Consistent authority · Policy · Approval · Evidence · Audit</a:t>
            </a:r>
          </a:p>
        </p:txBody>
      </p:sp>
      <p:sp>
        <p:nvSpPr>
          <p:cNvPr id="13" name="band-3">
            <a:extLst xmlns:a="http://schemas.openxmlformats.org/drawingml/2006/main">
              <a:ext uri="{FF2B5EF4-FFF2-40B4-BE49-F238E27FC236}">
                <a16:creationId xmlns:a16="http://schemas.microsoft.com/office/drawing/2014/main" id="{4D2A4878-AAC3-4702-971D-DD36A7E3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band-label-3">
            <a:extLst xmlns:a="http://schemas.openxmlformats.org/drawingml/2006/main">
              <a:ext uri="{FF2B5EF4-FFF2-40B4-BE49-F238E27FC236}">
                <a16:creationId xmlns:a16="http://schemas.microsoft.com/office/drawing/2014/main" id="{ECACE0B4-424F-41CB-B6CA-EF7B7BF7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BOUNDARY</a:t>
            </a:r>
          </a:p>
        </p:txBody>
      </p:sp>
      <p:sp>
        <p:nvSpPr>
          <p:cNvPr id="15" name="band-text-3">
            <a:extLst xmlns:a="http://schemas.openxmlformats.org/drawingml/2006/main">
              <a:ext uri="{FF2B5EF4-FFF2-40B4-BE49-F238E27FC236}">
                <a16:creationId xmlns:a16="http://schemas.microsoft.com/office/drawing/2014/main" id="{7EF68FAA-C9BB-4D3E-9162-60D2EA55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434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same sovereign controls apply across every channel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76C06983-4632-4175-97CA-C587B027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7050EEB6-806F-40C2-AB14-7364E5C9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API access extends the trust layer without weakening the sovereignty model.</a:t>
            </a:r>
          </a:p>
        </p:txBody>
      </p:sp>
    </p:spTree>
    <p:extLst>
      <p:ext uri="{BB962C8B-B14F-4D97-AF65-F5344CB8AC3E}">
        <p14:creationId xmlns:p14="http://schemas.microsoft.com/office/powerpoint/2010/main" val="6494205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84bd505804d3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2DCB7B-13CB-464D-BBFD-A0A92AE1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538EC69-3D4A-4229-9163-BECD41CB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93ED634-E8A4-4031-BEEB-F502F4BC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5D7A8C7A-136B-42E4-8A1B-3AAECE41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F984FF-9BF8-4DA2-B119-C3F3EE9A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credible sovereign model joins architecture, operations, and proof</a:t>
            </a:r>
          </a:p>
        </p:txBody>
      </p:sp>
      <p:sp>
        <p:nvSpPr>
          <p:cNvPr id="7" name="tile-1">
            <a:extLst xmlns:a="http://schemas.openxmlformats.org/drawingml/2006/main">
              <a:ext uri="{FF2B5EF4-FFF2-40B4-BE49-F238E27FC236}">
                <a16:creationId xmlns:a16="http://schemas.microsoft.com/office/drawing/2014/main" id="{B42102D0-DF3D-4B28-A86A-3F0C9594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tile-title-1">
            <a:extLst xmlns:a="http://schemas.openxmlformats.org/drawingml/2006/main">
              <a:ext uri="{FF2B5EF4-FFF2-40B4-BE49-F238E27FC236}">
                <a16:creationId xmlns:a16="http://schemas.microsoft.com/office/drawing/2014/main" id="{B1F78487-C875-426C-8479-A85EE2B8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Architecture</a:t>
            </a:r>
          </a:p>
        </p:txBody>
      </p:sp>
      <p:sp>
        <p:nvSpPr>
          <p:cNvPr id="9" name="tile-body-1">
            <a:extLst xmlns:a="http://schemas.openxmlformats.org/drawingml/2006/main">
              <a:ext uri="{FF2B5EF4-FFF2-40B4-BE49-F238E27FC236}">
                <a16:creationId xmlns:a16="http://schemas.microsoft.com/office/drawing/2014/main" id="{AD1BD28E-D9FD-4B75-B8D3-B6B6EA6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Deployment · Security · Identity · Keys · Integration · Continuity</a:t>
            </a:r>
          </a:p>
        </p:txBody>
      </p:sp>
      <p:sp>
        <p:nvSpPr>
          <p:cNvPr id="10" name="tile-2">
            <a:extLst xmlns:a="http://schemas.openxmlformats.org/drawingml/2006/main">
              <a:ext uri="{FF2B5EF4-FFF2-40B4-BE49-F238E27FC236}">
                <a16:creationId xmlns:a16="http://schemas.microsoft.com/office/drawing/2014/main" id="{10C833AE-2017-4263-B4C9-90C6F6CB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tile-title-2">
            <a:extLst xmlns:a="http://schemas.openxmlformats.org/drawingml/2006/main">
              <a:ext uri="{FF2B5EF4-FFF2-40B4-BE49-F238E27FC236}">
                <a16:creationId xmlns:a16="http://schemas.microsoft.com/office/drawing/2014/main" id="{24A97F95-D7A8-4DED-BA8A-26496A7F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Operations</a:t>
            </a:r>
          </a:p>
        </p:txBody>
      </p:sp>
      <p:sp>
        <p:nvSpPr>
          <p:cNvPr id="12" name="tile-body-2">
            <a:extLst xmlns:a="http://schemas.openxmlformats.org/drawingml/2006/main">
              <a:ext uri="{FF2B5EF4-FFF2-40B4-BE49-F238E27FC236}">
                <a16:creationId xmlns:a16="http://schemas.microsoft.com/office/drawing/2014/main" id="{1F05D61A-71F7-4EE2-993E-AC43EC8E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Ownership · Upgrades · Support · Lifecycle · Disaster recovery</a:t>
            </a:r>
          </a:p>
        </p:txBody>
      </p:sp>
      <p:sp>
        <p:nvSpPr>
          <p:cNvPr id="13" name="tile-3">
            <a:extLst xmlns:a="http://schemas.openxmlformats.org/drawingml/2006/main">
              <a:ext uri="{FF2B5EF4-FFF2-40B4-BE49-F238E27FC236}">
                <a16:creationId xmlns:a16="http://schemas.microsoft.com/office/drawing/2014/main" id="{2C8A76DE-E99D-4434-9A30-BD6E14F7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724150"/>
            <a:ext cx="3632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tile-title-3">
            <a:extLst xmlns:a="http://schemas.openxmlformats.org/drawingml/2006/main">
              <a:ext uri="{FF2B5EF4-FFF2-40B4-BE49-F238E27FC236}">
                <a16:creationId xmlns:a16="http://schemas.microsoft.com/office/drawing/2014/main" id="{474512FC-0AE0-4B7D-9F84-AA61E570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952750"/>
            <a:ext cx="321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Pilot proof</a:t>
            </a:r>
          </a:p>
        </p:txBody>
      </p:sp>
      <p:sp>
        <p:nvSpPr>
          <p:cNvPr id="15" name="tile-body-3">
            <a:extLst xmlns:a="http://schemas.openxmlformats.org/drawingml/2006/main">
              <a:ext uri="{FF2B5EF4-FFF2-40B4-BE49-F238E27FC236}">
                <a16:creationId xmlns:a16="http://schemas.microsoft.com/office/drawing/2014/main" id="{78A102A4-D363-4316-8FFB-6DF6681B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95700"/>
            <a:ext cx="3213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 real workflow · Required controls · Evidence · Measurable success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960179AE-C2EF-4B74-A8AC-6B13F5F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4FE42DF1-1E48-41D2-8B81-BC73AF47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Control is credible only when responsibilities and operating procedures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4253593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67c2a64ac464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04317C-1C29-41A6-AB04-8234A4DF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A2A7736-C294-411C-A506-580603BB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D9D1E03A-C14A-4AA7-B973-72FE4301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B9AFC304-2368-472E-8102-46FC59E0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WORKING PRESENTATION</a:t>
            </a:r>
          </a:p>
        </p:txBody>
      </p:sp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E7812087-7B8B-4D9F-96E3-B55AB525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NEXT STEP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34FA091-A958-43A1-9307-8A335097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Define your sovereignty boundary</a:t>
            </a:r>
          </a:p>
        </p:txBody>
      </p:sp>
      <p:sp>
        <p:nvSpPr>
          <p:cNvPr id="8" name="close-body">
            <a:extLst xmlns:a="http://schemas.openxmlformats.org/drawingml/2006/main">
              <a:ext uri="{FF2B5EF4-FFF2-40B4-BE49-F238E27FC236}">
                <a16:creationId xmlns:a16="http://schemas.microsoft.com/office/drawing/2014/main" id="{02F20DFC-513C-40A7-A86F-C2D44E3F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Decide what must remain under your control, where the platform must operate, and which trust infrastructure already exists.</a:t>
            </a:r>
          </a:p>
        </p:txBody>
      </p:sp>
      <p:sp>
        <p:nvSpPr>
          <p:cNvPr id="9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9B21B04A-7EF3-4213-842C-632B87E2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action-text">
            <a:extLst xmlns:a="http://schemas.openxmlformats.org/drawingml/2006/main">
              <a:ext uri="{FF2B5EF4-FFF2-40B4-BE49-F238E27FC236}">
                <a16:creationId xmlns:a16="http://schemas.microsoft.com/office/drawing/2014/main" id="{0E92D8EC-BD17-49C0-B4DB-160F1D4A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Sovereignty discovery → Architecture → Operating model → Pilot → Expansion</a:t>
            </a:r>
          </a:p>
        </p:txBody>
      </p:sp>
    </p:spTree>
    <p:extLst>
      <p:ext uri="{BB962C8B-B14F-4D97-AF65-F5344CB8AC3E}">
        <p14:creationId xmlns:p14="http://schemas.microsoft.com/office/powerpoint/2010/main" val="663979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2026-08-28T12:18:53.8100000Z</dcterms:created>
  <dcterms:modified xsi:type="dcterms:W3CDTF">2026-08-28T12:18:53.8100000Z</dcterms:modified>
</coreProperties>
</file>