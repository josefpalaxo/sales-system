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d874682d66467b" /><Relationship Type="http://schemas.openxmlformats.org/officeDocument/2006/relationships/extended-properties" Target="/docProps/app.xml" Id="R40aaca9ec5ab4a63" /><Relationship Type="http://schemas.openxmlformats.org/officeDocument/2006/relationships/officeDocument" Target="/ppt/presentation.xml" Id="Rc62224d2a8b6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c81cf8fb5a401c"/>
  </p:sldMasterIdLst>
  <p:notesMasterIdLst>
    <p:notesMasterId xmlns:r="http://schemas.openxmlformats.org/officeDocument/2006/relationships" r:id="Ra4ba01a7f0044805"/>
  </p:notesMasterIdLst>
  <p:sldIdLst>
    <p:sldId xmlns:r="http://schemas.openxmlformats.org/officeDocument/2006/relationships" id="256" r:id="Redfd8eadba8b4966"/>
    <p:sldId xmlns:r="http://schemas.openxmlformats.org/officeDocument/2006/relationships" id="257" r:id="R32dd0ad9aeab4050"/>
    <p:sldId xmlns:r="http://schemas.openxmlformats.org/officeDocument/2006/relationships" id="258" r:id="Rcc2fd0165d0b4f03"/>
    <p:sldId xmlns:r="http://schemas.openxmlformats.org/officeDocument/2006/relationships" id="259" r:id="R0bd0efee428946e5"/>
    <p:sldId xmlns:r="http://schemas.openxmlformats.org/officeDocument/2006/relationships" id="260" r:id="R46f0a1a0812948e4"/>
    <p:sldId xmlns:r="http://schemas.openxmlformats.org/officeDocument/2006/relationships" id="261" r:id="R4c33261292e24d10"/>
    <p:sldId xmlns:r="http://schemas.openxmlformats.org/officeDocument/2006/relationships" id="262" r:id="Reeeda97d118c4545"/>
    <p:sldId xmlns:r="http://schemas.openxmlformats.org/officeDocument/2006/relationships" id="263" r:id="Rcaa509eedecf4b98"/>
    <p:sldId xmlns:r="http://schemas.openxmlformats.org/officeDocument/2006/relationships" id="264" r:id="R8c6909a2d04f4458"/>
    <p:sldId xmlns:r="http://schemas.openxmlformats.org/officeDocument/2006/relationships" id="265" r:id="R6de8a72c249740e9"/>
    <p:sldId xmlns:r="http://schemas.openxmlformats.org/officeDocument/2006/relationships" id="266" r:id="R47a3e7dd93e34387"/>
    <p:sldId xmlns:r="http://schemas.openxmlformats.org/officeDocument/2006/relationships" id="267" r:id="R274ac5a4ad9d47a3"/>
    <p:sldId xmlns:r="http://schemas.openxmlformats.org/officeDocument/2006/relationships" id="268" r:id="Ra76b8c49eda3461d"/>
    <p:sldId xmlns:r="http://schemas.openxmlformats.org/officeDocument/2006/relationships" id="269" r:id="Rbfa6477a044846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c473b8dd7445cf" /><Relationship Type="http://schemas.openxmlformats.org/officeDocument/2006/relationships/slideMaster" Target="/ppt/slideMasters/slideMaster1.xml" Id="Rc5c81cf8fb5a401c" /><Relationship Type="http://schemas.openxmlformats.org/officeDocument/2006/relationships/notesMaster" Target="/ppt/notesMasters/notesMaster1.xml" Id="Ra4ba01a7f0044805" /><Relationship Type="http://schemas.openxmlformats.org/officeDocument/2006/relationships/presProps" Target="/ppt/presProps.xml" Id="Ra2b4a70650aa4ab5" /><Relationship Type="http://schemas.openxmlformats.org/officeDocument/2006/relationships/tableStyles" Target="/ppt/tableStyles.xml" Id="Rf608229f12a24d35" /><Relationship Type="http://schemas.openxmlformats.org/officeDocument/2006/relationships/slide" Target="/ppt/slides/slide1.xml" Id="Redfd8eadba8b4966" /><Relationship Type="http://schemas.openxmlformats.org/officeDocument/2006/relationships/slide" Target="/ppt/slides/slide2.xml" Id="R32dd0ad9aeab4050" /><Relationship Type="http://schemas.openxmlformats.org/officeDocument/2006/relationships/slide" Target="/ppt/slides/slide3.xml" Id="Rcc2fd0165d0b4f03" /><Relationship Type="http://schemas.openxmlformats.org/officeDocument/2006/relationships/slide" Target="/ppt/slides/slide4.xml" Id="R0bd0efee428946e5" /><Relationship Type="http://schemas.openxmlformats.org/officeDocument/2006/relationships/slide" Target="/ppt/slides/slide5.xml" Id="R46f0a1a0812948e4" /><Relationship Type="http://schemas.openxmlformats.org/officeDocument/2006/relationships/slide" Target="/ppt/slides/slide6.xml" Id="R4c33261292e24d10" /><Relationship Type="http://schemas.openxmlformats.org/officeDocument/2006/relationships/slide" Target="/ppt/slides/slide7.xml" Id="Reeeda97d118c4545" /><Relationship Type="http://schemas.openxmlformats.org/officeDocument/2006/relationships/slide" Target="/ppt/slides/slide8.xml" Id="Rcaa509eedecf4b98" /><Relationship Type="http://schemas.openxmlformats.org/officeDocument/2006/relationships/slide" Target="/ppt/slides/slide9.xml" Id="R8c6909a2d04f4458" /><Relationship Type="http://schemas.openxmlformats.org/officeDocument/2006/relationships/slide" Target="/ppt/slides/slide10.xml" Id="R6de8a72c249740e9" /><Relationship Type="http://schemas.openxmlformats.org/officeDocument/2006/relationships/slide" Target="/ppt/slides/slide11.xml" Id="R47a3e7dd93e34387" /><Relationship Type="http://schemas.openxmlformats.org/officeDocument/2006/relationships/slide" Target="/ppt/slides/slide12.xml" Id="R274ac5a4ad9d47a3" /><Relationship Type="http://schemas.openxmlformats.org/officeDocument/2006/relationships/slide" Target="/ppt/slides/slide13.xml" Id="Ra76b8c49eda3461d" /><Relationship Type="http://schemas.openxmlformats.org/officeDocument/2006/relationships/slide" Target="/ppt/slides/slide14.xml" Id="Rbfa6477a044846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b66d29060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391cae60544ad9" /><Relationship Type="http://schemas.openxmlformats.org/officeDocument/2006/relationships/notesMaster" Target="/ppt/notesMasters/notesMaster1.xml" Id="R05241f86f02f4e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85f0b970d45ec" /><Relationship Type="http://schemas.openxmlformats.org/officeDocument/2006/relationships/notesMaster" Target="/ppt/notesMasters/notesMaster1.xml" Id="R87d356df8c4e4d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fab6cf32fa493e" /><Relationship Type="http://schemas.openxmlformats.org/officeDocument/2006/relationships/notesMaster" Target="/ppt/notesMasters/notesMaster1.xml" Id="Rd8d3fb42fc2f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e27d00cefb446e" /><Relationship Type="http://schemas.openxmlformats.org/officeDocument/2006/relationships/notesMaster" Target="/ppt/notesMasters/notesMaster1.xml" Id="Re4b36ad2312444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63a5962fee4a85" /><Relationship Type="http://schemas.openxmlformats.org/officeDocument/2006/relationships/notesMaster" Target="/ppt/notesMasters/notesMaster1.xml" Id="Ra0408b2546a440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93f60711b44839" /><Relationship Type="http://schemas.openxmlformats.org/officeDocument/2006/relationships/notesMaster" Target="/ppt/notesMasters/notesMaster1.xml" Id="Rbf2950b86bd549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72fe291b04496" /><Relationship Type="http://schemas.openxmlformats.org/officeDocument/2006/relationships/notesMaster" Target="/ppt/notesMasters/notesMaster1.xml" Id="R551ccf1a1c0545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bb688fa72f4285" /><Relationship Type="http://schemas.openxmlformats.org/officeDocument/2006/relationships/notesMaster" Target="/ppt/notesMasters/notesMaster1.xml" Id="R0c511a5db3034c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b994f0526443bd" /><Relationship Type="http://schemas.openxmlformats.org/officeDocument/2006/relationships/notesMaster" Target="/ppt/notesMasters/notesMaster1.xml" Id="R9cb7d852ad3f4d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b806fe6ddb4219" /><Relationship Type="http://schemas.openxmlformats.org/officeDocument/2006/relationships/notesMaster" Target="/ppt/notesMasters/notesMaster1.xml" Id="Rbd1b78d8800f4d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f8b35df7ad4efd" /><Relationship Type="http://schemas.openxmlformats.org/officeDocument/2006/relationships/notesMaster" Target="/ppt/notesMasters/notesMaster1.xml" Id="R770df28059064f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abe8c0727a44dd" /><Relationship Type="http://schemas.openxmlformats.org/officeDocument/2006/relationships/notesMaster" Target="/ppt/notesMasters/notesMaster1.xml" Id="R8b1bd1d95fd54e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2c220028434139" /><Relationship Type="http://schemas.openxmlformats.org/officeDocument/2006/relationships/notesMaster" Target="/ppt/notesMasters/notesMaster1.xml" Id="R0af6c770582845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0627395cd54a02" /><Relationship Type="http://schemas.openxmlformats.org/officeDocument/2006/relationships/notesMaster" Target="/ppt/notesMasters/notesMaster1.xml" Id="R59ec654edd1644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eb43cb7a6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17cbbeb30b4c94" /><Relationship Type="http://schemas.openxmlformats.org/officeDocument/2006/relationships/slideLayout" Target="/ppt/slideLayouts/slideLayout1.xml" Id="Rdd4dfeba83454b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4dfeba83454b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0ec4812124c24" /><Relationship Type="http://schemas.openxmlformats.org/officeDocument/2006/relationships/image" Target="/ppt/media/image.png" Id="R11da6656feca4635" /><Relationship Type="http://schemas.openxmlformats.org/officeDocument/2006/relationships/notesSlide" Target="/ppt/notesSlides/notesSlide1.xml" Id="Rfd0578afa03448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cf81292c84f74" /><Relationship Type="http://schemas.openxmlformats.org/officeDocument/2006/relationships/image" Target="/ppt/media/image2.png" Id="R41e862bf50ff466a" /><Relationship Type="http://schemas.openxmlformats.org/officeDocument/2006/relationships/notesSlide" Target="/ppt/notesSlides/notesSlide2.xml" Id="R82b007cc973e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9d29880174f23" /><Relationship Type="http://schemas.openxmlformats.org/officeDocument/2006/relationships/image" Target="/ppt/media/image3.png" Id="R1b815edf59b1406e" /><Relationship Type="http://schemas.openxmlformats.org/officeDocument/2006/relationships/notesSlide" Target="/ppt/notesSlides/notesSlide3.xml" Id="R2cc8878bcd1f4e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ecc3b2bb445e6" /><Relationship Type="http://schemas.openxmlformats.org/officeDocument/2006/relationships/image" Target="/ppt/media/image4.png" Id="Rc2a8fa9fe3bb450a" /><Relationship Type="http://schemas.openxmlformats.org/officeDocument/2006/relationships/notesSlide" Target="/ppt/notesSlides/notesSlide4.xml" Id="R5643d87e2f814e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343d57764426e" /><Relationship Type="http://schemas.openxmlformats.org/officeDocument/2006/relationships/image" Target="/ppt/media/image5.png" Id="R972a1a6d50ba4fd2" /><Relationship Type="http://schemas.openxmlformats.org/officeDocument/2006/relationships/notesSlide" Target="/ppt/notesSlides/notesSlide5.xml" Id="R47bcc290dc9841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34d3a5b64beb" /><Relationship Type="http://schemas.openxmlformats.org/officeDocument/2006/relationships/image" Target="/ppt/media/image6.png" Id="R356016d6a1c845b2" /><Relationship Type="http://schemas.openxmlformats.org/officeDocument/2006/relationships/notesSlide" Target="/ppt/notesSlides/notesSlide6.xml" Id="Rfeab280fbc6a4e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6a8241678476f" /><Relationship Type="http://schemas.openxmlformats.org/officeDocument/2006/relationships/image" Target="/ppt/media/image7.png" Id="Rf0683c69e2c24101" /><Relationship Type="http://schemas.openxmlformats.org/officeDocument/2006/relationships/notesSlide" Target="/ppt/notesSlides/notesSlide7.xml" Id="R5516719af856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4b45e596645db" /><Relationship Type="http://schemas.openxmlformats.org/officeDocument/2006/relationships/image" Target="/ppt/media/image8.png" Id="Rbf2c528bd95641fe" /><Relationship Type="http://schemas.openxmlformats.org/officeDocument/2006/relationships/notesSlide" Target="/ppt/notesSlides/notesSlide8.xml" Id="R1cd1488067e746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994ec130e4503" /><Relationship Type="http://schemas.openxmlformats.org/officeDocument/2006/relationships/image" Target="/ppt/media/image9.png" Id="R307d85ddc6314e7b" /><Relationship Type="http://schemas.openxmlformats.org/officeDocument/2006/relationships/notesSlide" Target="/ppt/notesSlides/notesSlide9.xml" Id="R5db7433ef6334e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57de24dad442d" /><Relationship Type="http://schemas.openxmlformats.org/officeDocument/2006/relationships/image" Target="/ppt/media/image10.png" Id="R40b96d58825142f5" /><Relationship Type="http://schemas.openxmlformats.org/officeDocument/2006/relationships/notesSlide" Target="/ppt/notesSlides/notesSlide10.xml" Id="R46d4a23421734e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549cd397c4627" /><Relationship Type="http://schemas.openxmlformats.org/officeDocument/2006/relationships/image" Target="/ppt/media/image11.png" Id="R257bbb853098494c" /><Relationship Type="http://schemas.openxmlformats.org/officeDocument/2006/relationships/notesSlide" Target="/ppt/notesSlides/notesSlide11.xml" Id="Ra4f40884a86049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7063e47dd4248" /><Relationship Type="http://schemas.openxmlformats.org/officeDocument/2006/relationships/image" Target="/ppt/media/image12.png" Id="R2d2984a547f64fe1" /><Relationship Type="http://schemas.openxmlformats.org/officeDocument/2006/relationships/notesSlide" Target="/ppt/notesSlides/notesSlide12.xml" Id="Rec0228f728974a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80eeb324d49cb" /><Relationship Type="http://schemas.openxmlformats.org/officeDocument/2006/relationships/image" Target="/ppt/media/image13.png" Id="Rf8634d16424b476b" /><Relationship Type="http://schemas.openxmlformats.org/officeDocument/2006/relationships/notesSlide" Target="/ppt/notesSlides/notesSlide13.xml" Id="R5172b777e20c43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fef62cb9f4edc" /><Relationship Type="http://schemas.openxmlformats.org/officeDocument/2006/relationships/image" Target="/ppt/media/image14.png" Id="R9cadbac56aab4d8f" /><Relationship Type="http://schemas.openxmlformats.org/officeDocument/2006/relationships/notesSlide" Target="/ppt/notesSlides/notesSlide14.xml" Id="Rae5087cb8dcb45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a6656feca463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F18AB1-07A9-453C-BCCD-70D577A8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4B11887-B5F6-42EA-8D82-525CF983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08F0409-5A7C-4C0F-AF85-87CBD50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74085218-CD57-4EC9-A52A-91DE81F4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cover-purple-band">
            <a:extLst xmlns:a="http://schemas.openxmlformats.org/drawingml/2006/main">
              <a:ext uri="{FF2B5EF4-FFF2-40B4-BE49-F238E27FC236}">
                <a16:creationId xmlns:a16="http://schemas.microsoft.com/office/drawing/2014/main" id="{746A7806-5AEC-4D98-8220-4B92B353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dark-band">
            <a:extLst xmlns:a="http://schemas.openxmlformats.org/drawingml/2006/main">
              <a:ext uri="{FF2B5EF4-FFF2-40B4-BE49-F238E27FC236}">
                <a16:creationId xmlns:a16="http://schemas.microsoft.com/office/drawing/2014/main" id="{BAE78E9D-E248-48C5-B10D-BBAD6204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9B14247-4D49-4142-8C84-28DF40C0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524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</a:t>
            </a:r>
          </a:p>
        </p:txBody>
      </p:sp>
      <p:sp>
        <p:nvSpPr>
          <p:cNvPr id="9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FB3AC8A0-BC48-4B80-BBC7-EDF33A0D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10" name="cover-route">
            <a:extLst xmlns:a="http://schemas.openxmlformats.org/drawingml/2006/main">
              <a:ext uri="{FF2B5EF4-FFF2-40B4-BE49-F238E27FC236}">
                <a16:creationId xmlns:a16="http://schemas.microsoft.com/office/drawing/2014/main" id="{1B9A5FEF-1900-472C-98B5-82128124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PEOPLE · ORGANIZATIONS · APPLICATIONS · AI AGENTS</a:t>
            </a:r>
          </a:p>
        </p:txBody>
      </p:sp>
    </p:spTree>
    <p:extLst>
      <p:ext uri="{BB962C8B-B14F-4D97-AF65-F5344CB8AC3E}">
        <p14:creationId xmlns:p14="http://schemas.microsoft.com/office/powerpoint/2010/main" val="2145296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862bf50ff466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F2EA3C-FFC7-495F-901F-1C5E038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36A7812-6745-4CB6-9FBE-E1FAE7A6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138B1C7-2AB7-4ABA-9980-156841AF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57BD5B8-6116-4213-8641-948E39B2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B84DD6-4121-424E-8E2C-4F278E0E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autonomy creates a greater burden of trust</a:t>
            </a:r>
          </a:p>
        </p:txBody>
      </p:sp>
      <p:sp>
        <p:nvSpPr>
          <p:cNvPr id="7" name="evolution-baseline">
            <a:extLst xmlns:a="http://schemas.openxmlformats.org/drawingml/2006/main">
              <a:ext uri="{FF2B5EF4-FFF2-40B4-BE49-F238E27FC236}">
                <a16:creationId xmlns:a16="http://schemas.microsoft.com/office/drawing/2014/main" id="{78C1FF45-150A-4EE4-9436-D57F576B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olution-node-1">
            <a:extLst xmlns:a="http://schemas.openxmlformats.org/drawingml/2006/main">
              <a:ext uri="{FF2B5EF4-FFF2-40B4-BE49-F238E27FC236}">
                <a16:creationId xmlns:a16="http://schemas.microsoft.com/office/drawing/2014/main" id="{F8F54969-9FC1-4703-9A32-2E3B5091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lution-stage-1">
            <a:extLst xmlns:a="http://schemas.openxmlformats.org/drawingml/2006/main">
              <a:ext uri="{FF2B5EF4-FFF2-40B4-BE49-F238E27FC236}">
                <a16:creationId xmlns:a16="http://schemas.microsoft.com/office/drawing/2014/main" id="{FF08EE35-C95E-46D6-9909-F89E280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Paper</a:t>
            </a:r>
          </a:p>
        </p:txBody>
      </p:sp>
      <p:sp>
        <p:nvSpPr>
          <p:cNvPr id="10" name="evolution-node-2">
            <a:extLst xmlns:a="http://schemas.openxmlformats.org/drawingml/2006/main">
              <a:ext uri="{FF2B5EF4-FFF2-40B4-BE49-F238E27FC236}">
                <a16:creationId xmlns:a16="http://schemas.microsoft.com/office/drawing/2014/main" id="{77A93038-967E-4BFD-A878-91CC947F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olution-stage-2">
            <a:extLst xmlns:a="http://schemas.openxmlformats.org/drawingml/2006/main">
              <a:ext uri="{FF2B5EF4-FFF2-40B4-BE49-F238E27FC236}">
                <a16:creationId xmlns:a16="http://schemas.microsoft.com/office/drawing/2014/main" id="{87100213-636E-4570-9E75-BD26C0E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2" name="evolution-node-3">
            <a:extLst xmlns:a="http://schemas.openxmlformats.org/drawingml/2006/main">
              <a:ext uri="{FF2B5EF4-FFF2-40B4-BE49-F238E27FC236}">
                <a16:creationId xmlns:a16="http://schemas.microsoft.com/office/drawing/2014/main" id="{06E216BF-B810-4C65-AA2B-9E804FDB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lution-stage-3">
            <a:extLst xmlns:a="http://schemas.openxmlformats.org/drawingml/2006/main">
              <a:ext uri="{FF2B5EF4-FFF2-40B4-BE49-F238E27FC236}">
                <a16:creationId xmlns:a16="http://schemas.microsoft.com/office/drawing/2014/main" id="{0711D97E-E509-41CB-9F01-5C9AAA5A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4" name="evolution-node-4">
            <a:extLst xmlns:a="http://schemas.openxmlformats.org/drawingml/2006/main">
              <a:ext uri="{FF2B5EF4-FFF2-40B4-BE49-F238E27FC236}">
                <a16:creationId xmlns:a16="http://schemas.microsoft.com/office/drawing/2014/main" id="{A725D13F-6060-4D74-9F38-A0B7D4B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olution-stage-4">
            <a:extLst xmlns:a="http://schemas.openxmlformats.org/drawingml/2006/main">
              <a:ext uri="{FF2B5EF4-FFF2-40B4-BE49-F238E27FC236}">
                <a16:creationId xmlns:a16="http://schemas.microsoft.com/office/drawing/2014/main" id="{456960B1-8C20-4ECC-B5DC-7B984BC2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AI-Assisted</a:t>
            </a:r>
          </a:p>
        </p:txBody>
      </p:sp>
      <p:sp>
        <p:nvSpPr>
          <p:cNvPr id="16" name="evolution-node-5">
            <a:extLst xmlns:a="http://schemas.openxmlformats.org/drawingml/2006/main">
              <a:ext uri="{FF2B5EF4-FFF2-40B4-BE49-F238E27FC236}">
                <a16:creationId xmlns:a16="http://schemas.microsoft.com/office/drawing/2014/main" id="{92B63895-917B-4FB3-A8F9-F719E41A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lution-stage-5">
            <a:extLst xmlns:a="http://schemas.openxmlformats.org/drawingml/2006/main">
              <a:ext uri="{FF2B5EF4-FFF2-40B4-BE49-F238E27FC236}">
                <a16:creationId xmlns:a16="http://schemas.microsoft.com/office/drawing/2014/main" id="{7BD25A23-AB3C-43B7-BDA2-D4F723B2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18" name="evolution-support">
            <a:extLst xmlns:a="http://schemas.openxmlformats.org/drawingml/2006/main">
              <a:ext uri="{FF2B5EF4-FFF2-40B4-BE49-F238E27FC236}">
                <a16:creationId xmlns:a16="http://schemas.microsoft.com/office/drawing/2014/main" id="{EEE97B35-288C-4D9B-9FC5-35726EE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As software and AI take on more work, institutional control must become explicit at the point of action.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9BF47658-003B-44F2-A6E4-84999BB7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7F575387-B3DF-4AF8-B44C-371CCB03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· Authority · Policy · Approval · Evidence · Audit</a:t>
            </a:r>
          </a:p>
        </p:txBody>
      </p:sp>
    </p:spTree>
    <p:extLst>
      <p:ext uri="{BB962C8B-B14F-4D97-AF65-F5344CB8AC3E}">
        <p14:creationId xmlns:p14="http://schemas.microsoft.com/office/powerpoint/2010/main" val="180463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15edf59b1406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98C344-15BE-4E12-A014-6A36959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F098DCE-639D-45D0-9857-CBB3E91A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ED145A5-186E-4603-990C-D390BD72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2AF9D3A6-65C9-481A-9E62-1BCC8410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FD0ABF-3DD2-4FB3-98BC-9C65C16A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Intelligence does not create authority</a:t>
            </a:r>
          </a:p>
        </p:txBody>
      </p:sp>
      <p:sp>
        <p:nvSpPr>
          <p:cNvPr id="7" name="contrast-left">
            <a:extLst xmlns:a="http://schemas.openxmlformats.org/drawingml/2006/main">
              <a:ext uri="{FF2B5EF4-FFF2-40B4-BE49-F238E27FC236}">
                <a16:creationId xmlns:a16="http://schemas.microsoft.com/office/drawing/2014/main" id="{FA6A8366-6114-4FB5-8C99-BD51A5C3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ast-kicker">
            <a:extLst xmlns:a="http://schemas.openxmlformats.org/drawingml/2006/main">
              <a:ext uri="{FF2B5EF4-FFF2-40B4-BE49-F238E27FC236}">
                <a16:creationId xmlns:a16="http://schemas.microsoft.com/office/drawing/2014/main" id="{48A6B733-F062-439D-B667-88B591E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AI CAPABILITY</a:t>
            </a:r>
          </a:p>
        </p:txBody>
      </p:sp>
      <p:sp>
        <p:nvSpPr>
          <p:cNvPr id="9" name="contrast-claim">
            <a:extLst xmlns:a="http://schemas.openxmlformats.org/drawingml/2006/main">
              <a:ext uri="{FF2B5EF4-FFF2-40B4-BE49-F238E27FC236}">
                <a16:creationId xmlns:a16="http://schemas.microsoft.com/office/drawing/2014/main" id="{CF197E1D-8EA7-482D-979C-5222AD87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323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5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Understand. Analyze. Recommend. Generate. Plan.</a:t>
            </a:r>
          </a:p>
        </p:txBody>
      </p:sp>
      <p:sp>
        <p:nvSpPr>
          <p:cNvPr id="10" name="contrast-left-support">
            <a:extLst xmlns:a="http://schemas.openxmlformats.org/drawingml/2006/main">
              <a:ext uri="{FF2B5EF4-FFF2-40B4-BE49-F238E27FC236}">
                <a16:creationId xmlns:a16="http://schemas.microsoft.com/office/drawing/2014/main" id="{6217DB84-70FF-484F-AC54-147C0894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2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Capability can propose an action. It does not authorize execution.</a:t>
            </a:r>
          </a:p>
        </p:txBody>
      </p:sp>
      <p:sp>
        <p:nvSpPr>
          <p:cNvPr id="11" name="contrast-right-label">
            <a:extLst xmlns:a="http://schemas.openxmlformats.org/drawingml/2006/main">
              <a:ext uri="{FF2B5EF4-FFF2-40B4-BE49-F238E27FC236}">
                <a16:creationId xmlns:a16="http://schemas.microsoft.com/office/drawing/2014/main" id="{CA94F211-104A-414C-8BF0-70B89FD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Before a consequential action executes</a:t>
            </a:r>
          </a:p>
        </p:txBody>
      </p:sp>
      <p:sp>
        <p:nvSpPr>
          <p:cNvPr id="12" name="contrast-dot-1">
            <a:extLst xmlns:a="http://schemas.openxmlformats.org/drawingml/2006/main">
              <a:ext uri="{FF2B5EF4-FFF2-40B4-BE49-F238E27FC236}">
                <a16:creationId xmlns:a16="http://schemas.microsoft.com/office/drawing/2014/main" id="{9757AAF8-51A6-4F5B-9A4E-9435C2B8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trast-item-1">
            <a:extLst xmlns:a="http://schemas.openxmlformats.org/drawingml/2006/main">
              <a:ext uri="{FF2B5EF4-FFF2-40B4-BE49-F238E27FC236}">
                <a16:creationId xmlns:a16="http://schemas.microsoft.com/office/drawing/2014/main" id="{7AB3EA33-1C0B-42BF-B899-30BD008B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194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or what is acting?</a:t>
            </a:r>
          </a:p>
        </p:txBody>
      </p:sp>
      <p:sp>
        <p:nvSpPr>
          <p:cNvPr id="14" name="contrast-dot-2">
            <a:extLst xmlns:a="http://schemas.openxmlformats.org/drawingml/2006/main">
              <a:ext uri="{FF2B5EF4-FFF2-40B4-BE49-F238E27FC236}">
                <a16:creationId xmlns:a16="http://schemas.microsoft.com/office/drawing/2014/main" id="{556464DF-1F1D-40ED-8DC2-DB442438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rast-item-2">
            <a:extLst xmlns:a="http://schemas.openxmlformats.org/drawingml/2006/main">
              <a:ext uri="{FF2B5EF4-FFF2-40B4-BE49-F238E27FC236}">
                <a16:creationId xmlns:a16="http://schemas.microsoft.com/office/drawing/2014/main" id="{6E01F8BB-314D-4CDF-920B-B178E8DB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Whom does the actor represent?</a:t>
            </a:r>
          </a:p>
        </p:txBody>
      </p:sp>
      <p:sp>
        <p:nvSpPr>
          <p:cNvPr id="16" name="contrast-dot-3">
            <a:extLst xmlns:a="http://schemas.openxmlformats.org/drawingml/2006/main">
              <a:ext uri="{FF2B5EF4-FFF2-40B4-BE49-F238E27FC236}">
                <a16:creationId xmlns:a16="http://schemas.microsoft.com/office/drawing/2014/main" id="{01CE315F-0514-4B72-AC22-DD47DCD1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29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trast-item-3">
            <a:extLst xmlns:a="http://schemas.openxmlformats.org/drawingml/2006/main">
              <a:ext uri="{FF2B5EF4-FFF2-40B4-BE49-F238E27FC236}">
                <a16:creationId xmlns:a16="http://schemas.microsoft.com/office/drawing/2014/main" id="{416B6AF8-D027-463D-BFCA-9D2F8FA7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is the actor permitted to do?</a:t>
            </a:r>
          </a:p>
        </p:txBody>
      </p:sp>
      <p:sp>
        <p:nvSpPr>
          <p:cNvPr id="18" name="contrast-dot-4">
            <a:extLst xmlns:a="http://schemas.openxmlformats.org/drawingml/2006/main">
              <a:ext uri="{FF2B5EF4-FFF2-40B4-BE49-F238E27FC236}">
                <a16:creationId xmlns:a16="http://schemas.microsoft.com/office/drawing/2014/main" id="{E5C4DE4F-22A2-49E9-B606-66C56651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91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trast-item-4">
            <a:extLst xmlns:a="http://schemas.openxmlformats.org/drawingml/2006/main">
              <a:ext uri="{FF2B5EF4-FFF2-40B4-BE49-F238E27FC236}">
                <a16:creationId xmlns:a16="http://schemas.microsoft.com/office/drawing/2014/main" id="{853EB3F6-7C47-457E-9B8C-7094B1E5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053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policy and approval apply?</a:t>
            </a:r>
          </a:p>
        </p:txBody>
      </p:sp>
      <p:sp>
        <p:nvSpPr>
          <p:cNvPr id="20" name="contrast-dot-5">
            <a:extLst xmlns:a="http://schemas.openxmlformats.org/drawingml/2006/main">
              <a:ext uri="{FF2B5EF4-FFF2-40B4-BE49-F238E27FC236}">
                <a16:creationId xmlns:a16="http://schemas.microsoft.com/office/drawing/2014/main" id="{C409F185-D851-4939-A89A-6FDAE155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53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trast-item-5">
            <a:extLst xmlns:a="http://schemas.openxmlformats.org/drawingml/2006/main">
              <a:ext uri="{FF2B5EF4-FFF2-40B4-BE49-F238E27FC236}">
                <a16:creationId xmlns:a16="http://schemas.microsoft.com/office/drawing/2014/main" id="{7B465918-FB6F-46FD-98E5-9240064C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673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evidence will remain?</a:t>
            </a:r>
          </a:p>
        </p:txBody>
      </p:sp>
    </p:spTree>
    <p:extLst>
      <p:ext uri="{BB962C8B-B14F-4D97-AF65-F5344CB8AC3E}">
        <p14:creationId xmlns:p14="http://schemas.microsoft.com/office/powerpoint/2010/main" val="18972533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fa9fe3bb450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6EC682-19C6-4AD0-BF77-C1EB36C6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A7B6DA4-B027-41A2-AB7B-D998A55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0880970-6CED-47F6-89E3-A4015284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517CE3F-15FA-43CD-9629-55FA5FE4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3C483E-79BF-4645-9202-E27DAF8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Disconnected tools fragment accountability</a:t>
            </a:r>
          </a:p>
        </p:txBody>
      </p:sp>
      <p:sp>
        <p:nvSpPr>
          <p:cNvPr id="7" name="process-subtitle">
            <a:extLst xmlns:a="http://schemas.openxmlformats.org/drawingml/2006/main">
              <a:ext uri="{FF2B5EF4-FFF2-40B4-BE49-F238E27FC236}">
                <a16:creationId xmlns:a16="http://schemas.microsoft.com/office/drawing/2014/main" id="{85AE9585-CE54-4376-8476-F0C8E90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Every handoff can separate the final record from the decisions that produced it.</a:t>
            </a:r>
          </a:p>
        </p:txBody>
      </p:sp>
      <p:sp>
        <p:nvSpPr>
          <p:cNvPr id="8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53FB05D8-EB2D-4C7D-9A81-F7571F4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42A0DEA1-C252-47EA-BA39-728C1677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0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EF296997-6F95-408A-8319-938BA30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1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94DDE59A-B6E2-487E-9F8E-B3EFD7E5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2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410F3509-F884-458D-B1CB-355550A5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3D901343-03AF-4601-A612-0B3963D9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4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808997B2-89BC-4266-9D5D-5709EAEE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5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9C8CC901-D3BE-4C9F-9D42-B92BD23E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1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6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8CBCE3F2-75CE-40BB-8181-D266E91B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36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7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01DE7AA3-A97F-4C1A-8985-D2C230F6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8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201F566C-18E0-4283-884C-2E6B05C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8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9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3704A04D-6CB0-40FF-BC09-0DEDDF2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3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0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62188CD8-26D3-4B80-AB29-2630DFFB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</a:t>
            </a:r>
          </a:p>
        </p:txBody>
      </p:sp>
      <p:sp>
        <p:nvSpPr>
          <p:cNvPr id="21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38407785-6ED7-4C06-BC39-65CA77DF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2" name="process-number-5">
            <a:extLst xmlns:a="http://schemas.openxmlformats.org/drawingml/2006/main">
              <a:ext uri="{FF2B5EF4-FFF2-40B4-BE49-F238E27FC236}">
                <a16:creationId xmlns:a16="http://schemas.microsoft.com/office/drawing/2014/main" id="{484FFE34-E3EC-4AA3-AD8E-B0DAD1E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3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3DE35C8F-7B6D-47DE-9BC2-05B7090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Preserve</a:t>
            </a:r>
          </a:p>
        </p:txBody>
      </p:sp>
      <p:sp>
        <p:nvSpPr>
          <p:cNvPr id="24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34120253-29D0-4F67-8DE8-27A9FDC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5" name="process-number-6">
            <a:extLst xmlns:a="http://schemas.openxmlformats.org/drawingml/2006/main">
              <a:ext uri="{FF2B5EF4-FFF2-40B4-BE49-F238E27FC236}">
                <a16:creationId xmlns:a16="http://schemas.microsoft.com/office/drawing/2014/main" id="{24D07B6E-A846-429B-A201-E7EA203D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6" name="process-label-6">
            <a:extLst xmlns:a="http://schemas.openxmlformats.org/drawingml/2006/main">
              <a:ext uri="{FF2B5EF4-FFF2-40B4-BE49-F238E27FC236}">
                <a16:creationId xmlns:a16="http://schemas.microsoft.com/office/drawing/2014/main" id="{16A73491-AB49-494A-8949-5853CCDE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Analyze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5F4A8B87-B172-493C-9514-A2F6DF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FB996560-FC66-4776-ABAC-768F334F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organization must reconstruct versions, permissions, decisions, and evidence after the fact.</a:t>
            </a:r>
          </a:p>
        </p:txBody>
      </p:sp>
    </p:spTree>
    <p:extLst>
      <p:ext uri="{BB962C8B-B14F-4D97-AF65-F5344CB8AC3E}">
        <p14:creationId xmlns:p14="http://schemas.microsoft.com/office/powerpoint/2010/main" val="454320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a1a6d50ba4fd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DECDD2-6B2D-4B36-B88A-F1B4ED1F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0367A68-7A9A-4DE4-B88F-F4CC6C3E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C4F4215-D34D-49FF-AB8A-D24C54DE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23E8001-E0C2-48A9-8C85-F9732CB5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FD901F-1627-4966-8349-D74BD494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starts before the signature</a:t>
            </a:r>
          </a:p>
        </p:txBody>
      </p:sp>
      <p:sp>
        <p:nvSpPr>
          <p:cNvPr id="7" name="process-subtitle">
            <a:extLst xmlns:a="http://schemas.openxmlformats.org/drawingml/2006/main">
              <a:ext uri="{FF2B5EF4-FFF2-40B4-BE49-F238E27FC236}">
                <a16:creationId xmlns:a16="http://schemas.microsoft.com/office/drawing/2014/main" id="{0A09CD05-4AB2-4847-AB9D-4E4C964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signature is one trust event within a larger governed lifecycle.</a:t>
            </a:r>
          </a:p>
        </p:txBody>
      </p:sp>
      <p:sp>
        <p:nvSpPr>
          <p:cNvPr id="8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8118C8C9-97E7-45C5-B7CF-39371CD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A67F1875-7507-478C-AD6A-A7E3F17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0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3B83BA7E-D6C4-4161-9F38-2BA222C6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1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17EAED40-FFBB-4E30-900F-C3B4F169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2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2A4C25AB-2AAF-41E9-861E-E3454FB1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84CFEE07-FCF5-4BE8-98D4-B65E879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4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0D21FAE4-3A8D-4141-A0E8-D852BE4F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5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854FE554-39A5-4A3F-A87C-C4C9914D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1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6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F156FCAC-E538-4DB1-8E0D-108579F6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36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7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FF529E05-B3FB-4D02-899C-F87DB7F7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8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CD08E2FD-3AFD-4909-88B5-C3282FE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8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9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99946D88-78FA-49D4-AD00-64967D3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3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0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9ACF3158-4A10-44FD-8083-27E12FCC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1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FA253711-A52C-4217-98D6-5F09F215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2" name="process-number-5">
            <a:extLst xmlns:a="http://schemas.openxmlformats.org/drawingml/2006/main">
              <a:ext uri="{FF2B5EF4-FFF2-40B4-BE49-F238E27FC236}">
                <a16:creationId xmlns:a16="http://schemas.microsoft.com/office/drawing/2014/main" id="{433F01A8-04CB-4279-A052-C129247A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3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1F49FF33-5BC0-46B2-8A54-B8FB38CD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4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29248A7E-7264-4EA9-98E9-D6DB4E2B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5" name="process-number-6">
            <a:extLst xmlns:a="http://schemas.openxmlformats.org/drawingml/2006/main">
              <a:ext uri="{FF2B5EF4-FFF2-40B4-BE49-F238E27FC236}">
                <a16:creationId xmlns:a16="http://schemas.microsoft.com/office/drawing/2014/main" id="{3FCB9BDD-5CF9-45FE-9446-C55418D2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6" name="process-label-6">
            <a:extLst xmlns:a="http://schemas.openxmlformats.org/drawingml/2006/main">
              <a:ext uri="{FF2B5EF4-FFF2-40B4-BE49-F238E27FC236}">
                <a16:creationId xmlns:a16="http://schemas.microsoft.com/office/drawing/2014/main" id="{D809A581-E4A6-4A0F-AD59-EF01A975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Preserve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56745B87-D63F-4924-8D41-F6AAF5DB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D742BB24-D27C-4206-B784-49D94A95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evidence chain begins when consequential content is created—and remains connected afterwards.</a:t>
            </a:r>
          </a:p>
        </p:txBody>
      </p:sp>
    </p:spTree>
    <p:extLst>
      <p:ext uri="{BB962C8B-B14F-4D97-AF65-F5344CB8AC3E}">
        <p14:creationId xmlns:p14="http://schemas.microsoft.com/office/powerpoint/2010/main" val="1998946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016d6a1c845b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B2161D-93AC-4C1A-8DD8-11591316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28386E9-9E94-45E0-AD74-0AF59782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370703C-F68E-4B08-A54D-38F953C7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0D0C556-CE53-4751-87CF-BA10F32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9C9453-4A86-431B-A4D1-9EEDA171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provides the Trusted Execution Layer</a:t>
            </a:r>
          </a:p>
        </p:txBody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8A87F9D0-081C-4C6B-9395-DBBF3761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7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yer-label-1">
            <a:extLst xmlns:a="http://schemas.openxmlformats.org/drawingml/2006/main">
              <a:ext uri="{FF2B5EF4-FFF2-40B4-BE49-F238E27FC236}">
                <a16:creationId xmlns:a16="http://schemas.microsoft.com/office/drawing/2014/main" id="{821D7785-9F16-4636-BF91-DECA6591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ACTORS</a:t>
            </a:r>
          </a:p>
        </p:txBody>
      </p:sp>
      <p:sp>
        <p:nvSpPr>
          <p:cNvPr id="9" name="layer-text-1">
            <a:extLst xmlns:a="http://schemas.openxmlformats.org/drawingml/2006/main">
              <a:ext uri="{FF2B5EF4-FFF2-40B4-BE49-F238E27FC236}">
                <a16:creationId xmlns:a16="http://schemas.microsoft.com/office/drawing/2014/main" id="{64010CFD-301E-470F-948A-71F0C8BB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 · Organizations · Applications · AI Agents</a:t>
            </a:r>
          </a:p>
        </p:txBody>
      </p:sp>
      <p:sp>
        <p:nvSpPr>
          <p:cNvPr id="10" name="layer-2">
            <a:extLst xmlns:a="http://schemas.openxmlformats.org/drawingml/2006/main">
              <a:ext uri="{FF2B5EF4-FFF2-40B4-BE49-F238E27FC236}">
                <a16:creationId xmlns:a16="http://schemas.microsoft.com/office/drawing/2014/main" id="{2D0BB64E-2FE7-4227-8073-971ED54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yer-label-2">
            <a:extLst xmlns:a="http://schemas.openxmlformats.org/drawingml/2006/main">
              <a:ext uri="{FF2B5EF4-FFF2-40B4-BE49-F238E27FC236}">
                <a16:creationId xmlns:a16="http://schemas.microsoft.com/office/drawing/2014/main" id="{91D75EC2-D1F6-4217-A294-7E3C225D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</a:t>
            </a:r>
          </a:p>
        </p:txBody>
      </p:sp>
      <p:sp>
        <p:nvSpPr>
          <p:cNvPr id="12" name="layer-text-2">
            <a:extLst xmlns:a="http://schemas.openxmlformats.org/drawingml/2006/main">
              <a:ext uri="{FF2B5EF4-FFF2-40B4-BE49-F238E27FC236}">
                <a16:creationId xmlns:a16="http://schemas.microsoft.com/office/drawing/2014/main" id="{136BECF1-14D1-468D-9C39-0E14EAF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528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Execution Layer</a:t>
            </a:r>
          </a:p>
        </p:txBody>
      </p:sp>
      <p:sp>
        <p:nvSpPr>
          <p:cNvPr id="13" name="layer-3">
            <a:extLst xmlns:a="http://schemas.openxmlformats.org/drawingml/2006/main">
              <a:ext uri="{FF2B5EF4-FFF2-40B4-BE49-F238E27FC236}">
                <a16:creationId xmlns:a16="http://schemas.microsoft.com/office/drawing/2014/main" id="{3604B709-6D3D-438C-A821-8B1A358D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127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yer-label-3">
            <a:extLst xmlns:a="http://schemas.openxmlformats.org/drawingml/2006/main">
              <a:ext uri="{FF2B5EF4-FFF2-40B4-BE49-F238E27FC236}">
                <a16:creationId xmlns:a16="http://schemas.microsoft.com/office/drawing/2014/main" id="{E6A4FCF2-FEAD-4243-9E2F-8CA07B21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CONTROLS + EVIDENCE</a:t>
            </a:r>
          </a:p>
        </p:txBody>
      </p:sp>
      <p:sp>
        <p:nvSpPr>
          <p:cNvPr id="15" name="layer-text-3">
            <a:extLst xmlns:a="http://schemas.openxmlformats.org/drawingml/2006/main">
              <a:ext uri="{FF2B5EF4-FFF2-40B4-BE49-F238E27FC236}">
                <a16:creationId xmlns:a16="http://schemas.microsoft.com/office/drawing/2014/main" id="{5051210C-71FA-447C-8133-83C016B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Authority · Policy · Approval · Trust · Evidence · Records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622652EE-CD53-42BA-84B2-AE680944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8D1F41A8-E0B9-4AAC-957A-7E8F9083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connects institutional control with actual execution.</a:t>
            </a:r>
          </a:p>
        </p:txBody>
      </p:sp>
    </p:spTree>
    <p:extLst>
      <p:ext uri="{BB962C8B-B14F-4D97-AF65-F5344CB8AC3E}">
        <p14:creationId xmlns:p14="http://schemas.microsoft.com/office/powerpoint/2010/main" val="207653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83c69e2c2410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17B444-F3D7-4FE3-AE8D-DB73773B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478862C-44BC-442E-9D51-D9FE954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E04C540-3B29-4AA7-BBB9-E908461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0A93DC0-3066-482B-BBF2-665489EC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AEE70B-96AE-45E7-8AF6-1761500C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Identity establishes who. Authority determines what.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31F5D30E-FCA2-48D1-8BAB-C7D441D6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59461333-FE44-4868-9FBA-E3DE4888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8778A9BC-63AB-4985-9EE5-A5DCF50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or what are you?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5AC47DC7-6B21-4DC5-8D80-B6337D7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7A6622B3-B9CD-40C0-9F02-30B4EDDC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Representation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0B66A088-D8AD-43A2-9462-34A0DE7D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Whom do you represent?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D3E9C66B-4197-4722-925A-3CC0D256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02BD8116-29AF-4AC5-AFDE-6D806FCC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A613942E-4072-428F-AB93-2E4C71D1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may you do?</a:t>
            </a:r>
          </a:p>
        </p:txBody>
      </p:sp>
      <p:sp>
        <p:nvSpPr>
          <p:cNvPr id="16" name="tile-4">
            <a:extLst xmlns:a="http://schemas.openxmlformats.org/drawingml/2006/main">
              <a:ext uri="{FF2B5EF4-FFF2-40B4-BE49-F238E27FC236}">
                <a16:creationId xmlns:a16="http://schemas.microsoft.com/office/drawing/2014/main" id="{0B745EC9-EA5E-4144-8D8D-0C50B90C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tile-title-4">
            <a:extLst xmlns:a="http://schemas.openxmlformats.org/drawingml/2006/main">
              <a:ext uri="{FF2B5EF4-FFF2-40B4-BE49-F238E27FC236}">
                <a16:creationId xmlns:a16="http://schemas.microsoft.com/office/drawing/2014/main" id="{26C75E09-B258-4CFB-AC1E-71F91434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8" name="tile-body-4">
            <a:extLst xmlns:a="http://schemas.openxmlformats.org/drawingml/2006/main">
              <a:ext uri="{FF2B5EF4-FFF2-40B4-BE49-F238E27FC236}">
                <a16:creationId xmlns:a16="http://schemas.microsoft.com/office/drawing/2014/main" id="{CEA7A275-8241-4AAA-881B-76001B89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is required here?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B25A4C9D-06D3-485F-8DF6-9F73216D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D764B658-1FE7-40B6-9FB2-E0F1BC3B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is foundational. Consequential action also requires authority, policy, and approval.</a:t>
            </a:r>
          </a:p>
        </p:txBody>
      </p:sp>
    </p:spTree>
    <p:extLst>
      <p:ext uri="{BB962C8B-B14F-4D97-AF65-F5344CB8AC3E}">
        <p14:creationId xmlns:p14="http://schemas.microsoft.com/office/powerpoint/2010/main" val="1109750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c528bd95641f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831FF0-C5D4-4839-8AD9-3030D0D7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27A6466-D993-4135-9AE6-DD09612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8CB1083-FD4E-440C-90F7-4A11B65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3FEA0F53-1231-4F22-8285-3BC3CF13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BFBD4-A026-4511-9CD5-E8CBDFA5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trusted process creates more than a file</a:t>
            </a:r>
          </a:p>
        </p:txBody>
      </p:sp>
      <p:sp>
        <p:nvSpPr>
          <p:cNvPr id="7" name="split-panel-1">
            <a:extLst xmlns:a="http://schemas.openxmlformats.org/drawingml/2006/main">
              <a:ext uri="{FF2B5EF4-FFF2-40B4-BE49-F238E27FC236}">
                <a16:creationId xmlns:a16="http://schemas.microsoft.com/office/drawing/2014/main" id="{9D7004CC-F236-48EE-B74E-15E4C82E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split-title-1">
            <a:extLst xmlns:a="http://schemas.openxmlformats.org/drawingml/2006/main">
              <a:ext uri="{FF2B5EF4-FFF2-40B4-BE49-F238E27FC236}">
                <a16:creationId xmlns:a16="http://schemas.microsoft.com/office/drawing/2014/main" id="{947C1B76-2B01-4710-B4A9-790EBD7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stored file</a:t>
            </a:r>
          </a:p>
        </p:txBody>
      </p:sp>
      <p:sp>
        <p:nvSpPr>
          <p:cNvPr id="9" name="split-body-1">
            <a:extLst xmlns:a="http://schemas.openxmlformats.org/drawingml/2006/main">
              <a:ext uri="{FF2B5EF4-FFF2-40B4-BE49-F238E27FC236}">
                <a16:creationId xmlns:a16="http://schemas.microsoft.com/office/drawing/2014/main" id="{275E4C68-91D0-462F-9B2B-17B4709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Where is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Can I retrieve it?</a:t>
            </a:r>
          </a:p>
        </p:txBody>
      </p:sp>
      <p:sp>
        <p:nvSpPr>
          <p:cNvPr id="10" name="split-panel-2">
            <a:extLst xmlns:a="http://schemas.openxmlformats.org/drawingml/2006/main">
              <a:ext uri="{FF2B5EF4-FFF2-40B4-BE49-F238E27FC236}">
                <a16:creationId xmlns:a16="http://schemas.microsoft.com/office/drawing/2014/main" id="{5A32AD65-B186-4BC2-A5FC-0AF6B3A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split-title-2">
            <a:extLst xmlns:a="http://schemas.openxmlformats.org/drawingml/2006/main">
              <a:ext uri="{FF2B5EF4-FFF2-40B4-BE49-F238E27FC236}">
                <a16:creationId xmlns:a16="http://schemas.microsoft.com/office/drawing/2014/main" id="{4DA3307E-3758-4005-9B1F-E9BCA66D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trusted record</a:t>
            </a:r>
          </a:p>
        </p:txBody>
      </p:sp>
      <p:sp>
        <p:nvSpPr>
          <p:cNvPr id="12" name="split-body-2">
            <a:extLst xmlns:a="http://schemas.openxmlformats.org/drawingml/2006/main">
              <a:ext uri="{FF2B5EF4-FFF2-40B4-BE49-F238E27FC236}">
                <a16:creationId xmlns:a16="http://schemas.microsoft.com/office/drawing/2014/main" id="{9BE16D01-7F6F-456D-93A1-80200C9B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acted?</a:t>
            </a:r>
          </a:p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was approved?</a:t>
            </a:r>
          </a:p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version executed?</a:t>
            </a:r>
          </a:p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evidence remains?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B0287E16-7EED-4CBD-B26D-4808C33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4415B7B-B107-4284-87A8-2EA6CCD5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record preserves the authoritative connection between action, decision,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841938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d85ddc6314e7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D1FE0B-482B-4438-ABFC-55ED5FD3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759570B-6DC1-41F8-AADE-5205049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223F30B-9138-4AD5-BE63-F5AD93BF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0C8AFCE-3CC0-4487-8CA9-99067A91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97EF78-0771-4DF0-8F50-A12A3F14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records become institutional memory</a:t>
            </a:r>
          </a:p>
        </p:txBody>
      </p:sp>
      <p:sp>
        <p:nvSpPr>
          <p:cNvPr id="7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0B5E7573-DE91-4D40-8B9F-D8AD10F6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010399C1-1CBF-40B9-920F-4F6CCE0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5BA643A6-35DE-45DC-B1CF-70638DF9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056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0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A0DB3BE2-5F3E-4FE2-B7B9-8F2938AA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Documents</a:t>
            </a:r>
          </a:p>
        </p:txBody>
      </p:sp>
      <p:sp>
        <p:nvSpPr>
          <p:cNvPr id="11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E4687024-845D-4DE8-A35E-56A9F3BB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69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BAACF212-5AC8-40BA-BCBF-690FC6B6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19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3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4A861A22-856D-4D8F-8679-F336E233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14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CCB4587F-1F54-4BDE-9EC6-322A3F0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93BE9A31-7E8D-4C2A-B42B-8CF3DF4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6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FF9D3DEE-1AA7-427C-8388-5AD4E310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Searchable evidence</a:t>
            </a:r>
          </a:p>
        </p:txBody>
      </p:sp>
      <p:sp>
        <p:nvSpPr>
          <p:cNvPr id="17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ACE63403-42B1-4409-8318-9FE28922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694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CCFFABDA-2A03-4160-8FD3-46109328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844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19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4702398C-AF24-4161-9FF2-59C7A70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Institutional knowledge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DFB96016-0FAC-439A-AE90-AE9C0825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01C8B18-9980-464D-B674-46C2F3E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archive becomes a trusted account of what the organization knew, decided, approved, and executed.</a:t>
            </a:r>
          </a:p>
        </p:txBody>
      </p:sp>
    </p:spTree>
    <p:extLst>
      <p:ext uri="{BB962C8B-B14F-4D97-AF65-F5344CB8AC3E}">
        <p14:creationId xmlns:p14="http://schemas.microsoft.com/office/powerpoint/2010/main" val="1053708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96d58825142f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50BC95-A511-48A0-988E-BF53CCFC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49E0CD6-10FF-48DE-BD5B-9E816A6E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4C4984E-80F5-4B61-B7B8-AC82AA59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CF8B4CC-B553-4828-AEE6-E382F83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663D3-165F-41AC-BDAA-E14A6073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context gives AI a safer path to action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C62FD0EC-54F7-4F32-A3A8-B23BC299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3976B3C3-986C-4151-B689-0120C803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KNOW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2102FFE6-9A34-410C-A660-9EDBC5A2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Extract · Summarize · Classify · Translate · Retrieve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8BEBBEC7-9171-46E7-95F0-D20FEC44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DAE20218-3BEF-47D4-9BA2-CE74A966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ADVISE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8B89D0BE-BB89-4630-AAA1-EC9D7246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Identify obligations · Surface risk · Detect anomalies · Recommend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5C386AF6-1F79-4718-8EA0-A311F517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F6F846C6-A5B5-41E3-8ECF-31C9DFC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ACT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C0A8EFCF-F4F2-4752-B2FA-55DFBFD7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Prepare actions · Initiate workflows · Request approvals · Invoke permitted services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266A5300-A266-4C32-93F9-9F8DB55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00D1279-AF3F-4E13-83BF-E288CC89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Action remains bounded by authority, policy, approval, evidence, and audit.</a:t>
            </a:r>
          </a:p>
        </p:txBody>
      </p:sp>
    </p:spTree>
    <p:extLst>
      <p:ext uri="{BB962C8B-B14F-4D97-AF65-F5344CB8AC3E}">
        <p14:creationId xmlns:p14="http://schemas.microsoft.com/office/powerpoint/2010/main" val="4944473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bbb853098494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913AF5-CA6B-4FD4-80FF-A1E4823E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C2EC40C-DB96-482C-9331-D1D3F2AE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ED2ABD3-FE21-450C-B3A1-98855A86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8D1EC474-FC15-4F4B-98BD-4928D7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C04EEC-4D17-4AB2-899E-7B11DDAF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Agentic action must remain governed</a:t>
            </a:r>
          </a:p>
        </p:txBody>
      </p:sp>
      <p:sp>
        <p:nvSpPr>
          <p:cNvPr id="7" name="process-subtitle">
            <a:extLst xmlns:a="http://schemas.openxmlformats.org/drawingml/2006/main">
              <a:ext uri="{FF2B5EF4-FFF2-40B4-BE49-F238E27FC236}">
                <a16:creationId xmlns:a16="http://schemas.microsoft.com/office/drawing/2014/main" id="{00744041-3268-49E0-ACD1-989C7B6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An agent may prepare or initiate an action without having authority to approve or complete it.</a:t>
            </a:r>
          </a:p>
        </p:txBody>
      </p:sp>
      <p:sp>
        <p:nvSpPr>
          <p:cNvPr id="8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D8A2332-5EFA-4BD9-B23D-A3C38919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2F83CFA6-73FA-4098-8F21-544D9BBC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5C2F4B45-1663-4061-9B5C-10CFF33F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1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153532BF-BBBA-4B8B-81CF-8C88E069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2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C569EF75-A8B6-44BA-BB1A-052B577D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7DF35386-6403-4E36-8AA9-91D71AF5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4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432066F6-DEF7-4390-A1C6-9624826F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C3E2B87D-9D77-41AD-B666-105B5681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1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1532A8F1-F21B-42F3-8750-549A7A0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36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7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85FE7141-BE0B-45F8-9357-C13A7627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8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2D8903C4-2EAC-41A3-8CA4-BA04CBD4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8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7036F6F9-EFF3-43DE-AA12-E032454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3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0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80C5AD19-374D-45D2-86A0-B09D701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1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F48DCDE3-B380-49A6-8608-A3057C1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process-number-5">
            <a:extLst xmlns:a="http://schemas.openxmlformats.org/drawingml/2006/main">
              <a:ext uri="{FF2B5EF4-FFF2-40B4-BE49-F238E27FC236}">
                <a16:creationId xmlns:a16="http://schemas.microsoft.com/office/drawing/2014/main" id="{7835FAF9-ABCA-4A37-A58C-580B324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3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C744AD74-BA94-4EA2-B003-45D81E45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4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24A5B93B-ECAF-4D93-84EC-5A61A0C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process-number-6">
            <a:extLst xmlns:a="http://schemas.openxmlformats.org/drawingml/2006/main">
              <a:ext uri="{FF2B5EF4-FFF2-40B4-BE49-F238E27FC236}">
                <a16:creationId xmlns:a16="http://schemas.microsoft.com/office/drawing/2014/main" id="{B59D1CF9-01E8-43AC-9660-634D5019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6" name="process-label-6">
            <a:extLst xmlns:a="http://schemas.openxmlformats.org/drawingml/2006/main">
              <a:ext uri="{FF2B5EF4-FFF2-40B4-BE49-F238E27FC236}">
                <a16:creationId xmlns:a16="http://schemas.microsoft.com/office/drawing/2014/main" id="{4D1FD694-F08F-45FC-B06E-20771B9E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 + audit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A8B7E616-3CB9-4061-AD3F-FFEC3EE1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AEEA98D3-5DB1-465A-9E97-C7352D6A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 what an agent may execute—not how the model reasons internally.</a:t>
            </a:r>
          </a:p>
        </p:txBody>
      </p:sp>
    </p:spTree>
    <p:extLst>
      <p:ext uri="{BB962C8B-B14F-4D97-AF65-F5344CB8AC3E}">
        <p14:creationId xmlns:p14="http://schemas.microsoft.com/office/powerpoint/2010/main" val="1619287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984a547f64fe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0ADEA8-ABB2-42B4-B736-3898653B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2AE2C24-09E4-4D69-97BB-1F8B74EA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FFEA575-6066-460E-A881-3B0BF16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2F86E74-761D-4039-B796-C780B05C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AA7A92-073D-46CB-9E04-42B55C00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becomes programmable</a:t>
            </a:r>
          </a:p>
        </p:txBody>
      </p:sp>
      <p:sp>
        <p:nvSpPr>
          <p:cNvPr id="7" name="band-1">
            <a:extLst xmlns:a="http://schemas.openxmlformats.org/drawingml/2006/main">
              <a:ext uri="{FF2B5EF4-FFF2-40B4-BE49-F238E27FC236}">
                <a16:creationId xmlns:a16="http://schemas.microsoft.com/office/drawing/2014/main" id="{7A27FACD-3A21-4CCA-99FC-E3FCED99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band-label-1">
            <a:extLst xmlns:a="http://schemas.openxmlformats.org/drawingml/2006/main">
              <a:ext uri="{FF2B5EF4-FFF2-40B4-BE49-F238E27FC236}">
                <a16:creationId xmlns:a16="http://schemas.microsoft.com/office/drawing/2014/main" id="{29194B06-0839-4A77-BAA7-C80A6E05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CHANNELS</a:t>
            </a:r>
          </a:p>
        </p:txBody>
      </p:sp>
      <p:sp>
        <p:nvSpPr>
          <p:cNvPr id="9" name="band-text-1">
            <a:extLst xmlns:a="http://schemas.openxmlformats.org/drawingml/2006/main">
              <a:ext uri="{FF2B5EF4-FFF2-40B4-BE49-F238E27FC236}">
                <a16:creationId xmlns:a16="http://schemas.microsoft.com/office/drawing/2014/main" id="{4040FAFC-0FB1-4F5D-BAE3-32CAEEF0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 · Portals · Enterprise Systems · Applications · AI Agents</a:t>
            </a:r>
          </a:p>
        </p:txBody>
      </p:sp>
      <p:sp>
        <p:nvSpPr>
          <p:cNvPr id="10" name="band-2">
            <a:extLst xmlns:a="http://schemas.openxmlformats.org/drawingml/2006/main">
              <a:ext uri="{FF2B5EF4-FFF2-40B4-BE49-F238E27FC236}">
                <a16:creationId xmlns:a16="http://schemas.microsoft.com/office/drawing/2014/main" id="{73E2417C-7237-400F-91D1-4058B48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band-label-2">
            <a:extLst xmlns:a="http://schemas.openxmlformats.org/drawingml/2006/main">
              <a:ext uri="{FF2B5EF4-FFF2-40B4-BE49-F238E27FC236}">
                <a16:creationId xmlns:a16="http://schemas.microsoft.com/office/drawing/2014/main" id="{D5344FBB-FB8D-4DE3-8DB6-4A3DEB22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 LAYER</a:t>
            </a:r>
          </a:p>
        </p:txBody>
      </p:sp>
      <p:sp>
        <p:nvSpPr>
          <p:cNvPr id="12" name="band-text-2">
            <a:extLst xmlns:a="http://schemas.openxmlformats.org/drawingml/2006/main">
              <a:ext uri="{FF2B5EF4-FFF2-40B4-BE49-F238E27FC236}">
                <a16:creationId xmlns:a16="http://schemas.microsoft.com/office/drawing/2014/main" id="{37D3C266-E9F7-4264-A3F6-8F0AA51D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Governed APIs · Consistent policy · Continuous evidence</a:t>
            </a:r>
          </a:p>
        </p:txBody>
      </p:sp>
      <p:sp>
        <p:nvSpPr>
          <p:cNvPr id="13" name="band-3">
            <a:extLst xmlns:a="http://schemas.openxmlformats.org/drawingml/2006/main">
              <a:ext uri="{FF2B5EF4-FFF2-40B4-BE49-F238E27FC236}">
                <a16:creationId xmlns:a16="http://schemas.microsoft.com/office/drawing/2014/main" id="{9A3FC52D-7C8F-4099-869E-91D4E4AA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band-label-3">
            <a:extLst xmlns:a="http://schemas.openxmlformats.org/drawingml/2006/main">
              <a:ext uri="{FF2B5EF4-FFF2-40B4-BE49-F238E27FC236}">
                <a16:creationId xmlns:a16="http://schemas.microsoft.com/office/drawing/2014/main" id="{6A82677C-2C85-4973-A08A-AA1B4BEA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5" name="band-text-3">
            <a:extLst xmlns:a="http://schemas.openxmlformats.org/drawingml/2006/main">
              <a:ext uri="{FF2B5EF4-FFF2-40B4-BE49-F238E27FC236}">
                <a16:creationId xmlns:a16="http://schemas.microsoft.com/office/drawing/2014/main" id="{E5F8127E-8904-4F49-A7C0-04C2833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same institutional trust model across every digital channel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8D5F2EF9-A149-4CB0-937D-5821C8D8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FB0ABE8F-2488-42A6-98CD-F4724FD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API is how trusted execution extends across the digital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949390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4d16424b476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5B722D-48EC-42B2-A86E-62D79079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3D5985B-7D46-4409-828B-6CC91D0A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A21ECCC-3FD7-4F8A-A5BA-48399F5D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7388925-6D52-4BDA-876A-01439FF9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ADE22A-C1F9-4674-811B-81D4C31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strategic outcome is a System of Authority</a:t>
            </a:r>
          </a:p>
        </p:txBody>
      </p:sp>
      <p:sp>
        <p:nvSpPr>
          <p:cNvPr id="7" name="contrast-left">
            <a:extLst xmlns:a="http://schemas.openxmlformats.org/drawingml/2006/main">
              <a:ext uri="{FF2B5EF4-FFF2-40B4-BE49-F238E27FC236}">
                <a16:creationId xmlns:a16="http://schemas.microsoft.com/office/drawing/2014/main" id="{CE6A4BB6-567E-434F-BB50-0ECD91D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ast-kicker">
            <a:extLst xmlns:a="http://schemas.openxmlformats.org/drawingml/2006/main">
              <a:ext uri="{FF2B5EF4-FFF2-40B4-BE49-F238E27FC236}">
                <a16:creationId xmlns:a16="http://schemas.microsoft.com/office/drawing/2014/main" id="{6DD962A1-814A-42E4-AB8E-D4F6631F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SYSTEMS OF RECORD</a:t>
            </a:r>
          </a:p>
        </p:txBody>
      </p:sp>
      <p:sp>
        <p:nvSpPr>
          <p:cNvPr id="9" name="contrast-claim">
            <a:extLst xmlns:a="http://schemas.openxmlformats.org/drawingml/2006/main">
              <a:ext uri="{FF2B5EF4-FFF2-40B4-BE49-F238E27FC236}">
                <a16:creationId xmlns:a16="http://schemas.microsoft.com/office/drawing/2014/main" id="{CBA85533-498A-424E-BB89-3A818A2F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323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5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What information do we have?</a:t>
            </a:r>
          </a:p>
        </p:txBody>
      </p:sp>
      <p:sp>
        <p:nvSpPr>
          <p:cNvPr id="10" name="contrast-right-label">
            <a:extLst xmlns:a="http://schemas.openxmlformats.org/drawingml/2006/main">
              <a:ext uri="{FF2B5EF4-FFF2-40B4-BE49-F238E27FC236}">
                <a16:creationId xmlns:a16="http://schemas.microsoft.com/office/drawing/2014/main" id="{402EB287-F8EC-4340-B99A-6CA81EC2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 System of Authority answers</a:t>
            </a:r>
          </a:p>
        </p:txBody>
      </p:sp>
      <p:sp>
        <p:nvSpPr>
          <p:cNvPr id="11" name="contrast-dot-1">
            <a:extLst xmlns:a="http://schemas.openxmlformats.org/drawingml/2006/main">
              <a:ext uri="{FF2B5EF4-FFF2-40B4-BE49-F238E27FC236}">
                <a16:creationId xmlns:a16="http://schemas.microsoft.com/office/drawing/2014/main" id="{4B9AD581-9A20-4A37-87E0-FABB0DC4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rast-item-1">
            <a:extLst xmlns:a="http://schemas.openxmlformats.org/drawingml/2006/main">
              <a:ext uri="{FF2B5EF4-FFF2-40B4-BE49-F238E27FC236}">
                <a16:creationId xmlns:a16="http://schemas.microsoft.com/office/drawing/2014/main" id="{742DC164-DDCB-4618-86FE-062A46EB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194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or what acted—and for whom?</a:t>
            </a:r>
          </a:p>
        </p:txBody>
      </p:sp>
      <p:sp>
        <p:nvSpPr>
          <p:cNvPr id="13" name="contrast-dot-2">
            <a:extLst xmlns:a="http://schemas.openxmlformats.org/drawingml/2006/main">
              <a:ext uri="{FF2B5EF4-FFF2-40B4-BE49-F238E27FC236}">
                <a16:creationId xmlns:a16="http://schemas.microsoft.com/office/drawing/2014/main" id="{2AEE0ADF-5834-4E43-8234-DB932548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trast-item-2">
            <a:extLst xmlns:a="http://schemas.openxmlformats.org/drawingml/2006/main">
              <a:ext uri="{FF2B5EF4-FFF2-40B4-BE49-F238E27FC236}">
                <a16:creationId xmlns:a16="http://schemas.microsoft.com/office/drawing/2014/main" id="{05BC1753-6015-485B-B4BB-5B778D3E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Was the actor authorized?</a:t>
            </a:r>
          </a:p>
        </p:txBody>
      </p:sp>
      <p:sp>
        <p:nvSpPr>
          <p:cNvPr id="15" name="contrast-dot-3">
            <a:extLst xmlns:a="http://schemas.openxmlformats.org/drawingml/2006/main">
              <a:ext uri="{FF2B5EF4-FFF2-40B4-BE49-F238E27FC236}">
                <a16:creationId xmlns:a16="http://schemas.microsoft.com/office/drawing/2014/main" id="{764A6739-404F-4522-973C-87C08FC9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29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trast-item-3">
            <a:extLst xmlns:a="http://schemas.openxmlformats.org/drawingml/2006/main">
              <a:ext uri="{FF2B5EF4-FFF2-40B4-BE49-F238E27FC236}">
                <a16:creationId xmlns:a16="http://schemas.microsoft.com/office/drawing/2014/main" id="{AB0FD6B3-FEC7-4FD3-839B-21B59CAC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was approved and executed?</a:t>
            </a:r>
          </a:p>
        </p:txBody>
      </p:sp>
      <p:sp>
        <p:nvSpPr>
          <p:cNvPr id="17" name="contrast-dot-4">
            <a:extLst xmlns:a="http://schemas.openxmlformats.org/drawingml/2006/main">
              <a:ext uri="{FF2B5EF4-FFF2-40B4-BE49-F238E27FC236}">
                <a16:creationId xmlns:a16="http://schemas.microsoft.com/office/drawing/2014/main" id="{4B7F54F9-E7F5-4DAA-A337-1E0530D2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91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ast-item-4">
            <a:extLst xmlns:a="http://schemas.openxmlformats.org/drawingml/2006/main">
              <a:ext uri="{FF2B5EF4-FFF2-40B4-BE49-F238E27FC236}">
                <a16:creationId xmlns:a16="http://schemas.microsoft.com/office/drawing/2014/main" id="{781FBFA0-442B-4B29-981C-CF0CC73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053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evidence exists?</a:t>
            </a:r>
          </a:p>
        </p:txBody>
      </p:sp>
      <p:sp>
        <p:nvSpPr>
          <p:cNvPr id="19" name="contrast-dot-5">
            <a:extLst xmlns:a="http://schemas.openxmlformats.org/drawingml/2006/main">
              <a:ext uri="{FF2B5EF4-FFF2-40B4-BE49-F238E27FC236}">
                <a16:creationId xmlns:a16="http://schemas.microsoft.com/office/drawing/2014/main" id="{18BDBB06-01DF-4EE0-9AE3-76E7E1A5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53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ntrast-item-5">
            <a:extLst xmlns:a="http://schemas.openxmlformats.org/drawingml/2006/main">
              <a:ext uri="{FF2B5EF4-FFF2-40B4-BE49-F238E27FC236}">
                <a16:creationId xmlns:a16="http://schemas.microsoft.com/office/drawing/2014/main" id="{585C9ACF-7DF4-4E8D-9FAD-73F8D48D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673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may execute next?</a:t>
            </a:r>
          </a:p>
        </p:txBody>
      </p:sp>
    </p:spTree>
    <p:extLst>
      <p:ext uri="{BB962C8B-B14F-4D97-AF65-F5344CB8AC3E}">
        <p14:creationId xmlns:p14="http://schemas.microsoft.com/office/powerpoint/2010/main" val="18566598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bac56aab4d8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074C08-6477-49AE-BA03-4FDBCD3D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A8C47F7-C007-4F95-BA1D-4C305F01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DE9A6BE-AF24-44E9-8A4A-14662C98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COMPANY NARRATIVE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10A3E05-7DCB-49DD-9826-BC65CBEC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3AB51A-C149-4F5C-8E60-435DCFB6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trust model. Three routes to value.</a:t>
            </a:r>
          </a:p>
        </p:txBody>
      </p:sp>
      <p:sp>
        <p:nvSpPr>
          <p:cNvPr id="7" name="route-number-1">
            <a:extLst xmlns:a="http://schemas.openxmlformats.org/drawingml/2006/main">
              <a:ext uri="{FF2B5EF4-FFF2-40B4-BE49-F238E27FC236}">
                <a16:creationId xmlns:a16="http://schemas.microsoft.com/office/drawing/2014/main" id="{2F435EFF-0F38-4C6F-8472-A998174A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8" name="route-title-1">
            <a:extLst xmlns:a="http://schemas.openxmlformats.org/drawingml/2006/main">
              <a:ext uri="{FF2B5EF4-FFF2-40B4-BE49-F238E27FC236}">
                <a16:creationId xmlns:a16="http://schemas.microsoft.com/office/drawing/2014/main" id="{36FB6186-AE21-48E0-B033-CB79A45F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SaaS</a:t>
            </a:r>
          </a:p>
        </p:txBody>
      </p:sp>
      <p:sp>
        <p:nvSpPr>
          <p:cNvPr id="9" name="route-body-1">
            <a:extLst xmlns:a="http://schemas.openxmlformats.org/drawingml/2006/main">
              <a:ext uri="{FF2B5EF4-FFF2-40B4-BE49-F238E27FC236}">
                <a16:creationId xmlns:a16="http://schemas.microsoft.com/office/drawing/2014/main" id="{18E9F51A-DA41-44E0-99FF-BB143E0D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61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Managed trusted execution for a faster path to unified digital work.</a:t>
            </a:r>
          </a:p>
        </p:txBody>
      </p:sp>
      <p:sp>
        <p:nvSpPr>
          <p:cNvPr id="10" name="route-number-2">
            <a:extLst xmlns:a="http://schemas.openxmlformats.org/drawingml/2006/main">
              <a:ext uri="{FF2B5EF4-FFF2-40B4-BE49-F238E27FC236}">
                <a16:creationId xmlns:a16="http://schemas.microsoft.com/office/drawing/2014/main" id="{9C992EBA-AFAF-4D97-8665-47BF24F3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11" name="route-title-2">
            <a:extLst xmlns:a="http://schemas.openxmlformats.org/drawingml/2006/main">
              <a:ext uri="{FF2B5EF4-FFF2-40B4-BE49-F238E27FC236}">
                <a16:creationId xmlns:a16="http://schemas.microsoft.com/office/drawing/2014/main" id="{53C4CE8D-EA10-4040-953A-9BFA2840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Sovereign</a:t>
            </a:r>
          </a:p>
        </p:txBody>
      </p:sp>
      <p:sp>
        <p:nvSpPr>
          <p:cNvPr id="12" name="route-body-2">
            <a:extLst xmlns:a="http://schemas.openxmlformats.org/drawingml/2006/main">
              <a:ext uri="{FF2B5EF4-FFF2-40B4-BE49-F238E27FC236}">
                <a16:creationId xmlns:a16="http://schemas.microsoft.com/office/drawing/2014/main" id="{A868DBCA-F377-43F7-9AE3-7DE89310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61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Customer-controlled trusted execution within a defined sovereignty boundary.</a:t>
            </a:r>
          </a:p>
        </p:txBody>
      </p:sp>
      <p:sp>
        <p:nvSpPr>
          <p:cNvPr id="13" name="route-number-3">
            <a:extLst xmlns:a="http://schemas.openxmlformats.org/drawingml/2006/main">
              <a:ext uri="{FF2B5EF4-FFF2-40B4-BE49-F238E27FC236}">
                <a16:creationId xmlns:a16="http://schemas.microsoft.com/office/drawing/2014/main" id="{52EF2C15-045A-43DA-AF4D-A3B33C3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14" name="route-title-3">
            <a:extLst xmlns:a="http://schemas.openxmlformats.org/drawingml/2006/main">
              <a:ext uri="{FF2B5EF4-FFF2-40B4-BE49-F238E27FC236}">
                <a16:creationId xmlns:a16="http://schemas.microsoft.com/office/drawing/2014/main" id="{67695F55-11B9-4B18-9982-9E2EADF4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Shared Services</a:t>
            </a:r>
          </a:p>
        </p:txBody>
      </p:sp>
      <p:sp>
        <p:nvSpPr>
          <p:cNvPr id="15" name="route-body-3">
            <a:extLst xmlns:a="http://schemas.openxmlformats.org/drawingml/2006/main">
              <a:ext uri="{FF2B5EF4-FFF2-40B4-BE49-F238E27FC236}">
                <a16:creationId xmlns:a16="http://schemas.microsoft.com/office/drawing/2014/main" id="{846C55F0-AE86-4C8F-A0F2-803437E0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61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Reusable sovereign trust infrastructure across many government entities.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3D715919-6041-4FA5-883F-E8F97BF7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385E2C61-FBED-406D-84DF-141D9F50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Choose the business action that most needs authority, control, and durable evidence.</a:t>
            </a:r>
          </a:p>
        </p:txBody>
      </p:sp>
    </p:spTree>
    <p:extLst>
      <p:ext uri="{BB962C8B-B14F-4D97-AF65-F5344CB8AC3E}">
        <p14:creationId xmlns:p14="http://schemas.microsoft.com/office/powerpoint/2010/main" val="736717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2026-08-28T12:18:52.3390000Z</dcterms:created>
  <dcterms:modified xsi:type="dcterms:W3CDTF">2026-08-28T12:18:52.3390000Z</dcterms:modified>
</coreProperties>
</file>