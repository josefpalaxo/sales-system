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notesMasters/notesMaster1.xml" ContentType="application/vnd.openxmlformats-officedocument.presentationml.notesMaster+xml"/>
  <Override PartName="/ppt/notesMasters/theme/theme6.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1ce2dfe7fb4286" /><Relationship Type="http://schemas.openxmlformats.org/officeDocument/2006/relationships/extended-properties" Target="/docProps/app.xml" Id="Rbb4de1148e9e4b4c" /><Relationship Type="http://schemas.openxmlformats.org/officeDocument/2006/relationships/officeDocument" Target="/ppt/presentation.xml" Id="R13bed2d689504675" /></Relationships>
</file>

<file path=ppt/presentation.xml><?xml version="1.0" encoding="utf-8"?>
<p:presentation xmlns:p="http://schemas.openxmlformats.org/presentationml/2006/main">
  <p:sldMasterIdLst>
    <p:sldMasterId xmlns:r="http://schemas.openxmlformats.org/officeDocument/2006/relationships" id="2147483648" r:id="Rf9b803f5cc884ab0"/>
    <p:sldMasterId xmlns:r="http://schemas.openxmlformats.org/officeDocument/2006/relationships" id="2147483650" r:id="R55f5b877b24a4948"/>
    <p:sldMasterId xmlns:r="http://schemas.openxmlformats.org/officeDocument/2006/relationships" id="2147483677" r:id="R8a8a659be1dc486b"/>
    <p:sldMasterId xmlns:r="http://schemas.openxmlformats.org/officeDocument/2006/relationships" id="2147483696" r:id="R065e276790b6461d"/>
  </p:sldMasterIdLst>
  <p:notesMasterIdLst>
    <p:notesMasterId xmlns:r="http://schemas.openxmlformats.org/officeDocument/2006/relationships" r:id="R9ca650c56a8e4c85"/>
  </p:notesMasterIdLst>
  <p:sldIdLst>
    <p:sldId xmlns:r="http://schemas.openxmlformats.org/officeDocument/2006/relationships" id="256" r:id="R5cefb98cfe054d0d"/>
    <p:sldId xmlns:r="http://schemas.openxmlformats.org/officeDocument/2006/relationships" id="257" r:id="R0d0ac46a40c04786"/>
    <p:sldId xmlns:r="http://schemas.openxmlformats.org/officeDocument/2006/relationships" id="258" r:id="R354686461abf4946"/>
    <p:sldId xmlns:r="http://schemas.openxmlformats.org/officeDocument/2006/relationships" id="259" r:id="R1cafe7fdb8094530"/>
    <p:sldId xmlns:r="http://schemas.openxmlformats.org/officeDocument/2006/relationships" id="260" r:id="R4041c3c0bbc84ca4"/>
    <p:sldId xmlns:r="http://schemas.openxmlformats.org/officeDocument/2006/relationships" id="261" r:id="R6b298ab0fb094ae8"/>
    <p:sldId xmlns:r="http://schemas.openxmlformats.org/officeDocument/2006/relationships" id="262" r:id="Rf77effa04a454647"/>
    <p:sldId xmlns:r="http://schemas.openxmlformats.org/officeDocument/2006/relationships" id="263" r:id="Rb37cba7c7d3e458a"/>
    <p:sldId xmlns:r="http://schemas.openxmlformats.org/officeDocument/2006/relationships" id="264" r:id="Rb3ff3e0b8638445e"/>
    <p:sldId xmlns:r="http://schemas.openxmlformats.org/officeDocument/2006/relationships" id="265" r:id="R4a25782311894bad"/>
    <p:sldId xmlns:r="http://schemas.openxmlformats.org/officeDocument/2006/relationships" id="266" r:id="Ra69c420d171c4b6e"/>
    <p:sldId xmlns:r="http://schemas.openxmlformats.org/officeDocument/2006/relationships" id="267" r:id="R03b669313729466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cd94eda3d340b2" /><Relationship Type="http://schemas.openxmlformats.org/officeDocument/2006/relationships/slideMaster" Target="/ppt/slideMasters/slideMaster1.xml" Id="Rf9b803f5cc884ab0" /><Relationship Type="http://schemas.openxmlformats.org/officeDocument/2006/relationships/slideMaster" Target="/ppt/slideMasters/slideMaster2.xml" Id="R55f5b877b24a4948" /><Relationship Type="http://schemas.openxmlformats.org/officeDocument/2006/relationships/slideMaster" Target="/ppt/slideMasters/slideMaster3.xml" Id="R8a8a659be1dc486b" /><Relationship Type="http://schemas.openxmlformats.org/officeDocument/2006/relationships/slideMaster" Target="/ppt/slideMasters/slideMaster4.xml" Id="R065e276790b6461d" /><Relationship Type="http://schemas.openxmlformats.org/officeDocument/2006/relationships/notesMaster" Target="/ppt/notesMasters/notesMaster1.xml" Id="R9ca650c56a8e4c85" /><Relationship Type="http://schemas.openxmlformats.org/officeDocument/2006/relationships/presProps" Target="/ppt/presProps.xml" Id="R07a1a357a29f4f80" /><Relationship Type="http://schemas.openxmlformats.org/officeDocument/2006/relationships/tableStyles" Target="/ppt/tableStyles.xml" Id="Rcddc3b04a54248c2" /><Relationship Type="http://schemas.openxmlformats.org/officeDocument/2006/relationships/slide" Target="/ppt/slides/slide1.xml" Id="R5cefb98cfe054d0d" /><Relationship Type="http://schemas.openxmlformats.org/officeDocument/2006/relationships/slide" Target="/ppt/slides/slide2.xml" Id="R0d0ac46a40c04786" /><Relationship Type="http://schemas.openxmlformats.org/officeDocument/2006/relationships/slide" Target="/ppt/slides/slide3.xml" Id="R354686461abf4946" /><Relationship Type="http://schemas.openxmlformats.org/officeDocument/2006/relationships/slide" Target="/ppt/slides/slide4.xml" Id="R1cafe7fdb8094530" /><Relationship Type="http://schemas.openxmlformats.org/officeDocument/2006/relationships/slide" Target="/ppt/slides/slide5.xml" Id="R4041c3c0bbc84ca4" /><Relationship Type="http://schemas.openxmlformats.org/officeDocument/2006/relationships/slide" Target="/ppt/slides/slide6.xml" Id="R6b298ab0fb094ae8" /><Relationship Type="http://schemas.openxmlformats.org/officeDocument/2006/relationships/slide" Target="/ppt/slides/slide7.xml" Id="Rf77effa04a454647" /><Relationship Type="http://schemas.openxmlformats.org/officeDocument/2006/relationships/slide" Target="/ppt/slides/slide8.xml" Id="Rb37cba7c7d3e458a" /><Relationship Type="http://schemas.openxmlformats.org/officeDocument/2006/relationships/slide" Target="/ppt/slides/slide9.xml" Id="Rb3ff3e0b8638445e" /><Relationship Type="http://schemas.openxmlformats.org/officeDocument/2006/relationships/slide" Target="/ppt/slides/slide10.xml" Id="R4a25782311894bad" /><Relationship Type="http://schemas.openxmlformats.org/officeDocument/2006/relationships/slide" Target="/ppt/slides/slide11.xml" Id="Ra69c420d171c4b6e" /><Relationship Type="http://schemas.openxmlformats.org/officeDocument/2006/relationships/slide" Target="/ppt/slides/slide12.xml" Id="R03b66931372946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6.xml" Id="R2c39b05da82d44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30cf3771bd47b6" /><Relationship Type="http://schemas.openxmlformats.org/officeDocument/2006/relationships/notesMaster" Target="/ppt/notesMasters/notesMaster1.xml" Id="R1424fcf8a0a84f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d3824a16954897" /><Relationship Type="http://schemas.openxmlformats.org/officeDocument/2006/relationships/notesMaster" Target="/ppt/notesMasters/notesMaster1.xml" Id="Rb7196f017a1948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e1e4e60c824c05" /><Relationship Type="http://schemas.openxmlformats.org/officeDocument/2006/relationships/notesMaster" Target="/ppt/notesMasters/notesMaster1.xml" Id="Rf89d1f6175b446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a967b29acb4b32" /><Relationship Type="http://schemas.openxmlformats.org/officeDocument/2006/relationships/notesMaster" Target="/ppt/notesMasters/notesMaster1.xml" Id="R735ee0fc86ff49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2113acbd084043" /><Relationship Type="http://schemas.openxmlformats.org/officeDocument/2006/relationships/notesMaster" Target="/ppt/notesMasters/notesMaster1.xml" Id="R2e5535c920f145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341016df744a74" /><Relationship Type="http://schemas.openxmlformats.org/officeDocument/2006/relationships/notesMaster" Target="/ppt/notesMasters/notesMaster1.xml" Id="R9c71a382d2dc4f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93c410182745ac" /><Relationship Type="http://schemas.openxmlformats.org/officeDocument/2006/relationships/notesMaster" Target="/ppt/notesMasters/notesMaster1.xml" Id="R4b7602c5279d40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ebea6394af4d4f" /><Relationship Type="http://schemas.openxmlformats.org/officeDocument/2006/relationships/notesMaster" Target="/ppt/notesMasters/notesMaster1.xml" Id="Recf532c8cf7545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d555cbaea14a94" /><Relationship Type="http://schemas.openxmlformats.org/officeDocument/2006/relationships/notesMaster" Target="/ppt/notesMasters/notesMaster1.xml" Id="R7046291e109640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72247f373743d9" /><Relationship Type="http://schemas.openxmlformats.org/officeDocument/2006/relationships/notesMaster" Target="/ppt/notesMasters/notesMaster1.xml" Id="R162e431a824b47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65520bc8864094" /><Relationship Type="http://schemas.openxmlformats.org/officeDocument/2006/relationships/notesMaster" Target="/ppt/notesMasters/notesMaster1.xml" Id="R9bebe89058e046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a9dfb5a5254928" /><Relationship Type="http://schemas.openxmlformats.org/officeDocument/2006/relationships/notesMaster" Target="/ppt/notesMasters/notesMaster1.xml" Id="R92f2844fd5fd41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Circularo is headquartered in Dubai. It connects documents, identity, approvals, trust services and process evidence. Circularo seeks a strategic shareholder that can accelerate adoption within its own businesses and wider customer network. The purpose of this discussion is commercial fit alongside minority ownership.</a:t>
            </a:r>
          </a:p>
          <a:p xmlns:a="http://schemas.openxmlformats.org/drawingml/2006/main">
            <a:r>
              <a:t/>
            </a:r>
          </a:p>
          <a:p xmlns:a="http://schemas.openxmlformats.org/drawingml/2006/main">
            <a:r>
              <a:t>Claim register IDs: C01, C08</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
            </a:r>
          </a:p>
          <a:p xmlns:a="http://schemas.openxmlformats.org/drawingml/2006/main">
            <a:r>
              <a:t>Design: Circularo local slide system, Figma u6EZyJ6uPmwiIkJEi5JSzj / 11426:3154. Assets: signature-curves, logo-white.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amounts are USD. Source exact 2025 figures: revenue $2,793,981 and adjusted EBITDA $858,816, rounded here to three decimal places in millions. Current approximate ARR is a separate founder statement with no exact measurement date. The source financials are not represented as audited. Finance must supply the adjusted EBITDA definition and reconciliation. Gross profit/COS do not reconcile in the supplied source, so gross margin is excluded. Suggested diligence evidence: latest actual reporting period, recurring revenue definition, retention and customer concentration. Reconcile ADIB treatment before adding churn statistics. No net profit or cash-generation claim is made.</a:t>
            </a:r>
          </a:p>
          <a:p xmlns:a="http://schemas.openxmlformats.org/drawingml/2006/main">
            <a:r>
              <a:t/>
            </a:r>
          </a:p>
          <a:p xmlns:a="http://schemas.openxmlformats.org/drawingml/2006/main">
            <a:r>
              <a:t>Claim register IDs: Q01, Q07, Q08, Q09, Q10, C01, C05</a:t>
            </a:r>
          </a:p>
          <a:p xmlns:a="http://schemas.openxmlformats.org/drawingml/2006/main">
            <a:r>
              <a:t/>
            </a:r>
          </a:p>
          <a:p xmlns:a="http://schemas.openxmlformats.org/drawingml/2006/main">
            <a:r>
              <a:t>Visible review comment: CONFIRM [ARR date + financial definitions]. Add the ARR basis and EBITDA reconciliation so investors can assess recurring revenue and earnings quality.</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/Users/josefneumann/Projects/ai-workspace/investors/inputs/financials-overview.md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source-described capabilities, not a competitive scorecard. Deployment configuration, integrations and assurance depend on the customer and jurisdiction. No independent competitor comparison, universal compliance or certification claim is made. Suggested addition: one evidenced procurement or customer decision showing why the combination mattered, with scope and permission to disclose. Owner: CSO / product.</a:t>
            </a:r>
          </a:p>
          <a:p xmlns:a="http://schemas.openxmlformats.org/drawingml/2006/main">
            <a:r>
              <a:t/>
            </a:r>
          </a:p>
          <a:p xmlns:a="http://schemas.openxmlformats.org/drawingml/2006/main">
            <a:r>
              <a:t>Claim register IDs: C02, C04, C06, C07</a:t>
            </a:r>
          </a:p>
          <a:p xmlns:a="http://schemas.openxmlformats.org/drawingml/2006/main">
            <a:r>
              <a:t/>
            </a:r>
          </a:p>
          <a:p xmlns:a="http://schemas.openxmlformats.org/drawingml/2006/main">
            <a:r>
              <a:t>Visible review comment: TO ADD [a documented reason for selection]. A customer example would substantiate differentiation.</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/Users/josefneumann/Projects/ai-workspace/investors/inputs/about-circularo.md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right-hand list contains shared-service / distribution program references. The left contains selected customer names. Names do not establish contract size, current revenue, exclusivity or organization-wide adoption. Exact program names require confirmation before circulation because older sources vary. No third-party logos are used. The e&amp; program reference does not imply shareholder interest. No jurisdiction is added to Ministry of Finance. TCC/Mokham and unresolved institutional names remain excluded. Suggested addition owner: CSO / marketing; obtain a disclosed customer scope and outcome.</a:t>
            </a:r>
          </a:p>
          <a:p xmlns:a="http://schemas.openxmlformats.org/drawingml/2006/main">
            <a:r>
              <a:t/>
            </a:r>
          </a:p>
          <a:p xmlns:a="http://schemas.openxmlformats.org/drawingml/2006/main">
            <a:r>
              <a:t>Claim register IDs: C03, C04</a:t>
            </a:r>
          </a:p>
          <a:p xmlns:a="http://schemas.openxmlformats.org/drawingml/2006/main">
            <a:r>
              <a:t/>
            </a:r>
          </a:p>
          <a:p xmlns:a="http://schemas.openxmlformats.org/drawingml/2006/main">
            <a:r>
              <a:t>Visible review comment: TO ADD [one approved deployment outcome]. State the process, scope and measured result to show value beyond reference names. Confirm program naming.</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/Users/josefneumann/Projects/ai-workspace/investors/inputs/about-circularo.md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agreement process assembled from source-described capabilities, not a customer case study or universal configuration. An evidence record spans the process. Applications and AI agents can participate through programmable capabilities. Trusted execution means acting with appropriate authority and retaining a record of what happened. No universal legal validity or claim to govern an AI model's reasoning.</a:t>
            </a:r>
          </a:p>
          <a:p xmlns:a="http://schemas.openxmlformats.org/drawingml/2006/main">
            <a:r>
              <a:t/>
            </a:r>
          </a:p>
          <a:p xmlns:a="http://schemas.openxmlformats.org/drawingml/2006/main">
            <a:r>
              <a:t>Claim register IDs: C01, C06, C07</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/Users/josefneumann/Projects/ai-workspace/investors/inputs/about-circularo.md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SaaS is an existing delivery model. Group adoption and distribution are proposed commercial mechanisms, not signed partner commitments. The ribbon establishes a development sequence, not a dated sales forecast. A prospective shareholder may not control portfolio-company procurement. Model eligible businesses, addressable customer accounts, adoption timing, net retained recurring value, channel economics and delivery resources. Do not assume improved margin or lower acquisition cost. Owner: CEO / CSO with a named partner.</a:t>
            </a:r>
          </a:p>
          <a:p xmlns:a="http://schemas.openxmlformats.org/drawingml/2006/main">
            <a:r>
              <a:t/>
            </a:r>
          </a:p>
          <a:p xmlns:a="http://schemas.openxmlformats.org/drawingml/2006/main">
            <a:r>
              <a:t>Claim register IDs: Q07, C02, C09</a:t>
            </a:r>
          </a:p>
          <a:p xmlns:a="http://schemas.openxmlformats.org/drawingml/2006/main">
            <a:r>
              <a:t/>
            </a:r>
          </a:p>
          <a:p xmlns:a="http://schemas.openxmlformats.org/drawingml/2006/main">
            <a:r>
              <a:t>Visible review comment: TO ADD [partner adoption model]. Add eligible accounts, timing and retained ARR to test the commercial scale.</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
            </a:r>
          </a:p>
          <a:p xmlns:a="http://schemas.openxmlformats.org/drawingml/2006/main">
            <a:r>
              <a:t>Design: Circularo local slide system, Figma u6EZyJ6uPmwiIkJEi5JSzj / 11426:3154. Assets: signature-journey-ribbon,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shared-service structure, not a participant count. Existing references: TDRA GovSign, Digital Dubai DigiSign and Sharjah Sign. A strategic shareholder can help identify new sponsors, infrastructure and adoption opportunities. A participating entity is not automatically a separately paying customer. Hosting, contracting structure and recurring components must be established. No government mandate or procurement award is assumed. Do not use the historical $300k–$1M+ ARR benchmark without contract evidence. Owner: CSO / delivery with prospective partner.</a:t>
            </a:r>
          </a:p>
          <a:p xmlns:a="http://schemas.openxmlformats.org/drawingml/2006/main">
            <a:r>
              <a:t/>
            </a:r>
          </a:p>
          <a:p xmlns:a="http://schemas.openxmlformats.org/drawingml/2006/main">
            <a:r>
              <a:t>Claim register IDs: C02, C04, C09</a:t>
            </a:r>
          </a:p>
          <a:p xmlns:a="http://schemas.openxmlformats.org/drawingml/2006/main">
            <a:r>
              <a:t/>
            </a:r>
          </a:p>
          <a:p xmlns:a="http://schemas.openxmlformats.org/drawingml/2006/main">
            <a:r>
              <a:t>Visible review comment: TO ADD [a sponsor-led deployment case]. Define entities, hosting, contracts and retained ARR to test whether this model can be repeated.</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/Users/josefneumann/Projects/ai-workspace/investors/inputs/about-circularo.md</a:t>
            </a:r>
          </a:p>
          <a:p xmlns:a="http://schemas.openxmlformats.org/drawingml/2006/main">
            <a:r>
              <a:t/>
            </a:r>
          </a:p>
          <a:p xmlns:a="http://schemas.openxmlformats.org/drawingml/2006/main">
            <a:r>
              <a:t>Design: Circularo local slide system, Figma u6EZyJ6uPmwiIkJEi5JSzj / 11426:3154. Assets: logo-white.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combines the GCC and international growth priorities. It describes expansion priorities, not a verified operating footprint or a committed pipeline. UAE references support present credibility. Select markets from identifiable demand and partner capability. Do not add market-size estimates from historic material without sourced definitions. Owner: CEO / CSO and prospective partner.</a:t>
            </a:r>
          </a:p>
          <a:p xmlns:a="http://schemas.openxmlformats.org/drawingml/2006/main">
            <a:r>
              <a:t/>
            </a:r>
          </a:p>
          <a:p xmlns:a="http://schemas.openxmlformats.org/drawingml/2006/main">
            <a:r>
              <a:t>Claim register IDs: C08, C09</a:t>
            </a:r>
          </a:p>
          <a:p xmlns:a="http://schemas.openxmlformats.org/drawingml/2006/main">
            <a:r>
              <a:t/>
            </a:r>
          </a:p>
          <a:p xmlns:a="http://schemas.openxmlformats.org/drawingml/2006/main">
            <a:r>
              <a:t>Visible review comment: TO ADD [priority markets + accountable sponsors]. Rank verified demand and delivery readiness to focus expansion on achievable opportunities.</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capability areas are live by founder confirmation, superseding planned/emerging language in older documents. Availability reflects management confirmation. Specific feature scope, packaging, adoption scale, product ARR and outcomes remain unspecified. An approved screenshot or live workflow can replace the visible placeholder; do not fabricate an interface. The shareholder contribution is access to customers, integrations and complementary technology resources. No quantified productivity or legal-validity claim. Owner: Product / CEO.</a:t>
            </a:r>
          </a:p>
          <a:p xmlns:a="http://schemas.openxmlformats.org/drawingml/2006/main">
            <a:r>
              <a:t/>
            </a:r>
          </a:p>
          <a:p xmlns:a="http://schemas.openxmlformats.org/drawingml/2006/main">
            <a:r>
              <a:t>Claim register IDs: C07</a:t>
            </a:r>
          </a:p>
          <a:p xmlns:a="http://schemas.openxmlformats.org/drawingml/2006/main">
            <a:r>
              <a:t/>
            </a:r>
          </a:p>
          <a:p xmlns:a="http://schemas.openxmlformats.org/drawingml/2006/main">
            <a:r>
              <a:t>Visible review comment: TO ADD [approved product demonstration or customer example]. Show one real workflow, its supported scope and commercial packaging to make the opportunity concrete.</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/Users/josefneumann/Projects/ai-workspace/investors/inputs/about-circularo.md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$9M is 3 times approximately $3M. Approximately $6M is the arithmetic difference, not a booked pipeline or revenue attributed entirely to a partner. All amounts USD. Management ambition, not forecast or committed return. The 2–3-year horizon has no agreed calendar start and is not an exit timetable. Ending ARR = opening ARR minus churn/contraction plus existing-customer expansion plus new recurring business. Assign incremental contracts once to existing commercial activity, group deployment, partner-distributed SaaS or a new shared-service contract. AI/eDocs recurring value belongs within the relevant contract; geography is a tag. Remove overlaps with existing pipeline and use recurring revenue retained by Circularo after channel economics. Exclude one-off implementation revenue. Owner: CEO / CSO / finance with prospective partner.</a:t>
            </a:r>
          </a:p>
          <a:p xmlns:a="http://schemas.openxmlformats.org/drawingml/2006/main">
            <a:r>
              <a:t/>
            </a:r>
          </a:p>
          <a:p xmlns:a="http://schemas.openxmlformats.org/drawingml/2006/main">
            <a:r>
              <a:t>Claim register IDs: Q01, Q02, Q03, Q04, Q11, C09</a:t>
            </a:r>
          </a:p>
          <a:p xmlns:a="http://schemas.openxmlformats.org/drawingml/2006/main">
            <a:r>
              <a:t/>
            </a:r>
          </a:p>
          <a:p xmlns:a="http://schemas.openxmlformats.org/drawingml/2006/main">
            <a:r>
              <a:t>Visible review comment: TO ADD [a reconciled commercial growth model]. Show churn, expansion, new contracts, timing and delivery capacity to substantiate the ambition.</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/Users/josefneumann/Projects/ai-workspace/investors/inputs/financials-overview.md</a:t>
            </a:r>
          </a:p>
          <a:p xmlns:a="http://schemas.openxmlformats.org/drawingml/2006/main">
            <a:r>
              <a:t/>
            </a:r>
          </a:p>
          <a:p xmlns:a="http://schemas.openxmlformats.org/drawingml/2006/main">
            <a:r>
              <a:t>Design: Circularo local slide system, Figma u6EZyJ6uPmwiIkJEi5JSzj / 11426:3154. Assets: signature-curves, logo-white.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Preferred transaction is USD $10–15M with minority ownership up to 25%, primarily acquisition of existing founder shares. The range and 'up to' percentage do not fix valuation. Most proceeds under the working secondary structure would go to selling founders; do not describe the transaction as a company growth budget. Primary component, expansion funding, governance rights and post-transaction ownership remain open. No return multiple, liquidity guarantee, exclusivity or commercial commitment has been agreed. A meaningful minority holding aligns incentives but does not itself ensure execution. Owner: founders / finance.</a:t>
            </a:r>
          </a:p>
          <a:p xmlns:a="http://schemas.openxmlformats.org/drawingml/2006/main">
            <a:r>
              <a:t/>
            </a:r>
          </a:p>
          <a:p xmlns:a="http://schemas.openxmlformats.org/drawingml/2006/main">
            <a:r>
              <a:t>Claim register IDs: Q05, Q06, C05, C08, C09, C10</a:t>
            </a:r>
          </a:p>
          <a:p xmlns:a="http://schemas.openxmlformats.org/drawingml/2006/main">
            <a:r>
              <a:t/>
            </a:r>
          </a:p>
          <a:p xmlns:a="http://schemas.openxmlformats.org/drawingml/2006/main">
            <a:r>
              <a:t>Visible review comment: TO ADD [expansion funding + ownership plan]. Clarify any primary component and governance. Secondary proceeds go mainly to selling founders.</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Circularo brings its established platform, government and enterprise references and live capabilities. The right shareholder can support deployment within its businesses and new customers and markets. Discuss initial opportunities, commercial sponsorship and delivery resources, a joint ARR expansion plan, minority ownership and long-term alignment. Future paths may include an IPO, private equity or a further strategic investment; route and timing remain open. The ARR horizon does not establish an exit timetable. Contact from the supplied deck outline.</a:t>
            </a:r>
          </a:p>
          <a:p xmlns:a="http://schemas.openxmlformats.org/drawingml/2006/main">
            <a:r>
              <a:t/>
            </a:r>
          </a:p>
          <a:p xmlns:a="http://schemas.openxmlformats.org/drawingml/2006/main">
            <a:r>
              <a:t>Claim register IDs: C01, C03, C04, C05, C07, C08, C09, C10, C11</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
            </a:r>
          </a:p>
          <a:p xmlns:a="http://schemas.openxmlformats.org/drawingml/2006/main">
            <a:r>
              <a:t>Design: Circularo local slide system, Figma u6EZyJ6uPmwiIkJEi5JSzj / 11426:3154. Assets: signature-closing-art,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d91189625a40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f748e352b90343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3.xml" Id="R31b119fcb97f4f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4.xml" Id="R81d1662dd3a0463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7cc29f3596d648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3.xml" Id="Rca5cdbfbb27144d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4.xml" Id="R74e9481d9e1d4e2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bb5004f77a54417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3.xml" Id="Ra6240864e123463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4.xml" Id="R3ae3cef1ca454d6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f29b67bcb121480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3.xml" Id="Ra840b2fb36b142a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4.xml" Id="R99f902ece5e4402d"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b4cd6c02865f45e3"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3.xml" Id="R93f23a9b6890462b"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4.xml" Id="Rced587ca94c64eec"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a7a7652250ae4ec0"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3.xml" Id="Rfe81bf21393b4e9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4.xml" Id="R66e0cddbc9b54e3a"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1800ff8b2c5946c9"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3.xml" Id="Rc2b921abb9bc472f"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4.xml" Id="R15be7560aced4250"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1713556825574587"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3.xml" Id="R13124426642d490e"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4.xml" Id="R14a3450674f14666"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d615837c47ef4fd8"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3.xml" Id="R1074e999e50a450a"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4.xml" Id="R1da14598bdd94b8b"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8e4c2199af034240"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3.xml" Id="Rbdcb817e5ee2433a"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4.xml" Id="R24b7b26768f34121"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2.xml" Id="Rdbf43e10803f4688"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3.xml" Id="R4b9dbd8447114401"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4.xml" Id="R75fc08dafbda4aef"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2.xml" Id="R0cae8f1ff76143be"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3.xml" Id="R266560be2dcb4fde"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4.xml" Id="R26623cecd1b34f35"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2.xml" Id="R75a3392df1b84f67"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3.xml" Id="R48560320edd4468a"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4.xml" Id="Rb632cfe0a95c42ec"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2.xml" Id="Rf823235f3eb94ad5"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2.xml" Id="R0d682dc8ceb546da"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2.xml" Id="Rfc2d3d237bb44e20"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2.xml" Id="Rb168a817dd9d4336"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2.xml" Id="R6bdb96403f8f4bff"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2.xml" Id="Re28baa9e047043b6"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2.xml" Id="Rd73ce7d9df8043b9"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2.xml" Id="R6b3ac205d3ec4a98"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4.xml" Id="R82dbd3c6a0144e43"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2.xml" Id="R5d99a860c0a64ac7"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3.xml" Id="R61d6564d18a84f9f"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4.xml" Id="R57be0f4d6c644b2a"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2.xml" Id="R99b5815ff6274662"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3.xml" Id="R46254d3c18af48ce"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4.xml" Id="Rda10338037e94ebc"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2.xml" Id="R3861b9852ee84a3d"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3.xml" Id="Rd24bd10c68de409e"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4.xml" Id="R90f0c3f0510b436e"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2.xml" Id="R7a546bda354c4bc2"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3.xml" Id="R86ca262771e7460a"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4.xml" Id="R5f5f5daf70ae4a4a"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2.xml" Id="R0b12a9d92c2a4dac"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3.xml" Id="R8f483fe3181b42ce"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4.xml" Id="R88ad3a8785564d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Circularo / Cover / ligh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CB136A6B-57A3-41C2-85CA-D9B4E59CC2F1}"/>
              </a:ext>
            </a:extLst>
          </p:cNvPr>
          <p:cNvSpPr>
            <a:spLocks xmlns:a="http://schemas.openxmlformats.org/drawingml/2006/main" noGrp="1"/>
          </p:cNvSpPr>
          <p:nvPr>
            <p:ph type="body" idx="1"/>
          </p:nvPr>
        </p:nvSpPr>
        <p:spPr>
          <a:xfrm xmlns:a="http://schemas.openxmlformats.org/drawingml/2006/main">
            <a:off x="1047750" y="7334250"/>
            <a:ext cx="10001250" cy="1428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Add supporting text</a:t>
            </a:r>
          </a:p>
        </p:txBody>
      </p:sp>
    </p:spTree>
  </p:cSld>
</p:sldLayout>
</file>

<file path=ppt/slideLayouts/slideLayout3.xml><?xml version="1.0" encoding="utf-8"?>
<p:sldLayout xmlns:p="http://schemas.openxmlformats.org/presentationml/2006/main">
  <p:cSld name="Circularo / Cover / dark">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9591D555-A2C3-4CD8-ACC0-27DC642C0B6D}"/>
              </a:ext>
            </a:extLst>
          </p:cNvPr>
          <p:cNvSpPr>
            <a:spLocks xmlns:a="http://schemas.openxmlformats.org/drawingml/2006/main" noGrp="1"/>
          </p:cNvSpPr>
          <p:nvPr>
            <p:ph type="body" idx="1"/>
          </p:nvPr>
        </p:nvSpPr>
        <p:spPr>
          <a:xfrm xmlns:a="http://schemas.openxmlformats.org/drawingml/2006/main">
            <a:off x="1047750" y="7334250"/>
            <a:ext cx="10001250" cy="1428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4.xml><?xml version="1.0" encoding="utf-8"?>
<p:sldLayout xmlns:p="http://schemas.openxmlformats.org/presentationml/2006/main">
  <p:cSld name="Circularo / Cover / gradien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29429D60-2432-491D-8EED-2E062F37010B}"/>
              </a:ext>
            </a:extLst>
          </p:cNvPr>
          <p:cNvSpPr>
            <a:spLocks xmlns:a="http://schemas.openxmlformats.org/drawingml/2006/main" noGrp="1"/>
          </p:cNvSpPr>
          <p:nvPr>
            <p:ph type="body" idx="1"/>
          </p:nvPr>
        </p:nvSpPr>
        <p:spPr>
          <a:xfrm xmlns:a="http://schemas.openxmlformats.org/drawingml/2006/main">
            <a:off x="1047750" y="7334250"/>
            <a:ext cx="10001250" cy="1428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5.xml><?xml version="1.0" encoding="utf-8"?>
<p:sldLayout xmlns:p="http://schemas.openxmlformats.org/presentationml/2006/main">
  <p:cSld name="Circularo / Section divider / ligh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9C8D4F0A-A08B-4F7A-BF0F-9B755690AD13}"/>
              </a:ext>
            </a:extLst>
          </p:cNvPr>
          <p:cNvSpPr>
            <a:spLocks xmlns:a="http://schemas.openxmlformats.org/drawingml/2006/main" noGrp="1"/>
          </p:cNvSpPr>
          <p:nvPr>
            <p:ph type="body" idx="1"/>
          </p:nvPr>
        </p:nvSpPr>
        <p:spPr>
          <a:xfrm xmlns:a="http://schemas.openxmlformats.org/drawingml/2006/main">
            <a:off x="1047750" y="7048500"/>
            <a:ext cx="13811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Tree>
  </p:cSld>
</p:sldLayout>
</file>

<file path=ppt/slideLayouts/slideLayout6.xml><?xml version="1.0" encoding="utf-8"?>
<p:sldLayout xmlns:p="http://schemas.openxmlformats.org/presentationml/2006/main">
  <p:cSld name="Circularo / Section divider / dark">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7567B035-0EA8-4703-B262-947244E89141}"/>
              </a:ext>
            </a:extLst>
          </p:cNvPr>
          <p:cNvSpPr>
            <a:spLocks xmlns:a="http://schemas.openxmlformats.org/drawingml/2006/main" noGrp="1"/>
          </p:cNvSpPr>
          <p:nvPr>
            <p:ph type="body" idx="1"/>
          </p:nvPr>
        </p:nvSpPr>
        <p:spPr>
          <a:xfrm xmlns:a="http://schemas.openxmlformats.org/drawingml/2006/main">
            <a:off x="1047750" y="7048500"/>
            <a:ext cx="13811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7.xml><?xml version="1.0" encoding="utf-8"?>
<p:sldLayout xmlns:p="http://schemas.openxmlformats.org/presentationml/2006/main">
  <p:cSld name="Circularo / Section divider / gradien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C35499E4-4AEB-4BC4-BEE6-E6C0406AAD64}"/>
              </a:ext>
            </a:extLst>
          </p:cNvPr>
          <p:cNvSpPr>
            <a:spLocks xmlns:a="http://schemas.openxmlformats.org/drawingml/2006/main" noGrp="1"/>
          </p:cNvSpPr>
          <p:nvPr>
            <p:ph type="body" idx="1"/>
          </p:nvPr>
        </p:nvSpPr>
        <p:spPr>
          <a:xfrm xmlns:a="http://schemas.openxmlformats.org/drawingml/2006/main">
            <a:off x="1047750" y="7048500"/>
            <a:ext cx="13811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8.xml><?xml version="1.0" encoding="utf-8"?>
<p:sldLayout xmlns:p="http://schemas.openxmlformats.org/presentationml/2006/main">
  <p:cSld name="Circularo / Title and body / ligh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50F88D1B-0A59-4B0E-9E1D-768F09C91766}"/>
              </a:ext>
            </a:extLst>
          </p:cNvPr>
          <p:cNvSpPr>
            <a:spLocks xmlns:a="http://schemas.openxmlformats.org/drawingml/2006/main" noGrp="1"/>
          </p:cNvSpPr>
          <p:nvPr>
            <p:ph type="body" idx="1"/>
          </p:nvPr>
        </p:nvSpPr>
        <p:spPr>
          <a:xfrm xmlns:a="http://schemas.openxmlformats.org/drawingml/2006/main">
            <a:off x="1047750" y="4000500"/>
            <a:ext cx="13716000" cy="46672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3D3D3D"/>
                </a:solidFill>
                <a:latin typeface="Mulish"/>
                <a:ea typeface="Mulish"/>
                <a:cs typeface="Mulish"/>
              </a:defRPr>
            </a:pPr>
            <a:r>
              <a:rPr sz="3150" b="0">
                <a:solidFill>
                  <a:srgbClr val="3D3D3D"/>
                </a:solidFill>
                <a:latin typeface="Mulish"/>
                <a:ea typeface="Mulish"/>
                <a:cs typeface="Mulish"/>
              </a:rPr>
              <a:t>Add supporting text</a:t>
            </a:r>
          </a:p>
        </p:txBody>
      </p:sp>
    </p:spTree>
  </p:cSld>
</p:sldLayout>
</file>

<file path=ppt/slideLayouts/slideLayout9.xml><?xml version="1.0" encoding="utf-8"?>
<p:sldLayout xmlns:p="http://schemas.openxmlformats.org/presentationml/2006/main">
  <p:cSld name="Circularo / Title and body / dark">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64CF3443-47EA-413A-9A15-C5197AB98B14}"/>
              </a:ext>
            </a:extLst>
          </p:cNvPr>
          <p:cNvSpPr>
            <a:spLocks xmlns:a="http://schemas.openxmlformats.org/drawingml/2006/main" noGrp="1"/>
          </p:cNvSpPr>
          <p:nvPr>
            <p:ph type="body" idx="1"/>
          </p:nvPr>
        </p:nvSpPr>
        <p:spPr>
          <a:xfrm xmlns:a="http://schemas.openxmlformats.org/drawingml/2006/main">
            <a:off x="1047750" y="4000500"/>
            <a:ext cx="13716000" cy="46672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Mulish"/>
                <a:ea typeface="Mulish"/>
                <a:cs typeface="Mulish"/>
              </a:defRPr>
            </a:pPr>
            <a:r>
              <a:rPr sz="3150" b="0">
                <a:solidFill>
                  <a:srgbClr val="FFFFFF"/>
                </a:solidFill>
                <a:latin typeface="Mulish"/>
                <a:ea typeface="Mulish"/>
                <a:cs typeface="Mulish"/>
              </a:rPr>
              <a:t>Add supporting text</a:t>
            </a:r>
          </a:p>
        </p:txBody>
      </p:sp>
    </p:spTree>
  </p:cSld>
</p:sldLayout>
</file>

<file path=ppt/slideLayouts/slideLayout10.xml><?xml version="1.0" encoding="utf-8"?>
<p:sldLayout xmlns:p="http://schemas.openxmlformats.org/presentationml/2006/main">
  <p:cSld name="Circularo / Title and body / gradien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657A0365-47D7-46D6-B63B-D29F3AB5787D}"/>
              </a:ext>
            </a:extLst>
          </p:cNvPr>
          <p:cNvSpPr>
            <a:spLocks xmlns:a="http://schemas.openxmlformats.org/drawingml/2006/main" noGrp="1"/>
          </p:cNvSpPr>
          <p:nvPr>
            <p:ph type="body" idx="1"/>
          </p:nvPr>
        </p:nvSpPr>
        <p:spPr>
          <a:xfrm xmlns:a="http://schemas.openxmlformats.org/drawingml/2006/main">
            <a:off x="1047750" y="4000500"/>
            <a:ext cx="13716000" cy="46672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Mulish"/>
                <a:ea typeface="Mulish"/>
                <a:cs typeface="Mulish"/>
              </a:defRPr>
            </a:pPr>
            <a:r>
              <a:rPr sz="3150" b="0">
                <a:solidFill>
                  <a:srgbClr val="FFFFFF"/>
                </a:solidFill>
                <a:latin typeface="Mulish"/>
                <a:ea typeface="Mulish"/>
                <a:cs typeface="Mulish"/>
              </a:rPr>
              <a:t>Add supporting text</a:t>
            </a:r>
          </a:p>
        </p:txBody>
      </p:sp>
    </p:spTree>
  </p:cSld>
</p:sldLayout>
</file>

<file path=ppt/slideLayouts/slideLayout11.xml><?xml version="1.0" encoding="utf-8"?>
<p:sldLayout xmlns:p="http://schemas.openxmlformats.org/presentationml/2006/main">
  <p:cSld name="Circularo / Statement and structured list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C4574305-AC2C-4A40-A6D2-753223F59644}"/>
              </a:ext>
            </a:extLst>
          </p:cNvPr>
          <p:cNvSpPr>
            <a:spLocks xmlns:a="http://schemas.openxmlformats.org/drawingml/2006/main" noGrp="1"/>
          </p:cNvSpPr>
          <p:nvPr>
            <p:ph type="title" idx="0"/>
          </p:nvPr>
        </p:nvSpPr>
        <p:spPr>
          <a:xfrm xmlns:a="http://schemas.openxmlformats.org/drawingml/2006/main">
            <a:off x="1047750" y="1809750"/>
            <a:ext cx="7429500" cy="4381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Slide title</a:t>
            </a:r>
          </a:p>
        </p:txBody>
      </p:sp>
    </p:spTree>
  </p:cSld>
</p:sldLayout>
</file>

<file path=ppt/slideLayouts/slideLayout12.xml><?xml version="1.0" encoding="utf-8"?>
<p:sldLayout xmlns:p="http://schemas.openxmlformats.org/presentationml/2006/main">
  <p:cSld name="Circularo / Statement and structured list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66F644BC-9681-46DF-A78A-673CF3FF3A41}"/>
              </a:ext>
            </a:extLst>
          </p:cNvPr>
          <p:cNvSpPr>
            <a:spLocks xmlns:a="http://schemas.openxmlformats.org/drawingml/2006/main" noGrp="1"/>
          </p:cNvSpPr>
          <p:nvPr>
            <p:ph type="title" idx="0"/>
          </p:nvPr>
        </p:nvSpPr>
        <p:spPr>
          <a:xfrm xmlns:a="http://schemas.openxmlformats.org/drawingml/2006/main">
            <a:off x="1047750" y="1809750"/>
            <a:ext cx="7429500" cy="4381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Slide title</a:t>
            </a:r>
          </a:p>
        </p:txBody>
      </p:sp>
    </p:spTree>
  </p:cSld>
</p:sldLayout>
</file>

<file path=ppt/slideLayouts/slideLayout13.xml><?xml version="1.0" encoding="utf-8"?>
<p:sldLayout xmlns:p="http://schemas.openxmlformats.org/presentationml/2006/main">
  <p:cSld name="Circularo / Statement and structured list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F730F898-8311-4B7E-9D78-2A8B63D98172}"/>
              </a:ext>
            </a:extLst>
          </p:cNvPr>
          <p:cNvSpPr>
            <a:spLocks xmlns:a="http://schemas.openxmlformats.org/drawingml/2006/main" noGrp="1"/>
          </p:cNvSpPr>
          <p:nvPr>
            <p:ph type="title" idx="0"/>
          </p:nvPr>
        </p:nvSpPr>
        <p:spPr>
          <a:xfrm xmlns:a="http://schemas.openxmlformats.org/drawingml/2006/main">
            <a:off x="1047750" y="1809750"/>
            <a:ext cx="7429500" cy="4381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Slide title</a:t>
            </a:r>
          </a:p>
        </p:txBody>
      </p:sp>
    </p:spTree>
  </p:cSld>
</p:sldLayout>
</file>

<file path=ppt/slideLayouts/slideLayout14.xml><?xml version="1.0" encoding="utf-8"?>
<p:sldLayout xmlns:p="http://schemas.openxmlformats.org/presentationml/2006/main">
  <p:cSld name="Circularo / Two-column comparison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7E1ED33D-48D8-4FC8-8DAC-33D9EDD35C7D}"/>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7325E097-179C-464D-AFA7-187DEFDBAFDC}"/>
              </a:ext>
            </a:extLst>
          </p:cNvPr>
          <p:cNvSpPr>
            <a:spLocks xmlns:a="http://schemas.openxmlformats.org/drawingml/2006/main" noGrp="1"/>
          </p:cNvSpPr>
          <p:nvPr>
            <p:ph idx="1"/>
          </p:nvPr>
        </p:nvSpPr>
        <p:spPr>
          <a:xfrm xmlns:a="http://schemas.openxmlformats.org/drawingml/2006/main">
            <a:off x="104775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F58CC45B-4422-4DCB-A49D-0D3F2818EA38}"/>
              </a:ext>
            </a:extLst>
          </p:cNvPr>
          <p:cNvSpPr>
            <a:spLocks xmlns:a="http://schemas.openxmlformats.org/drawingml/2006/main" noGrp="1"/>
          </p:cNvSpPr>
          <p:nvPr>
            <p:ph idx="2"/>
          </p:nvPr>
        </p:nvSpPr>
        <p:spPr>
          <a:xfrm xmlns:a="http://schemas.openxmlformats.org/drawingml/2006/main">
            <a:off x="104775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C6CFB07A-0FE3-4C55-BD03-78954779831B}"/>
              </a:ext>
            </a:extLst>
          </p:cNvPr>
          <p:cNvSpPr>
            <a:spLocks xmlns:a="http://schemas.openxmlformats.org/drawingml/2006/main" noGrp="1"/>
          </p:cNvSpPr>
          <p:nvPr>
            <p:ph idx="3"/>
          </p:nvPr>
        </p:nvSpPr>
        <p:spPr>
          <a:xfrm xmlns:a="http://schemas.openxmlformats.org/drawingml/2006/main">
            <a:off x="952500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5FA69710-AE1B-48C6-B34D-9C34C4B9A3C8}"/>
              </a:ext>
            </a:extLst>
          </p:cNvPr>
          <p:cNvSpPr>
            <a:spLocks xmlns:a="http://schemas.openxmlformats.org/drawingml/2006/main" noGrp="1"/>
          </p:cNvSpPr>
          <p:nvPr>
            <p:ph idx="4"/>
          </p:nvPr>
        </p:nvSpPr>
        <p:spPr>
          <a:xfrm xmlns:a="http://schemas.openxmlformats.org/drawingml/2006/main">
            <a:off x="952500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Tree>
  </p:cSld>
</p:sldLayout>
</file>

<file path=ppt/slideLayouts/slideLayout15.xml><?xml version="1.0" encoding="utf-8"?>
<p:sldLayout xmlns:p="http://schemas.openxmlformats.org/presentationml/2006/main">
  <p:cSld name="Circularo / Two-column comparison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1E7876FE-B134-4021-A89F-A61A184C3AC0}"/>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B6BB42E8-4AF7-43A0-95B0-B08131EACB2F}"/>
              </a:ext>
            </a:extLst>
          </p:cNvPr>
          <p:cNvSpPr>
            <a:spLocks xmlns:a="http://schemas.openxmlformats.org/drawingml/2006/main" noGrp="1"/>
          </p:cNvSpPr>
          <p:nvPr>
            <p:ph idx="1"/>
          </p:nvPr>
        </p:nvSpPr>
        <p:spPr>
          <a:xfrm xmlns:a="http://schemas.openxmlformats.org/drawingml/2006/main">
            <a:off x="104775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5801271B-D646-4F76-AFF3-2F0402C84765}"/>
              </a:ext>
            </a:extLst>
          </p:cNvPr>
          <p:cNvSpPr>
            <a:spLocks xmlns:a="http://schemas.openxmlformats.org/drawingml/2006/main" noGrp="1"/>
          </p:cNvSpPr>
          <p:nvPr>
            <p:ph idx="2"/>
          </p:nvPr>
        </p:nvSpPr>
        <p:spPr>
          <a:xfrm xmlns:a="http://schemas.openxmlformats.org/drawingml/2006/main">
            <a:off x="104775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41065700-49BD-47C1-8AD2-93FBC3968342}"/>
              </a:ext>
            </a:extLst>
          </p:cNvPr>
          <p:cNvSpPr>
            <a:spLocks xmlns:a="http://schemas.openxmlformats.org/drawingml/2006/main" noGrp="1"/>
          </p:cNvSpPr>
          <p:nvPr>
            <p:ph idx="3"/>
          </p:nvPr>
        </p:nvSpPr>
        <p:spPr>
          <a:xfrm xmlns:a="http://schemas.openxmlformats.org/drawingml/2006/main">
            <a:off x="952500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C72E395B-CC8C-4B98-B1CF-BB9D359F753E}"/>
              </a:ext>
            </a:extLst>
          </p:cNvPr>
          <p:cNvSpPr>
            <a:spLocks xmlns:a="http://schemas.openxmlformats.org/drawingml/2006/main" noGrp="1"/>
          </p:cNvSpPr>
          <p:nvPr>
            <p:ph idx="4"/>
          </p:nvPr>
        </p:nvSpPr>
        <p:spPr>
          <a:xfrm xmlns:a="http://schemas.openxmlformats.org/drawingml/2006/main">
            <a:off x="952500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16.xml><?xml version="1.0" encoding="utf-8"?>
<p:sldLayout xmlns:p="http://schemas.openxmlformats.org/presentationml/2006/main">
  <p:cSld name="Circularo / Two-column comparison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6AB51CA6-DACA-493F-B71E-0C3B5AEF43B8}"/>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AA043A95-2DDB-4130-9373-F7066B35EB23}"/>
              </a:ext>
            </a:extLst>
          </p:cNvPr>
          <p:cNvSpPr>
            <a:spLocks xmlns:a="http://schemas.openxmlformats.org/drawingml/2006/main" noGrp="1"/>
          </p:cNvSpPr>
          <p:nvPr>
            <p:ph idx="1"/>
          </p:nvPr>
        </p:nvSpPr>
        <p:spPr>
          <a:xfrm xmlns:a="http://schemas.openxmlformats.org/drawingml/2006/main">
            <a:off x="104775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49C56D77-CB3B-4792-B90B-647AF3B2F866}"/>
              </a:ext>
            </a:extLst>
          </p:cNvPr>
          <p:cNvSpPr>
            <a:spLocks xmlns:a="http://schemas.openxmlformats.org/drawingml/2006/main" noGrp="1"/>
          </p:cNvSpPr>
          <p:nvPr>
            <p:ph idx="2"/>
          </p:nvPr>
        </p:nvSpPr>
        <p:spPr>
          <a:xfrm xmlns:a="http://schemas.openxmlformats.org/drawingml/2006/main">
            <a:off x="104775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03926230-76C5-4AB9-966C-F532986B8745}"/>
              </a:ext>
            </a:extLst>
          </p:cNvPr>
          <p:cNvSpPr>
            <a:spLocks xmlns:a="http://schemas.openxmlformats.org/drawingml/2006/main" noGrp="1"/>
          </p:cNvSpPr>
          <p:nvPr>
            <p:ph idx="3"/>
          </p:nvPr>
        </p:nvSpPr>
        <p:spPr>
          <a:xfrm xmlns:a="http://schemas.openxmlformats.org/drawingml/2006/main">
            <a:off x="952500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005E25F3-420B-4832-82F8-B56502C2AA25}"/>
              </a:ext>
            </a:extLst>
          </p:cNvPr>
          <p:cNvSpPr>
            <a:spLocks xmlns:a="http://schemas.openxmlformats.org/drawingml/2006/main" noGrp="1"/>
          </p:cNvSpPr>
          <p:nvPr>
            <p:ph idx="4"/>
          </p:nvPr>
        </p:nvSpPr>
        <p:spPr>
          <a:xfrm xmlns:a="http://schemas.openxmlformats.org/drawingml/2006/main">
            <a:off x="952500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17.xml><?xml version="1.0" encoding="utf-8"?>
<p:sldLayout xmlns:p="http://schemas.openxmlformats.org/presentationml/2006/main">
  <p:cSld name="Circularo / Three-column overview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23B827B5-04D3-48EF-8D1A-BF925EC79C68}"/>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0955D53F-C510-4208-A7AB-3FD1900E35A0}"/>
              </a:ext>
            </a:extLst>
          </p:cNvPr>
          <p:cNvSpPr>
            <a:spLocks xmlns:a="http://schemas.openxmlformats.org/drawingml/2006/main" noGrp="1"/>
          </p:cNvSpPr>
          <p:nvPr>
            <p:ph idx="1"/>
          </p:nvPr>
        </p:nvSpPr>
        <p:spPr>
          <a:xfrm xmlns:a="http://schemas.openxmlformats.org/drawingml/2006/main">
            <a:off x="10477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AD3D44BE-B2AC-420B-8515-05DC84E5C109}"/>
              </a:ext>
            </a:extLst>
          </p:cNvPr>
          <p:cNvSpPr>
            <a:spLocks xmlns:a="http://schemas.openxmlformats.org/drawingml/2006/main" noGrp="1"/>
          </p:cNvSpPr>
          <p:nvPr>
            <p:ph idx="2"/>
          </p:nvPr>
        </p:nvSpPr>
        <p:spPr>
          <a:xfrm xmlns:a="http://schemas.openxmlformats.org/drawingml/2006/main">
            <a:off x="10477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32FEDB79-A49B-42B4-9EB0-0CD62BC97EE9}"/>
              </a:ext>
            </a:extLst>
          </p:cNvPr>
          <p:cNvSpPr>
            <a:spLocks xmlns:a="http://schemas.openxmlformats.org/drawingml/2006/main" noGrp="1"/>
          </p:cNvSpPr>
          <p:nvPr>
            <p:ph idx="3"/>
          </p:nvPr>
        </p:nvSpPr>
        <p:spPr>
          <a:xfrm xmlns:a="http://schemas.openxmlformats.org/drawingml/2006/main">
            <a:off x="666750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77B15F0A-7EA3-4C83-92B5-2096BD722F71}"/>
              </a:ext>
            </a:extLst>
          </p:cNvPr>
          <p:cNvSpPr>
            <a:spLocks xmlns:a="http://schemas.openxmlformats.org/drawingml/2006/main" noGrp="1"/>
          </p:cNvSpPr>
          <p:nvPr>
            <p:ph idx="4"/>
          </p:nvPr>
        </p:nvSpPr>
        <p:spPr>
          <a:xfrm xmlns:a="http://schemas.openxmlformats.org/drawingml/2006/main">
            <a:off x="666750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7" name="heading-2">
            <a:extLst xmlns:a="http://schemas.openxmlformats.org/drawingml/2006/main">
              <a:ext uri="{FF2B5EF4-FFF2-40B4-BE49-F238E27FC236}">
                <a16:creationId xmlns:a16="http://schemas.microsoft.com/office/drawing/2014/main" id="{F5D1A456-5DA3-4154-9EEF-34FC4288BB7E}"/>
              </a:ext>
            </a:extLst>
          </p:cNvPr>
          <p:cNvSpPr>
            <a:spLocks xmlns:a="http://schemas.openxmlformats.org/drawingml/2006/main" noGrp="1"/>
          </p:cNvSpPr>
          <p:nvPr>
            <p:ph idx="5"/>
          </p:nvPr>
        </p:nvSpPr>
        <p:spPr>
          <a:xfrm xmlns:a="http://schemas.openxmlformats.org/drawingml/2006/main">
            <a:off x="122872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Column heading</a:t>
            </a:r>
          </a:p>
        </p:txBody>
      </p:sp>
      <p:sp>
        <p:nvSpPr>
          <p:cNvPr id="8" name="detail-2">
            <a:extLst xmlns:a="http://schemas.openxmlformats.org/drawingml/2006/main">
              <a:ext uri="{FF2B5EF4-FFF2-40B4-BE49-F238E27FC236}">
                <a16:creationId xmlns:a16="http://schemas.microsoft.com/office/drawing/2014/main" id="{93284117-BC39-4090-8BD5-24B0455CF1AA}"/>
              </a:ext>
            </a:extLst>
          </p:cNvPr>
          <p:cNvSpPr>
            <a:spLocks xmlns:a="http://schemas.openxmlformats.org/drawingml/2006/main" noGrp="1"/>
          </p:cNvSpPr>
          <p:nvPr>
            <p:ph idx="6"/>
          </p:nvPr>
        </p:nvSpPr>
        <p:spPr>
          <a:xfrm xmlns:a="http://schemas.openxmlformats.org/drawingml/2006/main">
            <a:off x="122872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Tree>
  </p:cSld>
</p:sldLayout>
</file>

<file path=ppt/slideLayouts/slideLayout18.xml><?xml version="1.0" encoding="utf-8"?>
<p:sldLayout xmlns:p="http://schemas.openxmlformats.org/presentationml/2006/main">
  <p:cSld name="Circularo / Three-column overview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B74C3E0-CF97-45C8-8C67-6420F6ED3932}"/>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B1077A8D-AC13-418C-87BE-6BBCCEF431A0}"/>
              </a:ext>
            </a:extLst>
          </p:cNvPr>
          <p:cNvSpPr>
            <a:spLocks xmlns:a="http://schemas.openxmlformats.org/drawingml/2006/main" noGrp="1"/>
          </p:cNvSpPr>
          <p:nvPr>
            <p:ph idx="1"/>
          </p:nvPr>
        </p:nvSpPr>
        <p:spPr>
          <a:xfrm xmlns:a="http://schemas.openxmlformats.org/drawingml/2006/main">
            <a:off x="10477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A9FA1134-966B-4331-869B-5ACA66855F78}"/>
              </a:ext>
            </a:extLst>
          </p:cNvPr>
          <p:cNvSpPr>
            <a:spLocks xmlns:a="http://schemas.openxmlformats.org/drawingml/2006/main" noGrp="1"/>
          </p:cNvSpPr>
          <p:nvPr>
            <p:ph idx="2"/>
          </p:nvPr>
        </p:nvSpPr>
        <p:spPr>
          <a:xfrm xmlns:a="http://schemas.openxmlformats.org/drawingml/2006/main">
            <a:off x="10477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C71FCCC2-A9FA-46C9-9747-9F3AFD22C4BC}"/>
              </a:ext>
            </a:extLst>
          </p:cNvPr>
          <p:cNvSpPr>
            <a:spLocks xmlns:a="http://schemas.openxmlformats.org/drawingml/2006/main" noGrp="1"/>
          </p:cNvSpPr>
          <p:nvPr>
            <p:ph idx="3"/>
          </p:nvPr>
        </p:nvSpPr>
        <p:spPr>
          <a:xfrm xmlns:a="http://schemas.openxmlformats.org/drawingml/2006/main">
            <a:off x="666750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8918916C-28FD-49A9-81FC-70EEC26C7FCD}"/>
              </a:ext>
            </a:extLst>
          </p:cNvPr>
          <p:cNvSpPr>
            <a:spLocks xmlns:a="http://schemas.openxmlformats.org/drawingml/2006/main" noGrp="1"/>
          </p:cNvSpPr>
          <p:nvPr>
            <p:ph idx="4"/>
          </p:nvPr>
        </p:nvSpPr>
        <p:spPr>
          <a:xfrm xmlns:a="http://schemas.openxmlformats.org/drawingml/2006/main">
            <a:off x="666750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7" name="heading-2">
            <a:extLst xmlns:a="http://schemas.openxmlformats.org/drawingml/2006/main">
              <a:ext uri="{FF2B5EF4-FFF2-40B4-BE49-F238E27FC236}">
                <a16:creationId xmlns:a16="http://schemas.microsoft.com/office/drawing/2014/main" id="{F2D0E9CD-6336-45E9-B750-41588BB2280C}"/>
              </a:ext>
            </a:extLst>
          </p:cNvPr>
          <p:cNvSpPr>
            <a:spLocks xmlns:a="http://schemas.openxmlformats.org/drawingml/2006/main" noGrp="1"/>
          </p:cNvSpPr>
          <p:nvPr>
            <p:ph idx="5"/>
          </p:nvPr>
        </p:nvSpPr>
        <p:spPr>
          <a:xfrm xmlns:a="http://schemas.openxmlformats.org/drawingml/2006/main">
            <a:off x="122872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8" name="detail-2">
            <a:extLst xmlns:a="http://schemas.openxmlformats.org/drawingml/2006/main">
              <a:ext uri="{FF2B5EF4-FFF2-40B4-BE49-F238E27FC236}">
                <a16:creationId xmlns:a16="http://schemas.microsoft.com/office/drawing/2014/main" id="{B6C62A23-0F06-40F4-88DB-213BDFFCF406}"/>
              </a:ext>
            </a:extLst>
          </p:cNvPr>
          <p:cNvSpPr>
            <a:spLocks xmlns:a="http://schemas.openxmlformats.org/drawingml/2006/main" noGrp="1"/>
          </p:cNvSpPr>
          <p:nvPr>
            <p:ph idx="6"/>
          </p:nvPr>
        </p:nvSpPr>
        <p:spPr>
          <a:xfrm xmlns:a="http://schemas.openxmlformats.org/drawingml/2006/main">
            <a:off x="122872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19.xml><?xml version="1.0" encoding="utf-8"?>
<p:sldLayout xmlns:p="http://schemas.openxmlformats.org/presentationml/2006/main">
  <p:cSld name="Circularo / Three-column overview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93D14C15-870B-4EF1-A202-056EB7437B71}"/>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074CE16B-1FCA-41A4-9EC2-7B70597E0003}"/>
              </a:ext>
            </a:extLst>
          </p:cNvPr>
          <p:cNvSpPr>
            <a:spLocks xmlns:a="http://schemas.openxmlformats.org/drawingml/2006/main" noGrp="1"/>
          </p:cNvSpPr>
          <p:nvPr>
            <p:ph idx="1"/>
          </p:nvPr>
        </p:nvSpPr>
        <p:spPr>
          <a:xfrm xmlns:a="http://schemas.openxmlformats.org/drawingml/2006/main">
            <a:off x="10477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F754B27D-654B-4DB8-BE0B-C9C2391F5550}"/>
              </a:ext>
            </a:extLst>
          </p:cNvPr>
          <p:cNvSpPr>
            <a:spLocks xmlns:a="http://schemas.openxmlformats.org/drawingml/2006/main" noGrp="1"/>
          </p:cNvSpPr>
          <p:nvPr>
            <p:ph idx="2"/>
          </p:nvPr>
        </p:nvSpPr>
        <p:spPr>
          <a:xfrm xmlns:a="http://schemas.openxmlformats.org/drawingml/2006/main">
            <a:off x="10477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1CB96150-00FE-4831-B12A-332F533D1F7E}"/>
              </a:ext>
            </a:extLst>
          </p:cNvPr>
          <p:cNvSpPr>
            <a:spLocks xmlns:a="http://schemas.openxmlformats.org/drawingml/2006/main" noGrp="1"/>
          </p:cNvSpPr>
          <p:nvPr>
            <p:ph idx="3"/>
          </p:nvPr>
        </p:nvSpPr>
        <p:spPr>
          <a:xfrm xmlns:a="http://schemas.openxmlformats.org/drawingml/2006/main">
            <a:off x="666750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F9F22106-F043-4215-A60D-89F6925B6CB1}"/>
              </a:ext>
            </a:extLst>
          </p:cNvPr>
          <p:cNvSpPr>
            <a:spLocks xmlns:a="http://schemas.openxmlformats.org/drawingml/2006/main" noGrp="1"/>
          </p:cNvSpPr>
          <p:nvPr>
            <p:ph idx="4"/>
          </p:nvPr>
        </p:nvSpPr>
        <p:spPr>
          <a:xfrm xmlns:a="http://schemas.openxmlformats.org/drawingml/2006/main">
            <a:off x="666750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7" name="heading-2">
            <a:extLst xmlns:a="http://schemas.openxmlformats.org/drawingml/2006/main">
              <a:ext uri="{FF2B5EF4-FFF2-40B4-BE49-F238E27FC236}">
                <a16:creationId xmlns:a16="http://schemas.microsoft.com/office/drawing/2014/main" id="{D2F07FFB-AE0A-4A2E-9022-0AB23274158C}"/>
              </a:ext>
            </a:extLst>
          </p:cNvPr>
          <p:cNvSpPr>
            <a:spLocks xmlns:a="http://schemas.openxmlformats.org/drawingml/2006/main" noGrp="1"/>
          </p:cNvSpPr>
          <p:nvPr>
            <p:ph idx="5"/>
          </p:nvPr>
        </p:nvSpPr>
        <p:spPr>
          <a:xfrm xmlns:a="http://schemas.openxmlformats.org/drawingml/2006/main">
            <a:off x="122872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8" name="detail-2">
            <a:extLst xmlns:a="http://schemas.openxmlformats.org/drawingml/2006/main">
              <a:ext uri="{FF2B5EF4-FFF2-40B4-BE49-F238E27FC236}">
                <a16:creationId xmlns:a16="http://schemas.microsoft.com/office/drawing/2014/main" id="{AD872ACD-2CE0-42C8-9A36-BB89ED81F498}"/>
              </a:ext>
            </a:extLst>
          </p:cNvPr>
          <p:cNvSpPr>
            <a:spLocks xmlns:a="http://schemas.openxmlformats.org/drawingml/2006/main" noGrp="1"/>
          </p:cNvSpPr>
          <p:nvPr>
            <p:ph idx="6"/>
          </p:nvPr>
        </p:nvSpPr>
        <p:spPr>
          <a:xfrm xmlns:a="http://schemas.openxmlformats.org/drawingml/2006/main">
            <a:off x="122872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20.xml><?xml version="1.0" encoding="utf-8"?>
<p:sldLayout xmlns:p="http://schemas.openxmlformats.org/presentationml/2006/main">
  <p:cSld name="Circularo / Process or timelin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06987E6C-D34C-4F16-9098-5DB35E9F5606}"/>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21.xml><?xml version="1.0" encoding="utf-8"?>
<p:sldLayout xmlns:p="http://schemas.openxmlformats.org/presentationml/2006/main">
  <p:cSld name="Circularo / Process or timeline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E971E3C6-3D9B-4E33-989D-77278263911F}"/>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2.xml><?xml version="1.0" encoding="utf-8"?>
<p:sldLayout xmlns:p="http://schemas.openxmlformats.org/presentationml/2006/main">
  <p:cSld name="Circularo / Process or timeline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A9BAC7BB-0D9D-43C8-9099-86C505B360DF}"/>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3.xml><?xml version="1.0" encoding="utf-8"?>
<p:sldLayout xmlns:p="http://schemas.openxmlformats.org/presentationml/2006/main">
  <p:cSld name="Circularo / Layered architectur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023A73FB-4357-4E9B-8F60-E96E4CD172BA}"/>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24.xml><?xml version="1.0" encoding="utf-8"?>
<p:sldLayout xmlns:p="http://schemas.openxmlformats.org/presentationml/2006/main">
  <p:cSld name="Circularo / Layered architecture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A2437706-6891-46BA-B53A-67BAA863281A}"/>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5.xml><?xml version="1.0" encoding="utf-8"?>
<p:sldLayout xmlns:p="http://schemas.openxmlformats.org/presentationml/2006/main">
  <p:cSld name="Circularo / Layered architecture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B7A2F8F5-5E39-4CE6-8B56-7D363FC54914}"/>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6.xml><?xml version="1.0" encoding="utf-8"?>
<p:sldLayout xmlns:p="http://schemas.openxmlformats.org/presentationml/2006/main">
  <p:cSld name="Circularo / Editable evidence tabl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530B4505-1A95-4DB7-8480-4946F207829B}"/>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27.xml><?xml version="1.0" encoding="utf-8"?>
<p:sldLayout xmlns:p="http://schemas.openxmlformats.org/presentationml/2006/main">
  <p:cSld name="Circularo / Editable evidence table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2BDF160B-072E-4C25-80E7-E27CD51F9B09}"/>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8.xml><?xml version="1.0" encoding="utf-8"?>
<p:sldLayout xmlns:p="http://schemas.openxmlformats.org/presentationml/2006/main">
  <p:cSld name="Circularo / Editable evidence table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2926FC56-93DD-42FE-BB87-62B4A5BF0EAF}"/>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9.xml><?xml version="1.0" encoding="utf-8"?>
<p:sldLayout xmlns:p="http://schemas.openxmlformats.org/presentationml/2006/main">
  <p:cSld name="Circularo / Editable data chart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435E0F49-972C-4475-893A-C1463D929710}"/>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30.xml><?xml version="1.0" encoding="utf-8"?>
<p:sldLayout xmlns:p="http://schemas.openxmlformats.org/presentationml/2006/main">
  <p:cSld name="Circularo / Editable data chart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B52FFAE0-B9BD-4B0F-9BB3-C6A19E05B468}"/>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31.xml><?xml version="1.0" encoding="utf-8"?>
<p:sldLayout xmlns:p="http://schemas.openxmlformats.org/presentationml/2006/main">
  <p:cSld name="Circularo / Editable data chart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87E7A374-6964-409B-B570-F88B153D6A74}"/>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32.xml><?xml version="1.0" encoding="utf-8"?>
<p:sldLayout xmlns:p="http://schemas.openxmlformats.org/presentationml/2006/main">
  <p:cSld name="Circularo / Title, body and artwork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14A0D78A-1502-4CF4-9404-4F3B42EF23B6}"/>
              </a:ext>
            </a:extLst>
          </p:cNvPr>
          <p:cNvSpPr>
            <a:spLocks xmlns:a="http://schemas.openxmlformats.org/drawingml/2006/main" noGrp="1"/>
          </p:cNvSpPr>
          <p:nvPr>
            <p:ph type="title" idx="0"/>
          </p:nvPr>
        </p:nvSpPr>
        <p:spPr>
          <a:xfrm xmlns:a="http://schemas.openxmlformats.org/drawingml/2006/main">
            <a:off x="1047750" y="2238375"/>
            <a:ext cx="8191500" cy="2667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
        <p:nvSpPr>
          <p:cNvPr id="3" name="body">
            <a:extLst xmlns:a="http://schemas.openxmlformats.org/drawingml/2006/main">
              <a:ext uri="{FF2B5EF4-FFF2-40B4-BE49-F238E27FC236}">
                <a16:creationId xmlns:a16="http://schemas.microsoft.com/office/drawing/2014/main" id="{5CA59ABC-8B77-4A3C-8FCA-8541EC9B48C2}"/>
              </a:ext>
            </a:extLst>
          </p:cNvPr>
          <p:cNvSpPr>
            <a:spLocks xmlns:a="http://schemas.openxmlformats.org/drawingml/2006/main" noGrp="1"/>
          </p:cNvSpPr>
          <p:nvPr>
            <p:ph idx="1"/>
          </p:nvPr>
        </p:nvSpPr>
        <p:spPr>
          <a:xfrm xmlns:a="http://schemas.openxmlformats.org/drawingml/2006/main">
            <a:off x="1047750" y="5429250"/>
            <a:ext cx="7810500" cy="30480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Tree>
  </p:cSld>
</p:sldLayout>
</file>

<file path=ppt/slideLayouts/slideLayout33.xml><?xml version="1.0" encoding="utf-8"?>
<p:sldLayout xmlns:p="http://schemas.openxmlformats.org/presentationml/2006/main">
  <p:cSld name="Circularo / Title, body and artwork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222CC12E-7C5F-4DF8-B158-5E3E58A134B4}"/>
              </a:ext>
            </a:extLst>
          </p:cNvPr>
          <p:cNvSpPr>
            <a:spLocks xmlns:a="http://schemas.openxmlformats.org/drawingml/2006/main" noGrp="1"/>
          </p:cNvSpPr>
          <p:nvPr>
            <p:ph type="title" idx="0"/>
          </p:nvPr>
        </p:nvSpPr>
        <p:spPr>
          <a:xfrm xmlns:a="http://schemas.openxmlformats.org/drawingml/2006/main">
            <a:off x="1047750" y="2238375"/>
            <a:ext cx="8191500" cy="2667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body">
            <a:extLst xmlns:a="http://schemas.openxmlformats.org/drawingml/2006/main">
              <a:ext uri="{FF2B5EF4-FFF2-40B4-BE49-F238E27FC236}">
                <a16:creationId xmlns:a16="http://schemas.microsoft.com/office/drawing/2014/main" id="{B47EC9E1-D2B9-4236-A64F-CA6F8EFFB9B7}"/>
              </a:ext>
            </a:extLst>
          </p:cNvPr>
          <p:cNvSpPr>
            <a:spLocks xmlns:a="http://schemas.openxmlformats.org/drawingml/2006/main" noGrp="1"/>
          </p:cNvSpPr>
          <p:nvPr>
            <p:ph idx="1"/>
          </p:nvPr>
        </p:nvSpPr>
        <p:spPr>
          <a:xfrm xmlns:a="http://schemas.openxmlformats.org/drawingml/2006/main">
            <a:off x="1047750" y="5429250"/>
            <a:ext cx="7810500" cy="30480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34.xml><?xml version="1.0" encoding="utf-8"?>
<p:sldLayout xmlns:p="http://schemas.openxmlformats.org/presentationml/2006/main">
  <p:cSld name="Circularo / Title, body and artwork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718DFE7-34D8-492C-82F4-4B827A46AA97}"/>
              </a:ext>
            </a:extLst>
          </p:cNvPr>
          <p:cNvSpPr>
            <a:spLocks xmlns:a="http://schemas.openxmlformats.org/drawingml/2006/main" noGrp="1"/>
          </p:cNvSpPr>
          <p:nvPr>
            <p:ph type="title" idx="0"/>
          </p:nvPr>
        </p:nvSpPr>
        <p:spPr>
          <a:xfrm xmlns:a="http://schemas.openxmlformats.org/drawingml/2006/main">
            <a:off x="1047750" y="2238375"/>
            <a:ext cx="8191500" cy="2667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body">
            <a:extLst xmlns:a="http://schemas.openxmlformats.org/drawingml/2006/main">
              <a:ext uri="{FF2B5EF4-FFF2-40B4-BE49-F238E27FC236}">
                <a16:creationId xmlns:a16="http://schemas.microsoft.com/office/drawing/2014/main" id="{7081A0DF-83FF-4FE2-9642-0C70C0807431}"/>
              </a:ext>
            </a:extLst>
          </p:cNvPr>
          <p:cNvSpPr>
            <a:spLocks xmlns:a="http://schemas.openxmlformats.org/drawingml/2006/main" noGrp="1"/>
          </p:cNvSpPr>
          <p:nvPr>
            <p:ph idx="1"/>
          </p:nvPr>
        </p:nvSpPr>
        <p:spPr>
          <a:xfrm xmlns:a="http://schemas.openxmlformats.org/drawingml/2006/main">
            <a:off x="1047750" y="5429250"/>
            <a:ext cx="7810500" cy="30480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35.xml><?xml version="1.0" encoding="utf-8"?>
<p:sldLayout xmlns:p="http://schemas.openxmlformats.org/presentationml/2006/main">
  <p:cSld name="Circularo / Highlight statement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5DCA4B36-C55A-4C4F-A196-132ED612EF48}"/>
              </a:ext>
            </a:extLst>
          </p:cNvPr>
          <p:cNvSpPr>
            <a:spLocks xmlns:a="http://schemas.openxmlformats.org/drawingml/2006/main" noGrp="1"/>
          </p:cNvSpPr>
          <p:nvPr>
            <p:ph type="title" idx="0"/>
          </p:nvPr>
        </p:nvSpPr>
        <p:spPr>
          <a:xfrm xmlns:a="http://schemas.openxmlformats.org/drawingml/2006/main">
            <a:off x="1047750" y="2286000"/>
            <a:ext cx="15811500" cy="4191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Slide title</a:t>
            </a:r>
          </a:p>
        </p:txBody>
      </p:sp>
      <p:sp>
        <p:nvSpPr>
          <p:cNvPr id="3" name="support">
            <a:extLst xmlns:a="http://schemas.openxmlformats.org/drawingml/2006/main">
              <a:ext uri="{FF2B5EF4-FFF2-40B4-BE49-F238E27FC236}">
                <a16:creationId xmlns:a16="http://schemas.microsoft.com/office/drawing/2014/main" id="{90EB4509-E348-414B-8EC5-247A90BC6E6B}"/>
              </a:ext>
            </a:extLst>
          </p:cNvPr>
          <p:cNvSpPr>
            <a:spLocks xmlns:a="http://schemas.openxmlformats.org/drawingml/2006/main" noGrp="1"/>
          </p:cNvSpPr>
          <p:nvPr>
            <p:ph idx="1"/>
          </p:nvPr>
        </p:nvSpPr>
        <p:spPr>
          <a:xfrm xmlns:a="http://schemas.openxmlformats.org/drawingml/2006/main">
            <a:off x="1047750" y="7334250"/>
            <a:ext cx="14097000" cy="1714500"/>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Add supporting text</a:t>
            </a:r>
          </a:p>
        </p:txBody>
      </p:sp>
    </p:spTree>
  </p:cSld>
</p:sldLayout>
</file>

<file path=ppt/slideLayouts/slideLayout36.xml><?xml version="1.0" encoding="utf-8"?>
<p:sldLayout xmlns:p="http://schemas.openxmlformats.org/presentationml/2006/main">
  <p:cSld name="Circularo / Highlight statement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2EE7CF19-5390-4E45-BFB3-C8BE4AC24169}"/>
              </a:ext>
            </a:extLst>
          </p:cNvPr>
          <p:cNvSpPr>
            <a:spLocks xmlns:a="http://schemas.openxmlformats.org/drawingml/2006/main" noGrp="1"/>
          </p:cNvSpPr>
          <p:nvPr>
            <p:ph type="title" idx="0"/>
          </p:nvPr>
        </p:nvSpPr>
        <p:spPr>
          <a:xfrm xmlns:a="http://schemas.openxmlformats.org/drawingml/2006/main">
            <a:off x="1047750" y="2286000"/>
            <a:ext cx="15811500" cy="4191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Slide title</a:t>
            </a:r>
          </a:p>
        </p:txBody>
      </p:sp>
      <p:sp>
        <p:nvSpPr>
          <p:cNvPr id="3" name="support">
            <a:extLst xmlns:a="http://schemas.openxmlformats.org/drawingml/2006/main">
              <a:ext uri="{FF2B5EF4-FFF2-40B4-BE49-F238E27FC236}">
                <a16:creationId xmlns:a16="http://schemas.microsoft.com/office/drawing/2014/main" id="{22EC10B9-E04C-4BFA-BFE8-5329992B584B}"/>
              </a:ext>
            </a:extLst>
          </p:cNvPr>
          <p:cNvSpPr>
            <a:spLocks xmlns:a="http://schemas.openxmlformats.org/drawingml/2006/main" noGrp="1"/>
          </p:cNvSpPr>
          <p:nvPr>
            <p:ph idx="1"/>
          </p:nvPr>
        </p:nvSpPr>
        <p:spPr>
          <a:xfrm xmlns:a="http://schemas.openxmlformats.org/drawingml/2006/main">
            <a:off x="1047750" y="7334250"/>
            <a:ext cx="14097000" cy="1714500"/>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37.xml><?xml version="1.0" encoding="utf-8"?>
<p:sldLayout xmlns:p="http://schemas.openxmlformats.org/presentationml/2006/main">
  <p:cSld name="Circularo / Highlight statement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969B76B1-6001-41BB-AE98-288487933951}"/>
              </a:ext>
            </a:extLst>
          </p:cNvPr>
          <p:cNvSpPr>
            <a:spLocks xmlns:a="http://schemas.openxmlformats.org/drawingml/2006/main" noGrp="1"/>
          </p:cNvSpPr>
          <p:nvPr>
            <p:ph type="title" idx="0"/>
          </p:nvPr>
        </p:nvSpPr>
        <p:spPr>
          <a:xfrm xmlns:a="http://schemas.openxmlformats.org/drawingml/2006/main">
            <a:off x="1047750" y="2286000"/>
            <a:ext cx="15811500" cy="4191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Slide title</a:t>
            </a:r>
          </a:p>
        </p:txBody>
      </p:sp>
      <p:sp>
        <p:nvSpPr>
          <p:cNvPr id="3" name="support">
            <a:extLst xmlns:a="http://schemas.openxmlformats.org/drawingml/2006/main">
              <a:ext uri="{FF2B5EF4-FFF2-40B4-BE49-F238E27FC236}">
                <a16:creationId xmlns:a16="http://schemas.microsoft.com/office/drawing/2014/main" id="{5D6A1949-0E81-44FB-BFBD-9D77B8C050AD}"/>
              </a:ext>
            </a:extLst>
          </p:cNvPr>
          <p:cNvSpPr>
            <a:spLocks xmlns:a="http://schemas.openxmlformats.org/drawingml/2006/main" noGrp="1"/>
          </p:cNvSpPr>
          <p:nvPr>
            <p:ph idx="1"/>
          </p:nvPr>
        </p:nvSpPr>
        <p:spPr>
          <a:xfrm xmlns:a="http://schemas.openxmlformats.org/drawingml/2006/main">
            <a:off x="1047750" y="7334250"/>
            <a:ext cx="14097000" cy="1714500"/>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38.xml><?xml version="1.0" encoding="utf-8"?>
<p:sldLayout xmlns:p="http://schemas.openxmlformats.org/presentationml/2006/main">
  <p:cSld name="Circularo / Custom editable composition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DE75DB49-375F-40BC-9B81-CD50DDD7D9D0}"/>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39.xml><?xml version="1.0" encoding="utf-8"?>
<p:sldLayout xmlns:p="http://schemas.openxmlformats.org/presentationml/2006/main">
  <p:cSld name="Circularo / Custom editable composition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E03C416F-4928-4142-B557-E69C37E14870}"/>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40.xml><?xml version="1.0" encoding="utf-8"?>
<p:sldLayout xmlns:p="http://schemas.openxmlformats.org/presentationml/2006/main">
  <p:cSld name="Circularo / Custom editable composition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1DBC728C-A5E3-47C6-8236-EFB64D4AE1CE}"/>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41.xml><?xml version="1.0" encoding="utf-8"?>
<p:sldLayout xmlns:p="http://schemas.openxmlformats.org/presentationml/2006/main">
  <p:cSld name="Circularo / Signature ribbon journey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DE034121-5150-4274-97DD-EBF8C9D12BB1}"/>
              </a:ext>
            </a:extLst>
          </p:cNvPr>
          <p:cNvSpPr>
            <a:spLocks xmlns:a="http://schemas.openxmlformats.org/drawingml/2006/main" noGrp="1"/>
          </p:cNvSpPr>
          <p:nvPr>
            <p:ph type="title" idx="0"/>
          </p:nvPr>
        </p:nvSpPr>
        <p:spPr>
          <a:xfrm xmlns:a="http://schemas.openxmlformats.org/drawingml/2006/main">
            <a:off x="1162050" y="2238375"/>
            <a:ext cx="6762750" cy="3238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Slide title</a:t>
            </a:r>
          </a:p>
        </p:txBody>
      </p:sp>
      <p:sp>
        <p:nvSpPr>
          <p:cNvPr id="3" name="journey-body">
            <a:extLst xmlns:a="http://schemas.openxmlformats.org/drawingml/2006/main">
              <a:ext uri="{FF2B5EF4-FFF2-40B4-BE49-F238E27FC236}">
                <a16:creationId xmlns:a16="http://schemas.microsoft.com/office/drawing/2014/main" id="{E444CB17-3830-405B-846F-AFD670BD20AC}"/>
              </a:ext>
            </a:extLst>
          </p:cNvPr>
          <p:cNvSpPr>
            <a:spLocks xmlns:a="http://schemas.openxmlformats.org/drawingml/2006/main" noGrp="1"/>
          </p:cNvSpPr>
          <p:nvPr>
            <p:ph idx="1"/>
          </p:nvPr>
        </p:nvSpPr>
        <p:spPr>
          <a:xfrm xmlns:a="http://schemas.openxmlformats.org/drawingml/2006/main">
            <a:off x="1162050" y="5810250"/>
            <a:ext cx="6286500" cy="180975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4" name="milestone-heading-0">
            <a:extLst xmlns:a="http://schemas.openxmlformats.org/drawingml/2006/main">
              <a:ext uri="{FF2B5EF4-FFF2-40B4-BE49-F238E27FC236}">
                <a16:creationId xmlns:a16="http://schemas.microsoft.com/office/drawing/2014/main" id="{71568B89-C59F-412F-9141-11106B1A5AE9}"/>
              </a:ext>
            </a:extLst>
          </p:cNvPr>
          <p:cNvSpPr>
            <a:spLocks xmlns:a="http://schemas.openxmlformats.org/drawingml/2006/main" noGrp="1"/>
          </p:cNvSpPr>
          <p:nvPr>
            <p:ph idx="2"/>
          </p:nvPr>
        </p:nvSpPr>
        <p:spPr>
          <a:xfrm xmlns:a="http://schemas.openxmlformats.org/drawingml/2006/main">
            <a:off x="11915775" y="1895475"/>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Add supporting text</a:t>
            </a:r>
          </a:p>
        </p:txBody>
      </p:sp>
      <p:sp>
        <p:nvSpPr>
          <p:cNvPr id="5" name="milestone-body-0">
            <a:extLst xmlns:a="http://schemas.openxmlformats.org/drawingml/2006/main">
              <a:ext uri="{FF2B5EF4-FFF2-40B4-BE49-F238E27FC236}">
                <a16:creationId xmlns:a16="http://schemas.microsoft.com/office/drawing/2014/main" id="{4BD6EAB5-FCB1-4909-B144-F3E9F0073A27}"/>
              </a:ext>
            </a:extLst>
          </p:cNvPr>
          <p:cNvSpPr>
            <a:spLocks xmlns:a="http://schemas.openxmlformats.org/drawingml/2006/main" noGrp="1"/>
          </p:cNvSpPr>
          <p:nvPr>
            <p:ph idx="3"/>
          </p:nvPr>
        </p:nvSpPr>
        <p:spPr>
          <a:xfrm xmlns:a="http://schemas.openxmlformats.org/drawingml/2006/main">
            <a:off x="11915775" y="2514600"/>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6" name="milestone-heading-1">
            <a:extLst xmlns:a="http://schemas.openxmlformats.org/drawingml/2006/main">
              <a:ext uri="{FF2B5EF4-FFF2-40B4-BE49-F238E27FC236}">
                <a16:creationId xmlns:a16="http://schemas.microsoft.com/office/drawing/2014/main" id="{2024163A-E3E3-42FC-B667-05CE1B930851}"/>
              </a:ext>
            </a:extLst>
          </p:cNvPr>
          <p:cNvSpPr>
            <a:spLocks xmlns:a="http://schemas.openxmlformats.org/drawingml/2006/main" noGrp="1"/>
          </p:cNvSpPr>
          <p:nvPr>
            <p:ph idx="4"/>
          </p:nvPr>
        </p:nvSpPr>
        <p:spPr>
          <a:xfrm xmlns:a="http://schemas.openxmlformats.org/drawingml/2006/main">
            <a:off x="13011150" y="3943350"/>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Add supporting text</a:t>
            </a:r>
          </a:p>
        </p:txBody>
      </p:sp>
      <p:sp>
        <p:nvSpPr>
          <p:cNvPr id="7" name="milestone-body-1">
            <a:extLst xmlns:a="http://schemas.openxmlformats.org/drawingml/2006/main">
              <a:ext uri="{FF2B5EF4-FFF2-40B4-BE49-F238E27FC236}">
                <a16:creationId xmlns:a16="http://schemas.microsoft.com/office/drawing/2014/main" id="{7624DEA1-289F-40B2-8E98-53C6C5B6CB6D}"/>
              </a:ext>
            </a:extLst>
          </p:cNvPr>
          <p:cNvSpPr>
            <a:spLocks xmlns:a="http://schemas.openxmlformats.org/drawingml/2006/main" noGrp="1"/>
          </p:cNvSpPr>
          <p:nvPr>
            <p:ph idx="5"/>
          </p:nvPr>
        </p:nvSpPr>
        <p:spPr>
          <a:xfrm xmlns:a="http://schemas.openxmlformats.org/drawingml/2006/main">
            <a:off x="13011150" y="4562475"/>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8" name="milestone-heading-2">
            <a:extLst xmlns:a="http://schemas.openxmlformats.org/drawingml/2006/main">
              <a:ext uri="{FF2B5EF4-FFF2-40B4-BE49-F238E27FC236}">
                <a16:creationId xmlns:a16="http://schemas.microsoft.com/office/drawing/2014/main" id="{933805C4-504D-4E5F-98A3-1D0D0DDB7CB1}"/>
              </a:ext>
            </a:extLst>
          </p:cNvPr>
          <p:cNvSpPr>
            <a:spLocks xmlns:a="http://schemas.openxmlformats.org/drawingml/2006/main" noGrp="1"/>
          </p:cNvSpPr>
          <p:nvPr>
            <p:ph idx="6"/>
          </p:nvPr>
        </p:nvSpPr>
        <p:spPr>
          <a:xfrm xmlns:a="http://schemas.openxmlformats.org/drawingml/2006/main">
            <a:off x="11915775" y="5991225"/>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Add supporting text</a:t>
            </a:r>
          </a:p>
        </p:txBody>
      </p:sp>
      <p:sp>
        <p:nvSpPr>
          <p:cNvPr id="9" name="milestone-body-2">
            <a:extLst xmlns:a="http://schemas.openxmlformats.org/drawingml/2006/main">
              <a:ext uri="{FF2B5EF4-FFF2-40B4-BE49-F238E27FC236}">
                <a16:creationId xmlns:a16="http://schemas.microsoft.com/office/drawing/2014/main" id="{F6D6A2F9-B110-4C52-801B-950CFF7FB71A}"/>
              </a:ext>
            </a:extLst>
          </p:cNvPr>
          <p:cNvSpPr>
            <a:spLocks xmlns:a="http://schemas.openxmlformats.org/drawingml/2006/main" noGrp="1"/>
          </p:cNvSpPr>
          <p:nvPr>
            <p:ph idx="7"/>
          </p:nvPr>
        </p:nvSpPr>
        <p:spPr>
          <a:xfrm xmlns:a="http://schemas.openxmlformats.org/drawingml/2006/main">
            <a:off x="11915775" y="6610350"/>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Tree>
  </p:cSld>
</p:sldLayout>
</file>

<file path=ppt/slideLayouts/slideLayout42.xml><?xml version="1.0" encoding="utf-8"?>
<p:sldLayout xmlns:p="http://schemas.openxmlformats.org/presentationml/2006/main">
  <p:cSld name="Circularo / Signature diagonal photo hero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F7F9B679-C0EF-4726-A113-C4D01095EDDA}"/>
              </a:ext>
            </a:extLst>
          </p:cNvPr>
          <p:cNvSpPr>
            <a:spLocks xmlns:a="http://schemas.openxmlformats.org/drawingml/2006/main" noGrp="1"/>
          </p:cNvSpPr>
          <p:nvPr>
            <p:ph type="title" idx="0"/>
          </p:nvPr>
        </p:nvSpPr>
        <p:spPr>
          <a:xfrm xmlns:a="http://schemas.openxmlformats.org/drawingml/2006/main">
            <a:off x="1162050" y="2238375"/>
            <a:ext cx="7048500" cy="2952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Slide title</a:t>
            </a:r>
          </a:p>
        </p:txBody>
      </p:sp>
      <p:sp>
        <p:nvSpPr>
          <p:cNvPr id="3" name="hero-body">
            <a:extLst xmlns:a="http://schemas.openxmlformats.org/drawingml/2006/main">
              <a:ext uri="{FF2B5EF4-FFF2-40B4-BE49-F238E27FC236}">
                <a16:creationId xmlns:a16="http://schemas.microsoft.com/office/drawing/2014/main" id="{0FCD6262-235C-41DB-81DE-AF1A34E4FB22}"/>
              </a:ext>
            </a:extLst>
          </p:cNvPr>
          <p:cNvSpPr>
            <a:spLocks xmlns:a="http://schemas.openxmlformats.org/drawingml/2006/main" noGrp="1"/>
          </p:cNvSpPr>
          <p:nvPr>
            <p:ph idx="1"/>
          </p:nvPr>
        </p:nvSpPr>
        <p:spPr>
          <a:xfrm xmlns:a="http://schemas.openxmlformats.org/drawingml/2006/main">
            <a:off x="1162050" y="5524500"/>
            <a:ext cx="6572250" cy="1905000"/>
          </a:xfrm>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3D3D3D"/>
                </a:solidFill>
                <a:latin typeface="Mulish"/>
                <a:ea typeface="Mulish"/>
                <a:cs typeface="Mulish"/>
              </a:defRPr>
            </a:pPr>
            <a:r>
              <a:rPr sz="2550" b="0">
                <a:solidFill>
                  <a:srgbClr val="3D3D3D"/>
                </a:solidFill>
                <a:latin typeface="Mulish"/>
                <a:ea typeface="Mulish"/>
                <a:cs typeface="Mulish"/>
              </a:rPr>
              <a:t>Add supporting text</a:t>
            </a:r>
          </a:p>
        </p:txBody>
      </p:sp>
      <p:sp>
        <p:nvSpPr>
          <p:cNvPr id="4" name="hero-caption">
            <a:extLst xmlns:a="http://schemas.openxmlformats.org/drawingml/2006/main">
              <a:ext uri="{FF2B5EF4-FFF2-40B4-BE49-F238E27FC236}">
                <a16:creationId xmlns:a16="http://schemas.microsoft.com/office/drawing/2014/main" id="{DC0F986B-C926-448F-9D5C-62084E94D37E}"/>
              </a:ext>
            </a:extLst>
          </p:cNvPr>
          <p:cNvSpPr>
            <a:spLocks xmlns:a="http://schemas.openxmlformats.org/drawingml/2006/main" noGrp="1"/>
          </p:cNvSpPr>
          <p:nvPr>
            <p:ph idx="2"/>
          </p:nvPr>
        </p:nvSpPr>
        <p:spPr>
          <a:xfrm xmlns:a="http://schemas.openxmlformats.org/drawingml/2006/main">
            <a:off x="1162050" y="7953375"/>
            <a:ext cx="6191250" cy="9525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Tree>
  </p:cSld>
</p:sldLayout>
</file>

<file path=ppt/slideLayouts/slideLayout43.xml><?xml version="1.0" encoding="utf-8"?>
<p:sldLayout xmlns:p="http://schemas.openxmlformats.org/presentationml/2006/main">
  <p:cSld name="Circularo / Signature closing messag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AF18E0C0-8199-47C2-A210-C806BCACCB83}"/>
              </a:ext>
            </a:extLst>
          </p:cNvPr>
          <p:cNvSpPr>
            <a:spLocks xmlns:a="http://schemas.openxmlformats.org/drawingml/2006/main" noGrp="1"/>
          </p:cNvSpPr>
          <p:nvPr>
            <p:ph type="title" idx="0"/>
          </p:nvPr>
        </p:nvSpPr>
        <p:spPr>
          <a:xfrm xmlns:a="http://schemas.openxmlformats.org/drawingml/2006/main">
            <a:off x="1162050" y="2857500"/>
            <a:ext cx="7000875" cy="319087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8250" b="1">
                <a:solidFill>
                  <a:srgbClr val="1D0090"/>
                </a:solidFill>
                <a:latin typeface="Spartan"/>
                <a:ea typeface="Spartan"/>
                <a:cs typeface="Spartan"/>
              </a:defRPr>
            </a:pPr>
            <a:r>
              <a:rPr sz="8250" b="1">
                <a:solidFill>
                  <a:srgbClr val="1D0090"/>
                </a:solidFill>
                <a:latin typeface="Spartan"/>
                <a:ea typeface="Spartan"/>
                <a:cs typeface="Spartan"/>
              </a:rPr>
              <a:t>Slide title</a:t>
            </a:r>
          </a:p>
        </p:txBody>
      </p:sp>
      <p:sp>
        <p:nvSpPr>
          <p:cNvPr id="3" name="close-body">
            <a:extLst xmlns:a="http://schemas.openxmlformats.org/drawingml/2006/main">
              <a:ext uri="{FF2B5EF4-FFF2-40B4-BE49-F238E27FC236}">
                <a16:creationId xmlns:a16="http://schemas.microsoft.com/office/drawing/2014/main" id="{04065333-C860-4085-A630-0B228A8FE006}"/>
              </a:ext>
            </a:extLst>
          </p:cNvPr>
          <p:cNvSpPr>
            <a:spLocks xmlns:a="http://schemas.openxmlformats.org/drawingml/2006/main" noGrp="1"/>
          </p:cNvSpPr>
          <p:nvPr>
            <p:ph idx="1"/>
          </p:nvPr>
        </p:nvSpPr>
        <p:spPr>
          <a:xfrm xmlns:a="http://schemas.openxmlformats.org/drawingml/2006/main">
            <a:off x="1162050" y="6381750"/>
            <a:ext cx="6381750" cy="1381125"/>
          </a:xfrm>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3D3D3D"/>
                </a:solidFill>
                <a:latin typeface="Mulish"/>
                <a:ea typeface="Mulish"/>
                <a:cs typeface="Mulish"/>
              </a:defRPr>
            </a:pPr>
            <a:r>
              <a:rPr sz="2550" b="0">
                <a:solidFill>
                  <a:srgbClr val="3D3D3D"/>
                </a:solidFill>
                <a:latin typeface="Mulish"/>
                <a:ea typeface="Mulish"/>
                <a:cs typeface="Mulish"/>
              </a:rPr>
              <a:t>Add supporting text</a:t>
            </a:r>
          </a:p>
        </p:txBody>
      </p:sp>
    </p:spTree>
  </p:cSld>
</p:sldLayout>
</file>

<file path=ppt/slideLayouts/slideLayout44.xml><?xml version="1.0" encoding="utf-8"?>
<p:sldLayout xmlns:p="http://schemas.openxmlformats.org/presentationml/2006/main">
  <p:cSld name="Circularo / Signature diamond triad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298036ED-7357-41F1-9FE9-A8329356F8E0}"/>
              </a:ext>
            </a:extLst>
          </p:cNvPr>
          <p:cNvSpPr>
            <a:spLocks xmlns:a="http://schemas.openxmlformats.org/drawingml/2006/main" noGrp="1"/>
          </p:cNvSpPr>
          <p:nvPr>
            <p:ph type="title" idx="0"/>
          </p:nvPr>
        </p:nvSpPr>
        <p:spPr>
          <a:xfrm xmlns:a="http://schemas.openxmlformats.org/drawingml/2006/main">
            <a:off x="1162050" y="2667000"/>
            <a:ext cx="6858000" cy="2667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Slide title</a:t>
            </a:r>
          </a:p>
        </p:txBody>
      </p:sp>
      <p:sp>
        <p:nvSpPr>
          <p:cNvPr id="3" name="triad-body">
            <a:extLst xmlns:a="http://schemas.openxmlformats.org/drawingml/2006/main">
              <a:ext uri="{FF2B5EF4-FFF2-40B4-BE49-F238E27FC236}">
                <a16:creationId xmlns:a16="http://schemas.microsoft.com/office/drawing/2014/main" id="{D533D489-8849-4A40-9DEE-480A71FB141A}"/>
              </a:ext>
            </a:extLst>
          </p:cNvPr>
          <p:cNvSpPr>
            <a:spLocks xmlns:a="http://schemas.openxmlformats.org/drawingml/2006/main" noGrp="1"/>
          </p:cNvSpPr>
          <p:nvPr>
            <p:ph idx="1"/>
          </p:nvPr>
        </p:nvSpPr>
        <p:spPr>
          <a:xfrm xmlns:a="http://schemas.openxmlformats.org/drawingml/2006/main">
            <a:off x="1162050" y="5905500"/>
            <a:ext cx="6477000" cy="223837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4" name="pillar-label-0">
            <a:extLst xmlns:a="http://schemas.openxmlformats.org/drawingml/2006/main">
              <a:ext uri="{FF2B5EF4-FFF2-40B4-BE49-F238E27FC236}">
                <a16:creationId xmlns:a16="http://schemas.microsoft.com/office/drawing/2014/main" id="{D416ED1B-EAFF-433C-800F-AF0FC0E090A3}"/>
              </a:ext>
            </a:extLst>
          </p:cNvPr>
          <p:cNvSpPr>
            <a:spLocks xmlns:a="http://schemas.openxmlformats.org/drawingml/2006/main" noGrp="1"/>
          </p:cNvSpPr>
          <p:nvPr>
            <p:ph idx="2"/>
          </p:nvPr>
        </p:nvSpPr>
        <p:spPr>
          <a:xfrm xmlns:a="http://schemas.openxmlformats.org/drawingml/2006/main">
            <a:off x="11801475" y="3095625"/>
            <a:ext cx="2286000" cy="12573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5" name="pillar-label-1">
            <a:extLst xmlns:a="http://schemas.openxmlformats.org/drawingml/2006/main">
              <a:ext uri="{FF2B5EF4-FFF2-40B4-BE49-F238E27FC236}">
                <a16:creationId xmlns:a16="http://schemas.microsoft.com/office/drawing/2014/main" id="{7A4F8B52-AF65-4878-A1C4-89046BF00F1A}"/>
              </a:ext>
            </a:extLst>
          </p:cNvPr>
          <p:cNvSpPr>
            <a:spLocks xmlns:a="http://schemas.openxmlformats.org/drawingml/2006/main" noGrp="1"/>
          </p:cNvSpPr>
          <p:nvPr>
            <p:ph idx="3"/>
          </p:nvPr>
        </p:nvSpPr>
        <p:spPr>
          <a:xfrm xmlns:a="http://schemas.openxmlformats.org/drawingml/2006/main">
            <a:off x="9191625" y="5838825"/>
            <a:ext cx="2286000" cy="12573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6" name="pillar-label-2">
            <a:extLst xmlns:a="http://schemas.openxmlformats.org/drawingml/2006/main">
              <a:ext uri="{FF2B5EF4-FFF2-40B4-BE49-F238E27FC236}">
                <a16:creationId xmlns:a16="http://schemas.microsoft.com/office/drawing/2014/main" id="{DDBF19A0-34B0-49E9-A685-345E92693670}"/>
              </a:ext>
            </a:extLst>
          </p:cNvPr>
          <p:cNvSpPr>
            <a:spLocks xmlns:a="http://schemas.openxmlformats.org/drawingml/2006/main" noGrp="1"/>
          </p:cNvSpPr>
          <p:nvPr>
            <p:ph idx="4"/>
          </p:nvPr>
        </p:nvSpPr>
        <p:spPr>
          <a:xfrm xmlns:a="http://schemas.openxmlformats.org/drawingml/2006/main">
            <a:off x="14430375" y="5838825"/>
            <a:ext cx="2286000" cy="12573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Tree>
  </p:cSld>
</p:sldLayout>
</file>

<file path=ppt/slideLayouts/slideLayout45.xml><?xml version="1.0" encoding="utf-8"?>
<p:sldLayout xmlns:p="http://schemas.openxmlformats.org/presentationml/2006/main">
  <p:cSld name="Circularo / Signature layered document showcas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D5FCEDBE-5296-4DC8-9C38-89D591D09D52}"/>
              </a:ext>
            </a:extLst>
          </p:cNvPr>
          <p:cNvSpPr>
            <a:spLocks xmlns:a="http://schemas.openxmlformats.org/drawingml/2006/main" noGrp="1"/>
          </p:cNvSpPr>
          <p:nvPr>
            <p:ph type="title" idx="0"/>
          </p:nvPr>
        </p:nvSpPr>
        <p:spPr>
          <a:xfrm xmlns:a="http://schemas.openxmlformats.org/drawingml/2006/main">
            <a:off x="1162050" y="1809750"/>
            <a:ext cx="6858000" cy="376237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Slide title</a:t>
            </a:r>
          </a:p>
        </p:txBody>
      </p:sp>
      <p:sp>
        <p:nvSpPr>
          <p:cNvPr id="3" name="showcase-body">
            <a:extLst xmlns:a="http://schemas.openxmlformats.org/drawingml/2006/main">
              <a:ext uri="{FF2B5EF4-FFF2-40B4-BE49-F238E27FC236}">
                <a16:creationId xmlns:a16="http://schemas.microsoft.com/office/drawing/2014/main" id="{F123FA44-D752-48B5-A52C-11000849D764}"/>
              </a:ext>
            </a:extLst>
          </p:cNvPr>
          <p:cNvSpPr>
            <a:spLocks xmlns:a="http://schemas.openxmlformats.org/drawingml/2006/main" noGrp="1"/>
          </p:cNvSpPr>
          <p:nvPr>
            <p:ph idx="1"/>
          </p:nvPr>
        </p:nvSpPr>
        <p:spPr>
          <a:xfrm xmlns:a="http://schemas.openxmlformats.org/drawingml/2006/main">
            <a:off x="1162050" y="5715000"/>
            <a:ext cx="6477000" cy="242887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4" name="rear-heading">
            <a:extLst xmlns:a="http://schemas.openxmlformats.org/drawingml/2006/main">
              <a:ext uri="{FF2B5EF4-FFF2-40B4-BE49-F238E27FC236}">
                <a16:creationId xmlns:a16="http://schemas.microsoft.com/office/drawing/2014/main" id="{BDCDC705-B7F1-48FE-8997-7CE69638BC66}"/>
              </a:ext>
            </a:extLst>
          </p:cNvPr>
          <p:cNvSpPr>
            <a:spLocks xmlns:a="http://schemas.openxmlformats.org/drawingml/2006/main" noGrp="1"/>
          </p:cNvSpPr>
          <p:nvPr>
            <p:ph idx="2"/>
          </p:nvPr>
        </p:nvSpPr>
        <p:spPr>
          <a:xfrm xmlns:a="http://schemas.openxmlformats.org/drawingml/2006/main">
            <a:off x="9048750" y="1857375"/>
            <a:ext cx="6286500" cy="619125"/>
          </a:xfrm>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D0090"/>
                </a:solidFill>
                <a:latin typeface="Mulish"/>
                <a:ea typeface="Mulish"/>
                <a:cs typeface="Mulish"/>
              </a:defRPr>
            </a:pPr>
            <a:r>
              <a:rPr sz="2850" b="1">
                <a:solidFill>
                  <a:srgbClr val="1D0090"/>
                </a:solidFill>
                <a:latin typeface="Mulish"/>
                <a:ea typeface="Mulish"/>
                <a:cs typeface="Mulish"/>
              </a:rPr>
              <a:t>Add supporting text</a:t>
            </a:r>
          </a:p>
        </p:txBody>
      </p:sp>
      <p:sp>
        <p:nvSpPr>
          <p:cNvPr id="5" name="rear-body">
            <a:extLst xmlns:a="http://schemas.openxmlformats.org/drawingml/2006/main">
              <a:ext uri="{FF2B5EF4-FFF2-40B4-BE49-F238E27FC236}">
                <a16:creationId xmlns:a16="http://schemas.microsoft.com/office/drawing/2014/main" id="{5D030AD3-7D80-4CA8-86C5-D5D30D61CE1A}"/>
              </a:ext>
            </a:extLst>
          </p:cNvPr>
          <p:cNvSpPr>
            <a:spLocks xmlns:a="http://schemas.openxmlformats.org/drawingml/2006/main" noGrp="1"/>
          </p:cNvSpPr>
          <p:nvPr>
            <p:ph idx="3"/>
          </p:nvPr>
        </p:nvSpPr>
        <p:spPr>
          <a:xfrm xmlns:a="http://schemas.openxmlformats.org/drawingml/2006/main">
            <a:off x="9048750" y="2809875"/>
            <a:ext cx="6286500" cy="1190625"/>
          </a:xfrm>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3D3D3D"/>
                </a:solidFill>
                <a:latin typeface="Mulish"/>
                <a:ea typeface="Mulish"/>
                <a:cs typeface="Mulish"/>
              </a:defRPr>
            </a:pPr>
            <a:r>
              <a:rPr sz="2250" b="0">
                <a:solidFill>
                  <a:srgbClr val="3D3D3D"/>
                </a:solidFill>
                <a:latin typeface="Mulish"/>
                <a:ea typeface="Mulish"/>
                <a:cs typeface="Mulish"/>
              </a:rPr>
              <a:t>Add supporting text</a:t>
            </a:r>
          </a:p>
        </p:txBody>
      </p:sp>
      <p:sp>
        <p:nvSpPr>
          <p:cNvPr id="6" name="front-heading">
            <a:extLst xmlns:a="http://schemas.openxmlformats.org/drawingml/2006/main">
              <a:ext uri="{FF2B5EF4-FFF2-40B4-BE49-F238E27FC236}">
                <a16:creationId xmlns:a16="http://schemas.microsoft.com/office/drawing/2014/main" id="{A9FD1FA5-B49B-41D3-8BD7-0C6F5CCC858C}"/>
              </a:ext>
            </a:extLst>
          </p:cNvPr>
          <p:cNvSpPr>
            <a:spLocks xmlns:a="http://schemas.openxmlformats.org/drawingml/2006/main" noGrp="1"/>
          </p:cNvSpPr>
          <p:nvPr>
            <p:ph idx="4"/>
          </p:nvPr>
        </p:nvSpPr>
        <p:spPr>
          <a:xfrm xmlns:a="http://schemas.openxmlformats.org/drawingml/2006/main">
            <a:off x="11144250" y="5143500"/>
            <a:ext cx="5334000" cy="619125"/>
          </a:xfrm>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D0090"/>
                </a:solidFill>
                <a:latin typeface="Mulish"/>
                <a:ea typeface="Mulish"/>
                <a:cs typeface="Mulish"/>
              </a:defRPr>
            </a:pPr>
            <a:r>
              <a:rPr sz="2850" b="1">
                <a:solidFill>
                  <a:srgbClr val="1D0090"/>
                </a:solidFill>
                <a:latin typeface="Mulish"/>
                <a:ea typeface="Mulish"/>
                <a:cs typeface="Mulish"/>
              </a:rPr>
              <a:t>Add supporting text</a:t>
            </a:r>
          </a:p>
        </p:txBody>
      </p:sp>
      <p:sp>
        <p:nvSpPr>
          <p:cNvPr id="7" name="front-body">
            <a:extLst xmlns:a="http://schemas.openxmlformats.org/drawingml/2006/main">
              <a:ext uri="{FF2B5EF4-FFF2-40B4-BE49-F238E27FC236}">
                <a16:creationId xmlns:a16="http://schemas.microsoft.com/office/drawing/2014/main" id="{D4A8789B-893A-42D0-BC5C-FFE63D2026DE}"/>
              </a:ext>
            </a:extLst>
          </p:cNvPr>
          <p:cNvSpPr>
            <a:spLocks xmlns:a="http://schemas.openxmlformats.org/drawingml/2006/main" noGrp="1"/>
          </p:cNvSpPr>
          <p:nvPr>
            <p:ph idx="5"/>
          </p:nvPr>
        </p:nvSpPr>
        <p:spPr>
          <a:xfrm xmlns:a="http://schemas.openxmlformats.org/drawingml/2006/main">
            <a:off x="11144250" y="6191250"/>
            <a:ext cx="5334000" cy="1714500"/>
          </a:xfrm>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3D3D3D"/>
                </a:solidFill>
                <a:latin typeface="Mulish"/>
                <a:ea typeface="Mulish"/>
                <a:cs typeface="Mulish"/>
              </a:defRPr>
            </a:pPr>
            <a:r>
              <a:rPr sz="2250" b="0">
                <a:solidFill>
                  <a:srgbClr val="3D3D3D"/>
                </a:solidFill>
                <a:latin typeface="Mulish"/>
                <a:ea typeface="Mulish"/>
                <a:cs typeface="Mulish"/>
              </a:rPr>
              <a:t>Add supporting text</a:t>
            </a:r>
          </a:p>
        </p:txBody>
      </p:sp>
      <p:sp>
        <p:nvSpPr>
          <p:cNvPr id="8" name="front-caption">
            <a:extLst xmlns:a="http://schemas.openxmlformats.org/drawingml/2006/main">
              <a:ext uri="{FF2B5EF4-FFF2-40B4-BE49-F238E27FC236}">
                <a16:creationId xmlns:a16="http://schemas.microsoft.com/office/drawing/2014/main" id="{B9551215-7746-4046-8620-DEDC4EB79A65}"/>
              </a:ext>
            </a:extLst>
          </p:cNvPr>
          <p:cNvSpPr>
            <a:spLocks xmlns:a="http://schemas.openxmlformats.org/drawingml/2006/main" noGrp="1"/>
          </p:cNvSpPr>
          <p:nvPr>
            <p:ph idx="6"/>
          </p:nvPr>
        </p:nvSpPr>
        <p:spPr>
          <a:xfrm xmlns:a="http://schemas.openxmlformats.org/drawingml/2006/main">
            <a:off x="11144250" y="8429625"/>
            <a:ext cx="5334000" cy="47625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1D0090"/>
                </a:solidFill>
                <a:latin typeface="Mulish"/>
                <a:ea typeface="Mulish"/>
                <a:cs typeface="Mulish"/>
              </a:defRPr>
            </a:pPr>
            <a:r>
              <a:rPr sz="1950" b="1">
                <a:solidFill>
                  <a:srgbClr val="1D0090"/>
                </a:solidFill>
                <a:latin typeface="Mulish"/>
                <a:ea typeface="Mulish"/>
                <a:cs typeface="Mulish"/>
              </a:rPr>
              <a:t>Add supporting text</a:t>
            </a:r>
          </a:p>
        </p:txBody>
      </p:sp>
    </p:spTree>
  </p:cSld>
</p:sldLayout>
</file>

<file path=ppt/slideLayouts/slideLayout46.xml><?xml version="1.0" encoding="utf-8"?>
<p:sldLayout xmlns:p="http://schemas.openxmlformats.org/presentationml/2006/main">
  <p:cSld name="Circularo / Signature split-band feature cards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7F903A5F-459F-4198-801D-9ECA5F8D201A}"/>
              </a:ext>
            </a:extLst>
          </p:cNvPr>
          <p:cNvSpPr>
            <a:spLocks xmlns:a="http://schemas.openxmlformats.org/drawingml/2006/main" noGrp="1"/>
          </p:cNvSpPr>
          <p:nvPr>
            <p:ph type="title" idx="0"/>
          </p:nvPr>
        </p:nvSpPr>
        <p:spPr>
          <a:xfrm xmlns:a="http://schemas.openxmlformats.org/drawingml/2006/main">
            <a:off x="1162050" y="2762250"/>
            <a:ext cx="7524750" cy="3333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000" b="1">
                <a:solidFill>
                  <a:srgbClr val="1D0090"/>
                </a:solidFill>
                <a:latin typeface="Spartan"/>
                <a:ea typeface="Spartan"/>
                <a:cs typeface="Spartan"/>
              </a:defRPr>
            </a:pPr>
            <a:r>
              <a:rPr sz="6000" b="1">
                <a:solidFill>
                  <a:srgbClr val="1D0090"/>
                </a:solidFill>
                <a:latin typeface="Spartan"/>
                <a:ea typeface="Spartan"/>
                <a:cs typeface="Spartan"/>
              </a:rPr>
              <a:t>Slide title</a:t>
            </a:r>
          </a:p>
        </p:txBody>
      </p:sp>
      <p:sp>
        <p:nvSpPr>
          <p:cNvPr id="3" name="band-body">
            <a:extLst xmlns:a="http://schemas.openxmlformats.org/drawingml/2006/main">
              <a:ext uri="{FF2B5EF4-FFF2-40B4-BE49-F238E27FC236}">
                <a16:creationId xmlns:a16="http://schemas.microsoft.com/office/drawing/2014/main" id="{30CFF70A-ABF0-417A-821E-953D197BB547}"/>
              </a:ext>
            </a:extLst>
          </p:cNvPr>
          <p:cNvSpPr>
            <a:spLocks xmlns:a="http://schemas.openxmlformats.org/drawingml/2006/main" noGrp="1"/>
          </p:cNvSpPr>
          <p:nvPr>
            <p:ph idx="1"/>
          </p:nvPr>
        </p:nvSpPr>
        <p:spPr>
          <a:xfrm xmlns:a="http://schemas.openxmlformats.org/drawingml/2006/main">
            <a:off x="1162050" y="6286500"/>
            <a:ext cx="6858000" cy="21431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4" name="card-heading-0">
            <a:extLst xmlns:a="http://schemas.openxmlformats.org/drawingml/2006/main">
              <a:ext uri="{FF2B5EF4-FFF2-40B4-BE49-F238E27FC236}">
                <a16:creationId xmlns:a16="http://schemas.microsoft.com/office/drawing/2014/main" id="{3005D4B4-97FC-494F-BA7E-85365B9C5544}"/>
              </a:ext>
            </a:extLst>
          </p:cNvPr>
          <p:cNvSpPr>
            <a:spLocks xmlns:a="http://schemas.openxmlformats.org/drawingml/2006/main" noGrp="1"/>
          </p:cNvSpPr>
          <p:nvPr>
            <p:ph idx="2"/>
          </p:nvPr>
        </p:nvSpPr>
        <p:spPr>
          <a:xfrm xmlns:a="http://schemas.openxmlformats.org/drawingml/2006/main">
            <a:off x="12573000" y="2333625"/>
            <a:ext cx="4286250" cy="4572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5" name="card-body-0">
            <a:extLst xmlns:a="http://schemas.openxmlformats.org/drawingml/2006/main">
              <a:ext uri="{FF2B5EF4-FFF2-40B4-BE49-F238E27FC236}">
                <a16:creationId xmlns:a16="http://schemas.microsoft.com/office/drawing/2014/main" id="{506B24E0-D21F-4603-B7AD-89036C0CC41C}"/>
              </a:ext>
            </a:extLst>
          </p:cNvPr>
          <p:cNvSpPr>
            <a:spLocks xmlns:a="http://schemas.openxmlformats.org/drawingml/2006/main" noGrp="1"/>
          </p:cNvSpPr>
          <p:nvPr>
            <p:ph idx="3"/>
          </p:nvPr>
        </p:nvSpPr>
        <p:spPr>
          <a:xfrm xmlns:a="http://schemas.openxmlformats.org/drawingml/2006/main">
            <a:off x="12573000" y="2838450"/>
            <a:ext cx="4286250" cy="742950"/>
          </a:xfrm>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supporting text</a:t>
            </a:r>
          </a:p>
        </p:txBody>
      </p:sp>
      <p:sp>
        <p:nvSpPr>
          <p:cNvPr id="6" name="card-heading-1">
            <a:extLst xmlns:a="http://schemas.openxmlformats.org/drawingml/2006/main">
              <a:ext uri="{FF2B5EF4-FFF2-40B4-BE49-F238E27FC236}">
                <a16:creationId xmlns:a16="http://schemas.microsoft.com/office/drawing/2014/main" id="{DB04F1BC-BB31-47B9-B727-B607BF2B2640}"/>
              </a:ext>
            </a:extLst>
          </p:cNvPr>
          <p:cNvSpPr>
            <a:spLocks xmlns:a="http://schemas.openxmlformats.org/drawingml/2006/main" noGrp="1"/>
          </p:cNvSpPr>
          <p:nvPr>
            <p:ph idx="4"/>
          </p:nvPr>
        </p:nvSpPr>
        <p:spPr>
          <a:xfrm xmlns:a="http://schemas.openxmlformats.org/drawingml/2006/main">
            <a:off x="12573000" y="4048125"/>
            <a:ext cx="4286250" cy="4572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7" name="card-body-1">
            <a:extLst xmlns:a="http://schemas.openxmlformats.org/drawingml/2006/main">
              <a:ext uri="{FF2B5EF4-FFF2-40B4-BE49-F238E27FC236}">
                <a16:creationId xmlns:a16="http://schemas.microsoft.com/office/drawing/2014/main" id="{CDD6BAE2-DF41-448B-AC39-F3CE45959206}"/>
              </a:ext>
            </a:extLst>
          </p:cNvPr>
          <p:cNvSpPr>
            <a:spLocks xmlns:a="http://schemas.openxmlformats.org/drawingml/2006/main" noGrp="1"/>
          </p:cNvSpPr>
          <p:nvPr>
            <p:ph idx="5"/>
          </p:nvPr>
        </p:nvSpPr>
        <p:spPr>
          <a:xfrm xmlns:a="http://schemas.openxmlformats.org/drawingml/2006/main">
            <a:off x="12573000" y="4552950"/>
            <a:ext cx="4286250" cy="742950"/>
          </a:xfrm>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supporting text</a:t>
            </a:r>
          </a:p>
        </p:txBody>
      </p:sp>
      <p:sp>
        <p:nvSpPr>
          <p:cNvPr id="8" name="card-heading-2">
            <a:extLst xmlns:a="http://schemas.openxmlformats.org/drawingml/2006/main">
              <a:ext uri="{FF2B5EF4-FFF2-40B4-BE49-F238E27FC236}">
                <a16:creationId xmlns:a16="http://schemas.microsoft.com/office/drawing/2014/main" id="{8C039CCB-EB73-4DE2-8100-6780DBCFC65C}"/>
              </a:ext>
            </a:extLst>
          </p:cNvPr>
          <p:cNvSpPr>
            <a:spLocks xmlns:a="http://schemas.openxmlformats.org/drawingml/2006/main" noGrp="1"/>
          </p:cNvSpPr>
          <p:nvPr>
            <p:ph idx="6"/>
          </p:nvPr>
        </p:nvSpPr>
        <p:spPr>
          <a:xfrm xmlns:a="http://schemas.openxmlformats.org/drawingml/2006/main">
            <a:off x="12573000" y="5762625"/>
            <a:ext cx="4286250" cy="4572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9" name="card-body-2">
            <a:extLst xmlns:a="http://schemas.openxmlformats.org/drawingml/2006/main">
              <a:ext uri="{FF2B5EF4-FFF2-40B4-BE49-F238E27FC236}">
                <a16:creationId xmlns:a16="http://schemas.microsoft.com/office/drawing/2014/main" id="{AA12676C-88BD-4E8C-AC12-182D81307E0C}"/>
              </a:ext>
            </a:extLst>
          </p:cNvPr>
          <p:cNvSpPr>
            <a:spLocks xmlns:a="http://schemas.openxmlformats.org/drawingml/2006/main" noGrp="1"/>
          </p:cNvSpPr>
          <p:nvPr>
            <p:ph idx="7"/>
          </p:nvPr>
        </p:nvSpPr>
        <p:spPr>
          <a:xfrm xmlns:a="http://schemas.openxmlformats.org/drawingml/2006/main">
            <a:off x="12573000" y="6267450"/>
            <a:ext cx="4286250" cy="742950"/>
          </a:xfrm>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supporting text</a:t>
            </a:r>
          </a:p>
        </p:txBody>
      </p:sp>
      <p:sp>
        <p:nvSpPr>
          <p:cNvPr id="10" name="card-heading-3">
            <a:extLst xmlns:a="http://schemas.openxmlformats.org/drawingml/2006/main">
              <a:ext uri="{FF2B5EF4-FFF2-40B4-BE49-F238E27FC236}">
                <a16:creationId xmlns:a16="http://schemas.microsoft.com/office/drawing/2014/main" id="{7C963CEE-59F4-4374-B9E0-6810BE713487}"/>
              </a:ext>
            </a:extLst>
          </p:cNvPr>
          <p:cNvSpPr>
            <a:spLocks xmlns:a="http://schemas.openxmlformats.org/drawingml/2006/main" noGrp="1"/>
          </p:cNvSpPr>
          <p:nvPr>
            <p:ph idx="8"/>
          </p:nvPr>
        </p:nvSpPr>
        <p:spPr>
          <a:xfrm xmlns:a="http://schemas.openxmlformats.org/drawingml/2006/main">
            <a:off x="12573000" y="7477125"/>
            <a:ext cx="4286250" cy="4572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11" name="card-body-3">
            <a:extLst xmlns:a="http://schemas.openxmlformats.org/drawingml/2006/main">
              <a:ext uri="{FF2B5EF4-FFF2-40B4-BE49-F238E27FC236}">
                <a16:creationId xmlns:a16="http://schemas.microsoft.com/office/drawing/2014/main" id="{4BAFFC7E-ABE8-4A9A-9505-DB75FFC12600}"/>
              </a:ext>
            </a:extLst>
          </p:cNvPr>
          <p:cNvSpPr>
            <a:spLocks xmlns:a="http://schemas.openxmlformats.org/drawingml/2006/main" noGrp="1"/>
          </p:cNvSpPr>
          <p:nvPr>
            <p:ph idx="9"/>
          </p:nvPr>
        </p:nvSpPr>
        <p:spPr>
          <a:xfrm xmlns:a="http://schemas.openxmlformats.org/drawingml/2006/main">
            <a:off x="12573000" y="7981950"/>
            <a:ext cx="4286250" cy="742950"/>
          </a:xfrm>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supporting text</a:t>
            </a:r>
          </a:p>
        </p:txBody>
      </p:sp>
    </p:spTree>
  </p:cSld>
</p:sldLayout>
</file>

<file path=ppt/slideLayouts/slideLayout47.xml><?xml version="1.0" encoding="utf-8"?>
<p:sldLayout xmlns:p="http://schemas.openxmlformats.org/presentationml/2006/main">
  <p:cSld name="Circularo / Signature editorial split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C6C26FC5-ED85-48CE-A865-44EDAC975997}"/>
              </a:ext>
            </a:extLst>
          </p:cNvPr>
          <p:cNvSpPr>
            <a:spLocks xmlns:a="http://schemas.openxmlformats.org/drawingml/2006/main" noGrp="1"/>
          </p:cNvSpPr>
          <p:nvPr>
            <p:ph type="title" idx="0"/>
          </p:nvPr>
        </p:nvSpPr>
        <p:spPr>
          <a:xfrm xmlns:a="http://schemas.openxmlformats.org/drawingml/2006/main">
            <a:off x="1162050" y="2190750"/>
            <a:ext cx="7905750" cy="2952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Slide title</a:t>
            </a:r>
          </a:p>
        </p:txBody>
      </p:sp>
      <p:sp>
        <p:nvSpPr>
          <p:cNvPr id="3" name="lead-heading">
            <a:extLst xmlns:a="http://schemas.openxmlformats.org/drawingml/2006/main">
              <a:ext uri="{FF2B5EF4-FFF2-40B4-BE49-F238E27FC236}">
                <a16:creationId xmlns:a16="http://schemas.microsoft.com/office/drawing/2014/main" id="{A59AFB9D-E012-4A00-9B7E-BF0ADC7F7AEB}"/>
              </a:ext>
            </a:extLst>
          </p:cNvPr>
          <p:cNvSpPr>
            <a:spLocks xmlns:a="http://schemas.openxmlformats.org/drawingml/2006/main" noGrp="1"/>
          </p:cNvSpPr>
          <p:nvPr>
            <p:ph idx="1"/>
          </p:nvPr>
        </p:nvSpPr>
        <p:spPr>
          <a:xfrm xmlns:a="http://schemas.openxmlformats.org/drawingml/2006/main">
            <a:off x="1162050" y="5276850"/>
            <a:ext cx="7715250" cy="5715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4" name="lead-body">
            <a:extLst xmlns:a="http://schemas.openxmlformats.org/drawingml/2006/main">
              <a:ext uri="{FF2B5EF4-FFF2-40B4-BE49-F238E27FC236}">
                <a16:creationId xmlns:a16="http://schemas.microsoft.com/office/drawing/2014/main" id="{2EB3ACD7-1D52-4596-846C-643C6F966F59}"/>
              </a:ext>
            </a:extLst>
          </p:cNvPr>
          <p:cNvSpPr>
            <a:spLocks xmlns:a="http://schemas.openxmlformats.org/drawingml/2006/main" noGrp="1"/>
          </p:cNvSpPr>
          <p:nvPr>
            <p:ph idx="2"/>
          </p:nvPr>
        </p:nvSpPr>
        <p:spPr>
          <a:xfrm xmlns:a="http://schemas.openxmlformats.org/drawingml/2006/main">
            <a:off x="1162050" y="5953125"/>
            <a:ext cx="7239000" cy="131445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5" name="feature-0">
            <a:extLst xmlns:a="http://schemas.openxmlformats.org/drawingml/2006/main">
              <a:ext uri="{FF2B5EF4-FFF2-40B4-BE49-F238E27FC236}">
                <a16:creationId xmlns:a16="http://schemas.microsoft.com/office/drawing/2014/main" id="{4416E920-CC19-4E29-B7C8-4DDC3D1D74A2}"/>
              </a:ext>
            </a:extLst>
          </p:cNvPr>
          <p:cNvSpPr>
            <a:spLocks xmlns:a="http://schemas.openxmlformats.org/drawingml/2006/main" noGrp="1"/>
          </p:cNvSpPr>
          <p:nvPr>
            <p:ph idx="3"/>
          </p:nvPr>
        </p:nvSpPr>
        <p:spPr>
          <a:xfrm xmlns:a="http://schemas.openxmlformats.org/drawingml/2006/main">
            <a:off x="10458450" y="12763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6" name="feature-1">
            <a:extLst xmlns:a="http://schemas.openxmlformats.org/drawingml/2006/main">
              <a:ext uri="{FF2B5EF4-FFF2-40B4-BE49-F238E27FC236}">
                <a16:creationId xmlns:a16="http://schemas.microsoft.com/office/drawing/2014/main" id="{986BDD14-B5DB-4CEC-A8B9-243136B75EEF}"/>
              </a:ext>
            </a:extLst>
          </p:cNvPr>
          <p:cNvSpPr>
            <a:spLocks xmlns:a="http://schemas.openxmlformats.org/drawingml/2006/main" noGrp="1"/>
          </p:cNvSpPr>
          <p:nvPr>
            <p:ph idx="4"/>
          </p:nvPr>
        </p:nvSpPr>
        <p:spPr>
          <a:xfrm xmlns:a="http://schemas.openxmlformats.org/drawingml/2006/main">
            <a:off x="10458450" y="33528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7" name="feature-2">
            <a:extLst xmlns:a="http://schemas.openxmlformats.org/drawingml/2006/main">
              <a:ext uri="{FF2B5EF4-FFF2-40B4-BE49-F238E27FC236}">
                <a16:creationId xmlns:a16="http://schemas.microsoft.com/office/drawing/2014/main" id="{248424B7-0D70-4A93-83D2-0109CBBE3C88}"/>
              </a:ext>
            </a:extLst>
          </p:cNvPr>
          <p:cNvSpPr>
            <a:spLocks xmlns:a="http://schemas.openxmlformats.org/drawingml/2006/main" noGrp="1"/>
          </p:cNvSpPr>
          <p:nvPr>
            <p:ph idx="5"/>
          </p:nvPr>
        </p:nvSpPr>
        <p:spPr>
          <a:xfrm xmlns:a="http://schemas.openxmlformats.org/drawingml/2006/main">
            <a:off x="10458450" y="54292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8" name="feature-3">
            <a:extLst xmlns:a="http://schemas.openxmlformats.org/drawingml/2006/main">
              <a:ext uri="{FF2B5EF4-FFF2-40B4-BE49-F238E27FC236}">
                <a16:creationId xmlns:a16="http://schemas.microsoft.com/office/drawing/2014/main" id="{293C9F9C-F337-4FBB-8AFE-F46D26B16038}"/>
              </a:ext>
            </a:extLst>
          </p:cNvPr>
          <p:cNvSpPr>
            <a:spLocks xmlns:a="http://schemas.openxmlformats.org/drawingml/2006/main" noGrp="1"/>
          </p:cNvSpPr>
          <p:nvPr>
            <p:ph idx="6"/>
          </p:nvPr>
        </p:nvSpPr>
        <p:spPr>
          <a:xfrm xmlns:a="http://schemas.openxmlformats.org/drawingml/2006/main">
            <a:off x="10458450" y="75057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Tree>
  </p:cSld>
</p:sldLayout>
</file>

<file path=ppt/slideLayouts/slideLayout48.xml><?xml version="1.0" encoding="utf-8"?>
<p:sldLayout xmlns:p="http://schemas.openxmlformats.org/presentationml/2006/main">
  <p:cSld name="Circularo / Signature five-service stack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E80064E9-13E2-4615-BAB4-AD9EDDEF54F0}"/>
              </a:ext>
            </a:extLst>
          </p:cNvPr>
          <p:cNvSpPr>
            <a:spLocks xmlns:a="http://schemas.openxmlformats.org/drawingml/2006/main" noGrp="1"/>
          </p:cNvSpPr>
          <p:nvPr>
            <p:ph type="title" idx="0"/>
          </p:nvPr>
        </p:nvSpPr>
        <p:spPr>
          <a:xfrm xmlns:a="http://schemas.openxmlformats.org/drawingml/2006/main">
            <a:off x="1162050" y="2133600"/>
            <a:ext cx="7905750" cy="571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Slide title</a:t>
            </a:r>
          </a:p>
        </p:txBody>
      </p:sp>
      <p:sp>
        <p:nvSpPr>
          <p:cNvPr id="3" name="service-heading-0">
            <a:extLst xmlns:a="http://schemas.openxmlformats.org/drawingml/2006/main">
              <a:ext uri="{FF2B5EF4-FFF2-40B4-BE49-F238E27FC236}">
                <a16:creationId xmlns:a16="http://schemas.microsoft.com/office/drawing/2014/main" id="{5FF17BCD-5D8E-45FF-81AD-578E69CB834F}"/>
              </a:ext>
            </a:extLst>
          </p:cNvPr>
          <p:cNvSpPr>
            <a:spLocks xmlns:a="http://schemas.openxmlformats.org/drawingml/2006/main" noGrp="1"/>
          </p:cNvSpPr>
          <p:nvPr>
            <p:ph idx="1"/>
          </p:nvPr>
        </p:nvSpPr>
        <p:spPr>
          <a:xfrm xmlns:a="http://schemas.openxmlformats.org/drawingml/2006/main">
            <a:off x="11315700" y="16954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4" name="service-body-0">
            <a:extLst xmlns:a="http://schemas.openxmlformats.org/drawingml/2006/main">
              <a:ext uri="{FF2B5EF4-FFF2-40B4-BE49-F238E27FC236}">
                <a16:creationId xmlns:a16="http://schemas.microsoft.com/office/drawing/2014/main" id="{C0C7B700-E49D-45F9-8462-7A3DA5D8F36F}"/>
              </a:ext>
            </a:extLst>
          </p:cNvPr>
          <p:cNvSpPr>
            <a:spLocks xmlns:a="http://schemas.openxmlformats.org/drawingml/2006/main" noGrp="1"/>
          </p:cNvSpPr>
          <p:nvPr>
            <p:ph idx="2"/>
          </p:nvPr>
        </p:nvSpPr>
        <p:spPr>
          <a:xfrm xmlns:a="http://schemas.openxmlformats.org/drawingml/2006/main">
            <a:off x="11315700" y="23241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5" name="service-heading-1">
            <a:extLst xmlns:a="http://schemas.openxmlformats.org/drawingml/2006/main">
              <a:ext uri="{FF2B5EF4-FFF2-40B4-BE49-F238E27FC236}">
                <a16:creationId xmlns:a16="http://schemas.microsoft.com/office/drawing/2014/main" id="{4E594AF0-3598-48BF-AE1D-77A6EEAE9E1A}"/>
              </a:ext>
            </a:extLst>
          </p:cNvPr>
          <p:cNvSpPr>
            <a:spLocks xmlns:a="http://schemas.openxmlformats.org/drawingml/2006/main" noGrp="1"/>
          </p:cNvSpPr>
          <p:nvPr>
            <p:ph idx="3"/>
          </p:nvPr>
        </p:nvSpPr>
        <p:spPr>
          <a:xfrm xmlns:a="http://schemas.openxmlformats.org/drawingml/2006/main">
            <a:off x="11315700" y="31432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6" name="service-body-1">
            <a:extLst xmlns:a="http://schemas.openxmlformats.org/drawingml/2006/main">
              <a:ext uri="{FF2B5EF4-FFF2-40B4-BE49-F238E27FC236}">
                <a16:creationId xmlns:a16="http://schemas.microsoft.com/office/drawing/2014/main" id="{1D6BDCC6-B76A-482C-A26C-D1D4A951847F}"/>
              </a:ext>
            </a:extLst>
          </p:cNvPr>
          <p:cNvSpPr>
            <a:spLocks xmlns:a="http://schemas.openxmlformats.org/drawingml/2006/main" noGrp="1"/>
          </p:cNvSpPr>
          <p:nvPr>
            <p:ph idx="4"/>
          </p:nvPr>
        </p:nvSpPr>
        <p:spPr>
          <a:xfrm xmlns:a="http://schemas.openxmlformats.org/drawingml/2006/main">
            <a:off x="11315700" y="37719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7" name="service-heading-2">
            <a:extLst xmlns:a="http://schemas.openxmlformats.org/drawingml/2006/main">
              <a:ext uri="{FF2B5EF4-FFF2-40B4-BE49-F238E27FC236}">
                <a16:creationId xmlns:a16="http://schemas.microsoft.com/office/drawing/2014/main" id="{706ED711-0395-4D79-8F61-2B0FED102756}"/>
              </a:ext>
            </a:extLst>
          </p:cNvPr>
          <p:cNvSpPr>
            <a:spLocks xmlns:a="http://schemas.openxmlformats.org/drawingml/2006/main" noGrp="1"/>
          </p:cNvSpPr>
          <p:nvPr>
            <p:ph idx="5"/>
          </p:nvPr>
        </p:nvSpPr>
        <p:spPr>
          <a:xfrm xmlns:a="http://schemas.openxmlformats.org/drawingml/2006/main">
            <a:off x="11315700" y="45910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8" name="service-body-2">
            <a:extLst xmlns:a="http://schemas.openxmlformats.org/drawingml/2006/main">
              <a:ext uri="{FF2B5EF4-FFF2-40B4-BE49-F238E27FC236}">
                <a16:creationId xmlns:a16="http://schemas.microsoft.com/office/drawing/2014/main" id="{AFD8C945-EDCD-46BC-915B-4E5F4C7A0DAF}"/>
              </a:ext>
            </a:extLst>
          </p:cNvPr>
          <p:cNvSpPr>
            <a:spLocks xmlns:a="http://schemas.openxmlformats.org/drawingml/2006/main" noGrp="1"/>
          </p:cNvSpPr>
          <p:nvPr>
            <p:ph idx="6"/>
          </p:nvPr>
        </p:nvSpPr>
        <p:spPr>
          <a:xfrm xmlns:a="http://schemas.openxmlformats.org/drawingml/2006/main">
            <a:off x="11315700" y="52197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9" name="service-heading-3">
            <a:extLst xmlns:a="http://schemas.openxmlformats.org/drawingml/2006/main">
              <a:ext uri="{FF2B5EF4-FFF2-40B4-BE49-F238E27FC236}">
                <a16:creationId xmlns:a16="http://schemas.microsoft.com/office/drawing/2014/main" id="{4DAE2600-DA97-4314-9373-54DB275DC637}"/>
              </a:ext>
            </a:extLst>
          </p:cNvPr>
          <p:cNvSpPr>
            <a:spLocks xmlns:a="http://schemas.openxmlformats.org/drawingml/2006/main" noGrp="1"/>
          </p:cNvSpPr>
          <p:nvPr>
            <p:ph idx="7"/>
          </p:nvPr>
        </p:nvSpPr>
        <p:spPr>
          <a:xfrm xmlns:a="http://schemas.openxmlformats.org/drawingml/2006/main">
            <a:off x="11315700" y="60388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10" name="service-body-3">
            <a:extLst xmlns:a="http://schemas.openxmlformats.org/drawingml/2006/main">
              <a:ext uri="{FF2B5EF4-FFF2-40B4-BE49-F238E27FC236}">
                <a16:creationId xmlns:a16="http://schemas.microsoft.com/office/drawing/2014/main" id="{E9FF56A6-EE28-4B39-A71C-972E51E78EFE}"/>
              </a:ext>
            </a:extLst>
          </p:cNvPr>
          <p:cNvSpPr>
            <a:spLocks xmlns:a="http://schemas.openxmlformats.org/drawingml/2006/main" noGrp="1"/>
          </p:cNvSpPr>
          <p:nvPr>
            <p:ph idx="8"/>
          </p:nvPr>
        </p:nvSpPr>
        <p:spPr>
          <a:xfrm xmlns:a="http://schemas.openxmlformats.org/drawingml/2006/main">
            <a:off x="11315700" y="66675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11" name="service-heading-4">
            <a:extLst xmlns:a="http://schemas.openxmlformats.org/drawingml/2006/main">
              <a:ext uri="{FF2B5EF4-FFF2-40B4-BE49-F238E27FC236}">
                <a16:creationId xmlns:a16="http://schemas.microsoft.com/office/drawing/2014/main" id="{C06C6CB9-6861-4B3C-AB87-76DF680E79B8}"/>
              </a:ext>
            </a:extLst>
          </p:cNvPr>
          <p:cNvSpPr>
            <a:spLocks xmlns:a="http://schemas.openxmlformats.org/drawingml/2006/main" noGrp="1"/>
          </p:cNvSpPr>
          <p:nvPr>
            <p:ph idx="9"/>
          </p:nvPr>
        </p:nvSpPr>
        <p:spPr>
          <a:xfrm xmlns:a="http://schemas.openxmlformats.org/drawingml/2006/main">
            <a:off x="11315700" y="74866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12" name="service-body-4">
            <a:extLst xmlns:a="http://schemas.openxmlformats.org/drawingml/2006/main">
              <a:ext uri="{FF2B5EF4-FFF2-40B4-BE49-F238E27FC236}">
                <a16:creationId xmlns:a16="http://schemas.microsoft.com/office/drawing/2014/main" id="{74205108-EC19-47ED-A38D-05CBC214314C}"/>
              </a:ext>
            </a:extLst>
          </p:cNvPr>
          <p:cNvSpPr>
            <a:spLocks xmlns:a="http://schemas.openxmlformats.org/drawingml/2006/main" noGrp="1"/>
          </p:cNvSpPr>
          <p:nvPr>
            <p:ph idx="10"/>
          </p:nvPr>
        </p:nvSpPr>
        <p:spPr>
          <a:xfrm xmlns:a="http://schemas.openxmlformats.org/drawingml/2006/main">
            <a:off x="11315700" y="81153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Tree>
  </p:cSld>
</p:sldLayout>
</file>

<file path=ppt/slideLayouts/slideLayout49.xml><?xml version="1.0" encoding="utf-8"?>
<p:sldLayout xmlns:p="http://schemas.openxmlformats.org/presentationml/2006/main">
  <p:cSld name="Circularo / Signature radial ecosystem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C08C38F-55BA-477E-9EF0-9C12A3C05A85}"/>
              </a:ext>
            </a:extLst>
          </p:cNvPr>
          <p:cNvSpPr>
            <a:spLocks xmlns:a="http://schemas.openxmlformats.org/drawingml/2006/main" noGrp="1"/>
          </p:cNvSpPr>
          <p:nvPr>
            <p:ph type="title" idx="0"/>
          </p:nvPr>
        </p:nvSpPr>
        <p:spPr>
          <a:xfrm xmlns:a="http://schemas.openxmlformats.org/drawingml/2006/main">
            <a:off x="1162050" y="1981200"/>
            <a:ext cx="7715250" cy="2476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300" b="1">
                <a:solidFill>
                  <a:srgbClr val="FFFFFF"/>
                </a:solidFill>
                <a:latin typeface="Spartan"/>
                <a:ea typeface="Spartan"/>
                <a:cs typeface="Spartan"/>
              </a:defRPr>
            </a:pPr>
            <a:r>
              <a:rPr sz="6300" b="1">
                <a:solidFill>
                  <a:srgbClr val="FFFFFF"/>
                </a:solidFill>
                <a:latin typeface="Spartan"/>
                <a:ea typeface="Spartan"/>
                <a:cs typeface="Spartan"/>
              </a:rPr>
              <a:t>Slide title</a:t>
            </a:r>
          </a:p>
        </p:txBody>
      </p:sp>
      <p:sp>
        <p:nvSpPr>
          <p:cNvPr id="3" name="ecosystem-subtitle">
            <a:extLst xmlns:a="http://schemas.openxmlformats.org/drawingml/2006/main">
              <a:ext uri="{FF2B5EF4-FFF2-40B4-BE49-F238E27FC236}">
                <a16:creationId xmlns:a16="http://schemas.microsoft.com/office/drawing/2014/main" id="{E413E2C4-7F18-46CF-BBE4-89A59542ADEE}"/>
              </a:ext>
            </a:extLst>
          </p:cNvPr>
          <p:cNvSpPr>
            <a:spLocks xmlns:a="http://schemas.openxmlformats.org/drawingml/2006/main" noGrp="1"/>
          </p:cNvSpPr>
          <p:nvPr>
            <p:ph idx="1"/>
          </p:nvPr>
        </p:nvSpPr>
        <p:spPr>
          <a:xfrm xmlns:a="http://schemas.openxmlformats.org/drawingml/2006/main">
            <a:off x="1162050" y="4572000"/>
            <a:ext cx="7620000" cy="1905000"/>
          </a:xfrm>
        </p:spPr>
        <p:txBody>
          <a:bodyPr xmlns:a="http://schemas.openxmlformats.org/drawingml/2006/main" wrap="square" lIns="0" tIns="0" rIns="0" bIns="0">
            <a:noAutofit/>
          </a:bodyPr>
          <a:lstStyle xmlns:a="http://schemas.openxmlformats.org/drawingml/2006/main"/>
          <a:p xmlns:a="http://schemas.openxmlformats.org/drawingml/2006/main">
            <a:pPr>
              <a:defRPr sz="3900" b="0">
                <a:solidFill>
                  <a:srgbClr val="FFFFFF"/>
                </a:solidFill>
                <a:latin typeface="Mulish"/>
                <a:ea typeface="Mulish"/>
                <a:cs typeface="Mulish"/>
              </a:defRPr>
            </a:pPr>
            <a:r>
              <a:rPr sz="3900" b="0">
                <a:solidFill>
                  <a:srgbClr val="FFFFFF"/>
                </a:solidFill>
                <a:latin typeface="Mulish"/>
                <a:ea typeface="Mulish"/>
                <a:cs typeface="Mulish"/>
              </a:rPr>
              <a:t>Add supporting text</a:t>
            </a:r>
          </a:p>
        </p:txBody>
      </p:sp>
      <p:sp>
        <p:nvSpPr>
          <p:cNvPr id="4" name="satellite-label-0">
            <a:extLst xmlns:a="http://schemas.openxmlformats.org/drawingml/2006/main">
              <a:ext uri="{FF2B5EF4-FFF2-40B4-BE49-F238E27FC236}">
                <a16:creationId xmlns:a16="http://schemas.microsoft.com/office/drawing/2014/main" id="{53F5ECEF-D71F-42A1-8FE9-11567AF864CA}"/>
              </a:ext>
            </a:extLst>
          </p:cNvPr>
          <p:cNvSpPr>
            <a:spLocks xmlns:a="http://schemas.openxmlformats.org/drawingml/2006/main" noGrp="1"/>
          </p:cNvSpPr>
          <p:nvPr>
            <p:ph idx="2"/>
          </p:nvPr>
        </p:nvSpPr>
        <p:spPr>
          <a:xfrm xmlns:a="http://schemas.openxmlformats.org/drawingml/2006/main">
            <a:off x="11010900" y="263842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
        <p:nvSpPr>
          <p:cNvPr id="5" name="satellite-label-1">
            <a:extLst xmlns:a="http://schemas.openxmlformats.org/drawingml/2006/main">
              <a:ext uri="{FF2B5EF4-FFF2-40B4-BE49-F238E27FC236}">
                <a16:creationId xmlns:a16="http://schemas.microsoft.com/office/drawing/2014/main" id="{5C80A4A4-6270-4B19-B69D-0AEF6D0FA869}"/>
              </a:ext>
            </a:extLst>
          </p:cNvPr>
          <p:cNvSpPr>
            <a:spLocks xmlns:a="http://schemas.openxmlformats.org/drawingml/2006/main" noGrp="1"/>
          </p:cNvSpPr>
          <p:nvPr>
            <p:ph idx="3"/>
          </p:nvPr>
        </p:nvSpPr>
        <p:spPr>
          <a:xfrm xmlns:a="http://schemas.openxmlformats.org/drawingml/2006/main">
            <a:off x="13544550" y="263842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
        <p:nvSpPr>
          <p:cNvPr id="6" name="satellite-label-2">
            <a:extLst xmlns:a="http://schemas.openxmlformats.org/drawingml/2006/main">
              <a:ext uri="{FF2B5EF4-FFF2-40B4-BE49-F238E27FC236}">
                <a16:creationId xmlns:a16="http://schemas.microsoft.com/office/drawing/2014/main" id="{6D6B7642-A8AF-4CD2-94EB-42730622E278}"/>
              </a:ext>
            </a:extLst>
          </p:cNvPr>
          <p:cNvSpPr>
            <a:spLocks xmlns:a="http://schemas.openxmlformats.org/drawingml/2006/main" noGrp="1"/>
          </p:cNvSpPr>
          <p:nvPr>
            <p:ph idx="4"/>
          </p:nvPr>
        </p:nvSpPr>
        <p:spPr>
          <a:xfrm xmlns:a="http://schemas.openxmlformats.org/drawingml/2006/main">
            <a:off x="14725650" y="492442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
        <p:nvSpPr>
          <p:cNvPr id="7" name="satellite-label-3">
            <a:extLst xmlns:a="http://schemas.openxmlformats.org/drawingml/2006/main">
              <a:ext uri="{FF2B5EF4-FFF2-40B4-BE49-F238E27FC236}">
                <a16:creationId xmlns:a16="http://schemas.microsoft.com/office/drawing/2014/main" id="{A1F1C8CB-275C-4F0D-9247-22E89E584ECD}"/>
              </a:ext>
            </a:extLst>
          </p:cNvPr>
          <p:cNvSpPr>
            <a:spLocks xmlns:a="http://schemas.openxmlformats.org/drawingml/2006/main" noGrp="1"/>
          </p:cNvSpPr>
          <p:nvPr>
            <p:ph idx="5"/>
          </p:nvPr>
        </p:nvSpPr>
        <p:spPr>
          <a:xfrm xmlns:a="http://schemas.openxmlformats.org/drawingml/2006/main">
            <a:off x="13544550" y="719137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
        <p:nvSpPr>
          <p:cNvPr id="8" name="satellite-label-4">
            <a:extLst xmlns:a="http://schemas.openxmlformats.org/drawingml/2006/main">
              <a:ext uri="{FF2B5EF4-FFF2-40B4-BE49-F238E27FC236}">
                <a16:creationId xmlns:a16="http://schemas.microsoft.com/office/drawing/2014/main" id="{A6194099-7B49-41E9-9C38-A844B777F16A}"/>
              </a:ext>
            </a:extLst>
          </p:cNvPr>
          <p:cNvSpPr>
            <a:spLocks xmlns:a="http://schemas.openxmlformats.org/drawingml/2006/main" noGrp="1"/>
          </p:cNvSpPr>
          <p:nvPr>
            <p:ph idx="6"/>
          </p:nvPr>
        </p:nvSpPr>
        <p:spPr>
          <a:xfrm xmlns:a="http://schemas.openxmlformats.org/drawingml/2006/main">
            <a:off x="11010900" y="719137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
        <p:nvSpPr>
          <p:cNvPr id="9" name="satellite-label-5">
            <a:extLst xmlns:a="http://schemas.openxmlformats.org/drawingml/2006/main">
              <a:ext uri="{FF2B5EF4-FFF2-40B4-BE49-F238E27FC236}">
                <a16:creationId xmlns:a16="http://schemas.microsoft.com/office/drawing/2014/main" id="{7A44F9FF-6878-4FC9-A533-EB2FFFF8B312}"/>
              </a:ext>
            </a:extLst>
          </p:cNvPr>
          <p:cNvSpPr>
            <a:spLocks xmlns:a="http://schemas.openxmlformats.org/drawingml/2006/main" noGrp="1"/>
          </p:cNvSpPr>
          <p:nvPr>
            <p:ph idx="7"/>
          </p:nvPr>
        </p:nvSpPr>
        <p:spPr>
          <a:xfrm xmlns:a="http://schemas.openxmlformats.org/drawingml/2006/main">
            <a:off x="9829800" y="492442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Tree>
  </p:cSld>
</p:sldLayout>
</file>

<file path=ppt/slideLayouts/slideLayout50.xml><?xml version="1.0" encoding="utf-8"?>
<p:sldLayout xmlns:p="http://schemas.openxmlformats.org/presentationml/2006/main">
  <p:cSld name="Circularo / Investor cover / ligh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4A808570-AAEC-40D9-8A3B-1760C5B79196}"/>
              </a:ext>
            </a:extLst>
          </p:cNvPr>
          <p:cNvSpPr>
            <a:spLocks xmlns:a="http://schemas.openxmlformats.org/drawingml/2006/main" noGrp="1"/>
          </p:cNvSpPr>
          <p:nvPr>
            <p:ph type="body" idx="1"/>
          </p:nvPr>
        </p:nvSpPr>
        <p:spPr>
          <a:xfrm xmlns:a="http://schemas.openxmlformats.org/drawingml/2006/main">
            <a:off x="1162050" y="6238875"/>
            <a:ext cx="14192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Add supporting text</a:t>
            </a:r>
          </a:p>
        </p:txBody>
      </p:sp>
    </p:spTree>
  </p:cSld>
</p:sldLayout>
</file>

<file path=ppt/slideLayouts/slideLayout51.xml><?xml version="1.0" encoding="utf-8"?>
<p:sldLayout xmlns:p="http://schemas.openxmlformats.org/presentationml/2006/main">
  <p:cSld name="Circularo / Investor cover / dark">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2BA9AA6D-E0F7-456A-BE3B-C78033F8D69F}"/>
              </a:ext>
            </a:extLst>
          </p:cNvPr>
          <p:cNvSpPr>
            <a:spLocks xmlns:a="http://schemas.openxmlformats.org/drawingml/2006/main" noGrp="1"/>
          </p:cNvSpPr>
          <p:nvPr>
            <p:ph type="body" idx="1"/>
          </p:nvPr>
        </p:nvSpPr>
        <p:spPr>
          <a:xfrm xmlns:a="http://schemas.openxmlformats.org/drawingml/2006/main">
            <a:off x="1162050" y="6238875"/>
            <a:ext cx="14192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52.xml><?xml version="1.0" encoding="utf-8"?>
<p:sldLayout xmlns:p="http://schemas.openxmlformats.org/presentationml/2006/main">
  <p:cSld name="Circularo / Investor cover / gradien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9B6EDAD9-22B6-4B31-A5AF-13C6640EE666}"/>
              </a:ext>
            </a:extLst>
          </p:cNvPr>
          <p:cNvSpPr>
            <a:spLocks xmlns:a="http://schemas.openxmlformats.org/drawingml/2006/main" noGrp="1"/>
          </p:cNvSpPr>
          <p:nvPr>
            <p:ph type="body" idx="1"/>
          </p:nvPr>
        </p:nvSpPr>
        <p:spPr>
          <a:xfrm xmlns:a="http://schemas.openxmlformats.org/drawingml/2006/main">
            <a:off x="1162050" y="6238875"/>
            <a:ext cx="14192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53.xml><?xml version="1.0" encoding="utf-8"?>
<p:sldLayout xmlns:p="http://schemas.openxmlformats.org/presentationml/2006/main">
  <p:cSld name="Circularo / Investor financial snapshot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25815CA2-035E-4256-A310-5A6669244884}"/>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54.xml><?xml version="1.0" encoding="utf-8"?>
<p:sldLayout xmlns:p="http://schemas.openxmlformats.org/presentationml/2006/main">
  <p:cSld name="Circularo / Investor financial snapshot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9E43473B-5F1B-4E05-9D8A-A5425BAE1082}"/>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55.xml><?xml version="1.0" encoding="utf-8"?>
<p:sldLayout xmlns:p="http://schemas.openxmlformats.org/presentationml/2006/main">
  <p:cSld name="Circularo / Investor financial snapshot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9B373E35-57AC-4223-93E7-373AFE0854B5}"/>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56.xml><?xml version="1.0" encoding="utf-8"?>
<p:sldLayout xmlns:p="http://schemas.openxmlformats.org/presentationml/2006/main">
  <p:cSld name="Circularo / Investor priority markets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E4EF1B42-02B8-4C54-BCB0-FA4BAF403C6C}"/>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57.xml><?xml version="1.0" encoding="utf-8"?>
<p:sldLayout xmlns:p="http://schemas.openxmlformats.org/presentationml/2006/main">
  <p:cSld name="Circularo / Investor priority markets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A011DEE0-2EB6-4712-B36D-1CF2F643B900}"/>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58.xml><?xml version="1.0" encoding="utf-8"?>
<p:sldLayout xmlns:p="http://schemas.openxmlformats.org/presentationml/2006/main">
  <p:cSld name="Circularo / Investor priority markets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AB2A8625-C079-4F49-8B3F-F493B761E5F5}"/>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59.xml><?xml version="1.0" encoding="utf-8"?>
<p:sldLayout xmlns:p="http://schemas.openxmlformats.org/presentationml/2006/main">
  <p:cSld name="Circularo / Investor live product scop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C66D48F2-A3C1-4499-9365-F7DA1129DD65}"/>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60.xml><?xml version="1.0" encoding="utf-8"?>
<p:sldLayout xmlns:p="http://schemas.openxmlformats.org/presentationml/2006/main">
  <p:cSld name="Circularo / Investor live product scope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E444C968-80BB-4B5E-896F-F7911F64303C}"/>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61.xml><?xml version="1.0" encoding="utf-8"?>
<p:sldLayout xmlns:p="http://schemas.openxmlformats.org/presentationml/2006/main">
  <p:cSld name="Circularo / Investor live product scope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043F595-714A-46C5-9833-E23413B46FF3}"/>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62.xml><?xml version="1.0" encoding="utf-8"?>
<p:sldLayout xmlns:p="http://schemas.openxmlformats.org/presentationml/2006/main">
  <p:cSld name="Circularo / Investor ARR ambition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9622A9FC-C2D8-45A1-A200-7D94AB2F585C}"/>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63.xml><?xml version="1.0" encoding="utf-8"?>
<p:sldLayout xmlns:p="http://schemas.openxmlformats.org/presentationml/2006/main">
  <p:cSld name="Circularo / Investor ARR ambition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7AE86F86-3B2D-48F4-9699-0FBB03840B10}"/>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64.xml><?xml version="1.0" encoding="utf-8"?>
<p:sldLayout xmlns:p="http://schemas.openxmlformats.org/presentationml/2006/main">
  <p:cSld name="Circularo / Investor ARR ambition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1709B2E3-B32A-403E-B39D-F56E683DC5B6}"/>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78b2ea213249c8" /><Relationship Type="http://schemas.openxmlformats.org/officeDocument/2006/relationships/slideLayout" Target="/ppt/slideLayouts/slideLayout1.xml" Id="Rb8b40aed7ef04b8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6d5c431d8c2420f" /><Relationship Type="http://schemas.openxmlformats.org/officeDocument/2006/relationships/slideLayout" Target="/ppt/slideLayouts/slideLayout2.xml" Id="R713b9ffaec4f48ab" /><Relationship Type="http://schemas.openxmlformats.org/officeDocument/2006/relationships/slideLayout" Target="/ppt/slideLayouts/slideLayout5.xml" Id="Rbec1b018add6406a" /><Relationship Type="http://schemas.openxmlformats.org/officeDocument/2006/relationships/slideLayout" Target="/ppt/slideLayouts/slideLayout8.xml" Id="R9a7c9b41aa144ddb" /><Relationship Type="http://schemas.openxmlformats.org/officeDocument/2006/relationships/slideLayout" Target="/ppt/slideLayouts/slideLayout11.xml" Id="Ra33bc75ea84a48fd" /><Relationship Type="http://schemas.openxmlformats.org/officeDocument/2006/relationships/slideLayout" Target="/ppt/slideLayouts/slideLayout14.xml" Id="R2e846326acc64800" /><Relationship Type="http://schemas.openxmlformats.org/officeDocument/2006/relationships/slideLayout" Target="/ppt/slideLayouts/slideLayout17.xml" Id="R58436341f4934853" /><Relationship Type="http://schemas.openxmlformats.org/officeDocument/2006/relationships/slideLayout" Target="/ppt/slideLayouts/slideLayout20.xml" Id="R0d68f9eff94449df" /><Relationship Type="http://schemas.openxmlformats.org/officeDocument/2006/relationships/slideLayout" Target="/ppt/slideLayouts/slideLayout23.xml" Id="R4790f1f1d4874fbb" /><Relationship Type="http://schemas.openxmlformats.org/officeDocument/2006/relationships/slideLayout" Target="/ppt/slideLayouts/slideLayout26.xml" Id="Ree064c2f5c68451f" /><Relationship Type="http://schemas.openxmlformats.org/officeDocument/2006/relationships/slideLayout" Target="/ppt/slideLayouts/slideLayout29.xml" Id="R1659a1a6d54841d5" /><Relationship Type="http://schemas.openxmlformats.org/officeDocument/2006/relationships/slideLayout" Target="/ppt/slideLayouts/slideLayout32.xml" Id="Rc92161b0290b47f6" /><Relationship Type="http://schemas.openxmlformats.org/officeDocument/2006/relationships/slideLayout" Target="/ppt/slideLayouts/slideLayout35.xml" Id="Rb6282e3fc3754cc2" /><Relationship Type="http://schemas.openxmlformats.org/officeDocument/2006/relationships/slideLayout" Target="/ppt/slideLayouts/slideLayout38.xml" Id="R6095dca426f5405c" /><Relationship Type="http://schemas.openxmlformats.org/officeDocument/2006/relationships/slideLayout" Target="/ppt/slideLayouts/slideLayout41.xml" Id="Ra52d42b5154b474b" /><Relationship Type="http://schemas.openxmlformats.org/officeDocument/2006/relationships/slideLayout" Target="/ppt/slideLayouts/slideLayout42.xml" Id="R6caa04c4435c4ed4" /><Relationship Type="http://schemas.openxmlformats.org/officeDocument/2006/relationships/slideLayout" Target="/ppt/slideLayouts/slideLayout43.xml" Id="Ra5fff1f4d32949a9" /><Relationship Type="http://schemas.openxmlformats.org/officeDocument/2006/relationships/slideLayout" Target="/ppt/slideLayouts/slideLayout44.xml" Id="Rfeccb1ef186c48ca" /><Relationship Type="http://schemas.openxmlformats.org/officeDocument/2006/relationships/slideLayout" Target="/ppt/slideLayouts/slideLayout45.xml" Id="R8477ca3a44c347d6" /><Relationship Type="http://schemas.openxmlformats.org/officeDocument/2006/relationships/slideLayout" Target="/ppt/slideLayouts/slideLayout46.xml" Id="R1b19b6a5c03d4054" /><Relationship Type="http://schemas.openxmlformats.org/officeDocument/2006/relationships/slideLayout" Target="/ppt/slideLayouts/slideLayout47.xml" Id="R9a8ef3aaa60245ca" /><Relationship Type="http://schemas.openxmlformats.org/officeDocument/2006/relationships/slideLayout" Target="/ppt/slideLayouts/slideLayout48.xml" Id="R718276c2a2a5464f" /><Relationship Type="http://schemas.openxmlformats.org/officeDocument/2006/relationships/slideLayout" Target="/ppt/slideLayouts/slideLayout50.xml" Id="Rd3b65ffe6b4249c1" /><Relationship Type="http://schemas.openxmlformats.org/officeDocument/2006/relationships/slideLayout" Target="/ppt/slideLayouts/slideLayout53.xml" Id="R5b00b88b5e72420c" /><Relationship Type="http://schemas.openxmlformats.org/officeDocument/2006/relationships/slideLayout" Target="/ppt/slideLayouts/slideLayout56.xml" Id="Rf7172691f8af4ef5" /><Relationship Type="http://schemas.openxmlformats.org/officeDocument/2006/relationships/slideLayout" Target="/ppt/slideLayouts/slideLayout59.xml" Id="Rbb9492e504b44179" /><Relationship Type="http://schemas.openxmlformats.org/officeDocument/2006/relationships/slideLayout" Target="/ppt/slideLayouts/slideLayout62.xml" Id="R81efcd75dac943a9"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bb532f480f984f46" /><Relationship Type="http://schemas.openxmlformats.org/officeDocument/2006/relationships/slideLayout" Target="/ppt/slideLayouts/slideLayout3.xml" Id="R60491cb49ba1499b" /><Relationship Type="http://schemas.openxmlformats.org/officeDocument/2006/relationships/slideLayout" Target="/ppt/slideLayouts/slideLayout6.xml" Id="Ra1fdba2e41934ade" /><Relationship Type="http://schemas.openxmlformats.org/officeDocument/2006/relationships/slideLayout" Target="/ppt/slideLayouts/slideLayout9.xml" Id="Rd7dd9b2fbd3c4e46" /><Relationship Type="http://schemas.openxmlformats.org/officeDocument/2006/relationships/slideLayout" Target="/ppt/slideLayouts/slideLayout12.xml" Id="Rbad25a5026f34be1" /><Relationship Type="http://schemas.openxmlformats.org/officeDocument/2006/relationships/slideLayout" Target="/ppt/slideLayouts/slideLayout15.xml" Id="Re51f966a52ca4179" /><Relationship Type="http://schemas.openxmlformats.org/officeDocument/2006/relationships/slideLayout" Target="/ppt/slideLayouts/slideLayout18.xml" Id="R212b595a119b4cb0" /><Relationship Type="http://schemas.openxmlformats.org/officeDocument/2006/relationships/slideLayout" Target="/ppt/slideLayouts/slideLayout21.xml" Id="Rb1bcb51402a242cb" /><Relationship Type="http://schemas.openxmlformats.org/officeDocument/2006/relationships/slideLayout" Target="/ppt/slideLayouts/slideLayout24.xml" Id="Rdd40298a2ff84ab3" /><Relationship Type="http://schemas.openxmlformats.org/officeDocument/2006/relationships/slideLayout" Target="/ppt/slideLayouts/slideLayout27.xml" Id="Rb75a5b9f15b04d61" /><Relationship Type="http://schemas.openxmlformats.org/officeDocument/2006/relationships/slideLayout" Target="/ppt/slideLayouts/slideLayout30.xml" Id="Re2caa8e37fb4488f" /><Relationship Type="http://schemas.openxmlformats.org/officeDocument/2006/relationships/slideLayout" Target="/ppt/slideLayouts/slideLayout33.xml" Id="R866048f3d6334d49" /><Relationship Type="http://schemas.openxmlformats.org/officeDocument/2006/relationships/slideLayout" Target="/ppt/slideLayouts/slideLayout36.xml" Id="Rb0d5d5aff4a54397" /><Relationship Type="http://schemas.openxmlformats.org/officeDocument/2006/relationships/slideLayout" Target="/ppt/slideLayouts/slideLayout39.xml" Id="R3005b283043a4c68" /><Relationship Type="http://schemas.openxmlformats.org/officeDocument/2006/relationships/slideLayout" Target="/ppt/slideLayouts/slideLayout51.xml" Id="R3ff31245e3ee4f58" /><Relationship Type="http://schemas.openxmlformats.org/officeDocument/2006/relationships/slideLayout" Target="/ppt/slideLayouts/slideLayout54.xml" Id="R038b08b937104bf8" /><Relationship Type="http://schemas.openxmlformats.org/officeDocument/2006/relationships/slideLayout" Target="/ppt/slideLayouts/slideLayout57.xml" Id="R0c6d9ee9b7cc4976" /><Relationship Type="http://schemas.openxmlformats.org/officeDocument/2006/relationships/slideLayout" Target="/ppt/slideLayouts/slideLayout60.xml" Id="Reba30ac4c52e4428" /><Relationship Type="http://schemas.openxmlformats.org/officeDocument/2006/relationships/slideLayout" Target="/ppt/slideLayouts/slideLayout63.xml" Id="Rd04866b6366c4ad5"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8035174ca32d440d" /><Relationship Type="http://schemas.openxmlformats.org/officeDocument/2006/relationships/slideLayout" Target="/ppt/slideLayouts/slideLayout4.xml" Id="Rc5a9a392fbdc4e68" /><Relationship Type="http://schemas.openxmlformats.org/officeDocument/2006/relationships/slideLayout" Target="/ppt/slideLayouts/slideLayout7.xml" Id="Red6847115d1d463f" /><Relationship Type="http://schemas.openxmlformats.org/officeDocument/2006/relationships/slideLayout" Target="/ppt/slideLayouts/slideLayout10.xml" Id="Re0ca5d92a07443a6" /><Relationship Type="http://schemas.openxmlformats.org/officeDocument/2006/relationships/slideLayout" Target="/ppt/slideLayouts/slideLayout13.xml" Id="R66d0f0112ca94bbc" /><Relationship Type="http://schemas.openxmlformats.org/officeDocument/2006/relationships/slideLayout" Target="/ppt/slideLayouts/slideLayout16.xml" Id="Re7aca5b95ac84bdc" /><Relationship Type="http://schemas.openxmlformats.org/officeDocument/2006/relationships/slideLayout" Target="/ppt/slideLayouts/slideLayout19.xml" Id="R86c504fc024449e4" /><Relationship Type="http://schemas.openxmlformats.org/officeDocument/2006/relationships/slideLayout" Target="/ppt/slideLayouts/slideLayout22.xml" Id="R2d92860dc7524036" /><Relationship Type="http://schemas.openxmlformats.org/officeDocument/2006/relationships/slideLayout" Target="/ppt/slideLayouts/slideLayout25.xml" Id="R60c83c959cee4a96" /><Relationship Type="http://schemas.openxmlformats.org/officeDocument/2006/relationships/slideLayout" Target="/ppt/slideLayouts/slideLayout28.xml" Id="R05293718187c40c6" /><Relationship Type="http://schemas.openxmlformats.org/officeDocument/2006/relationships/slideLayout" Target="/ppt/slideLayouts/slideLayout31.xml" Id="R2c958ead85aa4d40" /><Relationship Type="http://schemas.openxmlformats.org/officeDocument/2006/relationships/slideLayout" Target="/ppt/slideLayouts/slideLayout34.xml" Id="Rd3bf430f65cf4dbf" /><Relationship Type="http://schemas.openxmlformats.org/officeDocument/2006/relationships/slideLayout" Target="/ppt/slideLayouts/slideLayout37.xml" Id="R988b58ec40854e7a" /><Relationship Type="http://schemas.openxmlformats.org/officeDocument/2006/relationships/slideLayout" Target="/ppt/slideLayouts/slideLayout40.xml" Id="R4e330dde1fc94975" /><Relationship Type="http://schemas.openxmlformats.org/officeDocument/2006/relationships/slideLayout" Target="/ppt/slideLayouts/slideLayout49.xml" Id="R54281532cc764ec9" /><Relationship Type="http://schemas.openxmlformats.org/officeDocument/2006/relationships/slideLayout" Target="/ppt/slideLayouts/slideLayout52.xml" Id="R1d04f69de84a4eb5" /><Relationship Type="http://schemas.openxmlformats.org/officeDocument/2006/relationships/slideLayout" Target="/ppt/slideLayouts/slideLayout55.xml" Id="R603743668df24b03" /><Relationship Type="http://schemas.openxmlformats.org/officeDocument/2006/relationships/slideLayout" Target="/ppt/slideLayouts/slideLayout58.xml" Id="R39cbee82522c456a" /><Relationship Type="http://schemas.openxmlformats.org/officeDocument/2006/relationships/slideLayout" Target="/ppt/slideLayouts/slideLayout61.xml" Id="R2c6e5db0ad644d3b" /><Relationship Type="http://schemas.openxmlformats.org/officeDocument/2006/relationships/slideLayout" Target="/ppt/slideLayouts/slideLayout64.xml" Id="Rd968ecab93e449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b40aed7ef04b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ircularo light">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713b9ffaec4f48ab"/>
    <p:sldLayoutId xmlns:r="http://schemas.openxmlformats.org/officeDocument/2006/relationships" id="2147483652" r:id="Rbec1b018add6406a"/>
    <p:sldLayoutId xmlns:r="http://schemas.openxmlformats.org/officeDocument/2006/relationships" id="2147483653" r:id="R9a7c9b41aa144ddb"/>
    <p:sldLayoutId xmlns:r="http://schemas.openxmlformats.org/officeDocument/2006/relationships" id="2147483654" r:id="Ra33bc75ea84a48fd"/>
    <p:sldLayoutId xmlns:r="http://schemas.openxmlformats.org/officeDocument/2006/relationships" id="2147483655" r:id="R2e846326acc64800"/>
    <p:sldLayoutId xmlns:r="http://schemas.openxmlformats.org/officeDocument/2006/relationships" id="2147483656" r:id="R58436341f4934853"/>
    <p:sldLayoutId xmlns:r="http://schemas.openxmlformats.org/officeDocument/2006/relationships" id="2147483657" r:id="R0d68f9eff94449df"/>
    <p:sldLayoutId xmlns:r="http://schemas.openxmlformats.org/officeDocument/2006/relationships" id="2147483658" r:id="R4790f1f1d4874fbb"/>
    <p:sldLayoutId xmlns:r="http://schemas.openxmlformats.org/officeDocument/2006/relationships" id="2147483659" r:id="Ree064c2f5c68451f"/>
    <p:sldLayoutId xmlns:r="http://schemas.openxmlformats.org/officeDocument/2006/relationships" id="2147483660" r:id="R1659a1a6d54841d5"/>
    <p:sldLayoutId xmlns:r="http://schemas.openxmlformats.org/officeDocument/2006/relationships" id="2147483661" r:id="Rc92161b0290b47f6"/>
    <p:sldLayoutId xmlns:r="http://schemas.openxmlformats.org/officeDocument/2006/relationships" id="2147483662" r:id="Rb6282e3fc3754cc2"/>
    <p:sldLayoutId xmlns:r="http://schemas.openxmlformats.org/officeDocument/2006/relationships" id="2147483663" r:id="R6095dca426f5405c"/>
    <p:sldLayoutId xmlns:r="http://schemas.openxmlformats.org/officeDocument/2006/relationships" id="2147483664" r:id="Ra52d42b5154b474b"/>
    <p:sldLayoutId xmlns:r="http://schemas.openxmlformats.org/officeDocument/2006/relationships" id="2147483665" r:id="R6caa04c4435c4ed4"/>
    <p:sldLayoutId xmlns:r="http://schemas.openxmlformats.org/officeDocument/2006/relationships" id="2147483666" r:id="Ra5fff1f4d32949a9"/>
    <p:sldLayoutId xmlns:r="http://schemas.openxmlformats.org/officeDocument/2006/relationships" id="2147483667" r:id="Rfeccb1ef186c48ca"/>
    <p:sldLayoutId xmlns:r="http://schemas.openxmlformats.org/officeDocument/2006/relationships" id="2147483668" r:id="R8477ca3a44c347d6"/>
    <p:sldLayoutId xmlns:r="http://schemas.openxmlformats.org/officeDocument/2006/relationships" id="2147483669" r:id="R1b19b6a5c03d4054"/>
    <p:sldLayoutId xmlns:r="http://schemas.openxmlformats.org/officeDocument/2006/relationships" id="2147483670" r:id="R9a8ef3aaa60245ca"/>
    <p:sldLayoutId xmlns:r="http://schemas.openxmlformats.org/officeDocument/2006/relationships" id="2147483671" r:id="R718276c2a2a5464f"/>
    <p:sldLayoutId xmlns:r="http://schemas.openxmlformats.org/officeDocument/2006/relationships" id="2147483672" r:id="Rd3b65ffe6b4249c1"/>
    <p:sldLayoutId xmlns:r="http://schemas.openxmlformats.org/officeDocument/2006/relationships" id="2147483673" r:id="R5b00b88b5e72420c"/>
    <p:sldLayoutId xmlns:r="http://schemas.openxmlformats.org/officeDocument/2006/relationships" id="2147483674" r:id="Rf7172691f8af4ef5"/>
    <p:sldLayoutId xmlns:r="http://schemas.openxmlformats.org/officeDocument/2006/relationships" id="2147483675" r:id="Rbb9492e504b44179"/>
    <p:sldLayoutId xmlns:r="http://schemas.openxmlformats.org/officeDocument/2006/relationships" id="2147483676" r:id="R81efcd75dac943a9"/>
  </p:sldLayoutIdLst>
</p:sldMaster>
</file>

<file path=ppt/slideMasters/slideMaster3.xml><?xml version="1.0" encoding="utf-8"?>
<p:sldMaster xmlns:p="http://schemas.openxmlformats.org/presentationml/2006/main">
  <p:cSld name="Circularo dark">
    <p:bg>
      <p:bgPr>
        <a:solidFill xmlns:a="http://schemas.openxmlformats.org/drawingml/2006/main">
          <a:srgbClr val="1D0090"/>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8" r:id="R60491cb49ba1499b"/>
    <p:sldLayoutId xmlns:r="http://schemas.openxmlformats.org/officeDocument/2006/relationships" id="2147483679" r:id="Ra1fdba2e41934ade"/>
    <p:sldLayoutId xmlns:r="http://schemas.openxmlformats.org/officeDocument/2006/relationships" id="2147483680" r:id="Rd7dd9b2fbd3c4e46"/>
    <p:sldLayoutId xmlns:r="http://schemas.openxmlformats.org/officeDocument/2006/relationships" id="2147483681" r:id="Rbad25a5026f34be1"/>
    <p:sldLayoutId xmlns:r="http://schemas.openxmlformats.org/officeDocument/2006/relationships" id="2147483682" r:id="Re51f966a52ca4179"/>
    <p:sldLayoutId xmlns:r="http://schemas.openxmlformats.org/officeDocument/2006/relationships" id="2147483683" r:id="R212b595a119b4cb0"/>
    <p:sldLayoutId xmlns:r="http://schemas.openxmlformats.org/officeDocument/2006/relationships" id="2147483684" r:id="Rb1bcb51402a242cb"/>
    <p:sldLayoutId xmlns:r="http://schemas.openxmlformats.org/officeDocument/2006/relationships" id="2147483685" r:id="Rdd40298a2ff84ab3"/>
    <p:sldLayoutId xmlns:r="http://schemas.openxmlformats.org/officeDocument/2006/relationships" id="2147483686" r:id="Rb75a5b9f15b04d61"/>
    <p:sldLayoutId xmlns:r="http://schemas.openxmlformats.org/officeDocument/2006/relationships" id="2147483687" r:id="Re2caa8e37fb4488f"/>
    <p:sldLayoutId xmlns:r="http://schemas.openxmlformats.org/officeDocument/2006/relationships" id="2147483688" r:id="R866048f3d6334d49"/>
    <p:sldLayoutId xmlns:r="http://schemas.openxmlformats.org/officeDocument/2006/relationships" id="2147483689" r:id="Rb0d5d5aff4a54397"/>
    <p:sldLayoutId xmlns:r="http://schemas.openxmlformats.org/officeDocument/2006/relationships" id="2147483690" r:id="R3005b283043a4c68"/>
    <p:sldLayoutId xmlns:r="http://schemas.openxmlformats.org/officeDocument/2006/relationships" id="2147483691" r:id="R3ff31245e3ee4f58"/>
    <p:sldLayoutId xmlns:r="http://schemas.openxmlformats.org/officeDocument/2006/relationships" id="2147483692" r:id="R038b08b937104bf8"/>
    <p:sldLayoutId xmlns:r="http://schemas.openxmlformats.org/officeDocument/2006/relationships" id="2147483693" r:id="R0c6d9ee9b7cc4976"/>
    <p:sldLayoutId xmlns:r="http://schemas.openxmlformats.org/officeDocument/2006/relationships" id="2147483694" r:id="Reba30ac4c52e4428"/>
    <p:sldLayoutId xmlns:r="http://schemas.openxmlformats.org/officeDocument/2006/relationships" id="2147483695" r:id="Rd04866b6366c4ad5"/>
  </p:sldLayoutIdLst>
</p:sldMaster>
</file>

<file path=ppt/slideMasters/slideMaster4.xml><?xml version="1.0" encoding="utf-8"?>
<p:sldMaster xmlns:p="http://schemas.openxmlformats.org/presentationml/2006/main">
  <p:cSld name="Circularo gradient">
    <p:bg>
      <p:bgPr>
        <a:gradFill xmlns:a="http://schemas.openxmlformats.org/drawingml/2006/main">
          <a:gsLst>
            <a:gs pos="0">
              <a:srgbClr val="7000FF"/>
            </a:gs>
            <a:gs pos="63000">
              <a:srgbClr val="1D0090"/>
            </a:gs>
            <a:gs pos="100000">
              <a:srgbClr val="1D0090"/>
            </a:gs>
          </a:gsLst>
          <a:lin ang="5400000"/>
        </a:gra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7" r:id="Rc5a9a392fbdc4e68"/>
    <p:sldLayoutId xmlns:r="http://schemas.openxmlformats.org/officeDocument/2006/relationships" id="2147483698" r:id="Red6847115d1d463f"/>
    <p:sldLayoutId xmlns:r="http://schemas.openxmlformats.org/officeDocument/2006/relationships" id="2147483699" r:id="Re0ca5d92a07443a6"/>
    <p:sldLayoutId xmlns:r="http://schemas.openxmlformats.org/officeDocument/2006/relationships" id="2147483700" r:id="R66d0f0112ca94bbc"/>
    <p:sldLayoutId xmlns:r="http://schemas.openxmlformats.org/officeDocument/2006/relationships" id="2147483701" r:id="Re7aca5b95ac84bdc"/>
    <p:sldLayoutId xmlns:r="http://schemas.openxmlformats.org/officeDocument/2006/relationships" id="2147483702" r:id="R86c504fc024449e4"/>
    <p:sldLayoutId xmlns:r="http://schemas.openxmlformats.org/officeDocument/2006/relationships" id="2147483703" r:id="R2d92860dc7524036"/>
    <p:sldLayoutId xmlns:r="http://schemas.openxmlformats.org/officeDocument/2006/relationships" id="2147483704" r:id="R60c83c959cee4a96"/>
    <p:sldLayoutId xmlns:r="http://schemas.openxmlformats.org/officeDocument/2006/relationships" id="2147483705" r:id="R05293718187c40c6"/>
    <p:sldLayoutId xmlns:r="http://schemas.openxmlformats.org/officeDocument/2006/relationships" id="2147483706" r:id="R2c958ead85aa4d40"/>
    <p:sldLayoutId xmlns:r="http://schemas.openxmlformats.org/officeDocument/2006/relationships" id="2147483707" r:id="Rd3bf430f65cf4dbf"/>
    <p:sldLayoutId xmlns:r="http://schemas.openxmlformats.org/officeDocument/2006/relationships" id="2147483708" r:id="R988b58ec40854e7a"/>
    <p:sldLayoutId xmlns:r="http://schemas.openxmlformats.org/officeDocument/2006/relationships" id="2147483709" r:id="R4e330dde1fc94975"/>
    <p:sldLayoutId xmlns:r="http://schemas.openxmlformats.org/officeDocument/2006/relationships" id="2147483710" r:id="R54281532cc764ec9"/>
    <p:sldLayoutId xmlns:r="http://schemas.openxmlformats.org/officeDocument/2006/relationships" id="2147483711" r:id="R1d04f69de84a4eb5"/>
    <p:sldLayoutId xmlns:r="http://schemas.openxmlformats.org/officeDocument/2006/relationships" id="2147483712" r:id="R603743668df24b03"/>
    <p:sldLayoutId xmlns:r="http://schemas.openxmlformats.org/officeDocument/2006/relationships" id="2147483713" r:id="R39cbee82522c456a"/>
    <p:sldLayoutId xmlns:r="http://schemas.openxmlformats.org/officeDocument/2006/relationships" id="2147483714" r:id="R2c6e5db0ad644d3b"/>
    <p:sldLayoutId xmlns:r="http://schemas.openxmlformats.org/officeDocument/2006/relationships" id="2147483715" r:id="Rd968ecab93e449c3"/>
  </p:sldLayoutIdLst>
</p:sldMaster>
</file>

<file path=ppt/slideMasters/theme/theme2.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52.xml" Id="Rea083b75137f419d" /><Relationship Type="http://schemas.openxmlformats.org/officeDocument/2006/relationships/image" Target="/ppt/media/image.png" Id="Raac764060adc4051" /><Relationship Type="http://schemas.openxmlformats.org/officeDocument/2006/relationships/image" Target="/ppt/media/image.svg" Id="R47fcb4101e2b4598" /><Relationship Type="http://schemas.openxmlformats.org/officeDocument/2006/relationships/image" Target="/ppt/media/image2.png" Id="Rb01d2ac2dec84fb2" /><Relationship Type="http://schemas.openxmlformats.org/officeDocument/2006/relationships/notesSlide" Target="/ppt/notesSlides/notesSlide1.xml" Id="R7445553267e043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53.xml" Id="R210d2f84caec4f68" /><Relationship Type="http://schemas.openxmlformats.org/officeDocument/2006/relationships/image" Target="/ppt/media/image3.png" Id="R0a7d4e94c3064ddd" /><Relationship Type="http://schemas.openxmlformats.org/officeDocument/2006/relationships/notesSlide" Target="/ppt/notesSlides/notesSlide2.xml" Id="R7ddb8d726c834b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48.xml" Id="R2d050f2f74084ab1" /><Relationship Type="http://schemas.openxmlformats.org/officeDocument/2006/relationships/image" Target="/ppt/media/image4.png" Id="R2370eab9616d4d3f" /><Relationship Type="http://schemas.openxmlformats.org/officeDocument/2006/relationships/notesSlide" Target="/ppt/notesSlides/notesSlide3.xml" Id="R83114c460bae47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47.xml" Id="Raf0ad1bb3a9941bf" /><Relationship Type="http://schemas.openxmlformats.org/officeDocument/2006/relationships/image" Target="/ppt/media/image5.png" Id="R0f43c3bfd2634bfa" /><Relationship Type="http://schemas.openxmlformats.org/officeDocument/2006/relationships/notesSlide" Target="/ppt/notesSlides/notesSlide4.xml" Id="R5ccab7f36d424b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0.xml" Id="R68da0083e9d74d51" /><Relationship Type="http://schemas.openxmlformats.org/officeDocument/2006/relationships/image" Target="/ppt/media/image6.png" Id="R39f56c5f0ca94331" /><Relationship Type="http://schemas.openxmlformats.org/officeDocument/2006/relationships/notesSlide" Target="/ppt/notesSlides/notesSlide5.xml" Id="R4880e51b4cba4b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41.xml" Id="Rf7cee5abe8f6431f" /><Relationship Type="http://schemas.openxmlformats.org/officeDocument/2006/relationships/image" Target="/ppt/media/image7.png" Id="Rb038a835c18d4423" /><Relationship Type="http://schemas.openxmlformats.org/officeDocument/2006/relationships/image" Target="/ppt/media/image2.svg" Id="R2ec661326b3b4317" /><Relationship Type="http://schemas.openxmlformats.org/officeDocument/2006/relationships/image" Target="/ppt/media/image8.png" Id="R5d75b63490ac4da6" /><Relationship Type="http://schemas.openxmlformats.org/officeDocument/2006/relationships/notesSlide" Target="/ppt/notesSlides/notesSlide6.xml" Id="Rd7ebd0f29c774a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4.xml" Id="R349a7ef0a61c4155" /><Relationship Type="http://schemas.openxmlformats.org/officeDocument/2006/relationships/image" Target="/ppt/media/image9.png" Id="R8d7e6fc782364527" /><Relationship Type="http://schemas.openxmlformats.org/officeDocument/2006/relationships/notesSlide" Target="/ppt/notesSlides/notesSlide7.xml" Id="Rae198a55652542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56.xml" Id="R35b4042caeca48ad" /><Relationship Type="http://schemas.openxmlformats.org/officeDocument/2006/relationships/image" Target="/ppt/media/image10.png" Id="R740a65569ad54244" /><Relationship Type="http://schemas.openxmlformats.org/officeDocument/2006/relationships/notesSlide" Target="/ppt/notesSlides/notesSlide8.xml" Id="R109babf3007a40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59.xml" Id="R4157ab4ca0e447b7" /><Relationship Type="http://schemas.openxmlformats.org/officeDocument/2006/relationships/image" Target="/ppt/media/image11.png" Id="R35cd2ffaedcd4a13" /><Relationship Type="http://schemas.openxmlformats.org/officeDocument/2006/relationships/notesSlide" Target="/ppt/notesSlides/notesSlide9.xml" Id="R7f21eab0e7324d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4.xml" Id="R18e145a0cfb44aa8" /><Relationship Type="http://schemas.openxmlformats.org/officeDocument/2006/relationships/image" Target="/ppt/media/image12.png" Id="Re5e0fa6e764c439b" /><Relationship Type="http://schemas.openxmlformats.org/officeDocument/2006/relationships/image" Target="/ppt/media/image3.svg" Id="R6bebdf7054da4882" /><Relationship Type="http://schemas.openxmlformats.org/officeDocument/2006/relationships/image" Target="/ppt/media/image13.png" Id="R4152afc5dfd841dc" /><Relationship Type="http://schemas.openxmlformats.org/officeDocument/2006/relationships/notesSlide" Target="/ppt/notesSlides/notesSlide10.xml" Id="Rd3f13a6166d243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7.xml" Id="R9d0df333f1824f1a" /><Relationship Type="http://schemas.openxmlformats.org/officeDocument/2006/relationships/image" Target="/ppt/media/image14.png" Id="Rc52c977041764ce9" /><Relationship Type="http://schemas.openxmlformats.org/officeDocument/2006/relationships/notesSlide" Target="/ppt/notesSlides/notesSlide11.xml" Id="Re21560f8602e47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3.xml" Id="Ra9db5c9a5f974d6d" /><Relationship Type="http://schemas.openxmlformats.org/officeDocument/2006/relationships/image" Target="/ppt/media/image15.png" Id="R0ae7c940901545f2" /><Relationship Type="http://schemas.openxmlformats.org/officeDocument/2006/relationships/image" Target="/ppt/media/image16.png" Id="Rd1fa5da24f144afa" /><Relationship Type="http://schemas.openxmlformats.org/officeDocument/2006/relationships/notesSlide" Target="/ppt/notesSlides/notesSlide12.xml" Id="Rbdba818fb4044f5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ac764060adc4051">
            <a:extLst>
              <a:ext uri="{96DAC541-7B7A-43D3-8B79-37D633B846F1}">
                <asvg:svgBlip xmlns:asvg="http://schemas.microsoft.com/office/drawing/2016/SVG/main" r:embed="R47fcb4101e2b4598"/>
              </a:ext>
            </a:extLst>
          </a:blip>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01d2ac2dec84fb2"/>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3" name="placeholder_1">
            <a:extLst xmlns:a="http://schemas.openxmlformats.org/drawingml/2006/main">
              <a:ext uri="{FF2B5EF4-FFF2-40B4-BE49-F238E27FC236}">
                <a16:creationId xmlns:a16="http://schemas.microsoft.com/office/drawing/2014/main" id="{66CCBAD4-47E9-46D9-A6A5-E4E7B047EB27}"/>
              </a:ext>
            </a:extLst>
          </p:cNvPr>
          <p:cNvSpPr>
            <a:spLocks xmlns:a="http://schemas.openxmlformats.org/drawingml/2006/main" noGrp="1"/>
          </p:cNvSpPr>
          <p:nvPr>
            <p:ph type="title" idx="0"/>
          </p:nvPr>
        </p:nvSpPr>
        <p:spPr>
          <a:xfrm xmlns:a="http://schemas.openxmlformats.org/drawingml/2006/main">
            <a:off x="1162050" y="2333625"/>
            <a:ext cx="15144750" cy="3429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Strategic partnership</a:t>
            </a:r>
          </a:p>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&amp; investment</a:t>
            </a:r>
          </a:p>
        </p:txBody>
      </p:sp>
      <p:sp>
        <p:nvSpPr>
          <p:cNvPr id="4" name="placeholder_2">
            <a:extLst xmlns:a="http://schemas.openxmlformats.org/drawingml/2006/main">
              <a:ext uri="{FF2B5EF4-FFF2-40B4-BE49-F238E27FC236}">
                <a16:creationId xmlns:a16="http://schemas.microsoft.com/office/drawing/2014/main" id="{9B6EDAD9-22B6-4B31-A5AF-13C6640EE666}"/>
              </a:ext>
            </a:extLst>
          </p:cNvPr>
          <p:cNvSpPr>
            <a:spLocks xmlns:a="http://schemas.openxmlformats.org/drawingml/2006/main" noGrp="1"/>
          </p:cNvSpPr>
          <p:nvPr>
            <p:ph type="body" idx="1"/>
          </p:nvPr>
        </p:nvSpPr>
        <p:spPr>
          <a:xfrm xmlns:a="http://schemas.openxmlformats.org/drawingml/2006/main">
            <a:off x="1162050" y="6238875"/>
            <a:ext cx="14192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Digital trust technology for</a:t>
            </a:r>
          </a:p>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enterprises and governments</a:t>
            </a:r>
          </a:p>
        </p:txBody>
      </p:sp>
      <p:sp>
        <p:nvSpPr>
          <p:cNvPr id="5" name="cover-intent">
            <a:extLst xmlns:a="http://schemas.openxmlformats.org/drawingml/2006/main">
              <a:ext uri="{FF2B5EF4-FFF2-40B4-BE49-F238E27FC236}">
                <a16:creationId xmlns:a16="http://schemas.microsoft.com/office/drawing/2014/main" id="{4A797E99-B818-46F6-852B-496DCA135660}"/>
              </a:ext>
            </a:extLst>
          </p:cNvPr>
          <p:cNvSpPr>
            <a:spLocks xmlns:a="http://schemas.openxmlformats.org/drawingml/2006/main" noGrp="1"/>
          </p:cNvSpPr>
          <p:nvPr/>
        </p:nvSpPr>
        <p:spPr>
          <a:xfrm xmlns:a="http://schemas.openxmlformats.org/drawingml/2006/main">
            <a:off x="1162050" y="8143875"/>
            <a:ext cx="1457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 strategic shareholder to expand adoption across its businesses and customer network.</a:t>
            </a:r>
          </a:p>
        </p:txBody>
      </p:sp>
      <p:sp>
        <p:nvSpPr>
          <p:cNvPr id="6" name="footer">
            <a:extLst xmlns:a="http://schemas.openxmlformats.org/drawingml/2006/main">
              <a:ext uri="{FF2B5EF4-FFF2-40B4-BE49-F238E27FC236}">
                <a16:creationId xmlns:a16="http://schemas.microsoft.com/office/drawing/2014/main" id="{C949F09B-074E-4598-BA22-04477EE86DAA}"/>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FFFFFF"/>
                </a:solidFill>
                <a:latin typeface="Mulish"/>
                <a:ea typeface="Mulish"/>
                <a:cs typeface="Mulish"/>
              </a:defRPr>
            </a:pPr>
            <a:r>
              <a:rPr sz="1500" b="0">
                <a:solidFill>
                  <a:srgbClr val="FFFFFF"/>
                </a:solidFill>
                <a:latin typeface="Mulish"/>
                <a:ea typeface="Mulish"/>
                <a:cs typeface="Mulish"/>
              </a:rPr>
              <a:t>CONFIDENTIAL • FOUNDER REVIEW DRAFT</a:t>
            </a:r>
          </a:p>
        </p:txBody>
      </p:sp>
      <p:sp>
        <p:nvSpPr>
          <p:cNvPr id="7" name="slide-number">
            <a:extLst xmlns:a="http://schemas.openxmlformats.org/drawingml/2006/main">
              <a:ext uri="{FF2B5EF4-FFF2-40B4-BE49-F238E27FC236}">
                <a16:creationId xmlns:a16="http://schemas.microsoft.com/office/drawing/2014/main" id="{E13E4DAC-645A-4EF6-9BB2-D6FE75BCAE2B}"/>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FFFFFF"/>
                </a:solidFill>
                <a:latin typeface="Mulish"/>
                <a:ea typeface="Mulish"/>
                <a:cs typeface="Mulish"/>
              </a:defRPr>
            </a:pPr>
            <a:r>
              <a:rPr sz="1500" b="0">
                <a:solidFill>
                  <a:srgbClr val="FFFFFF"/>
                </a:solidFill>
                <a:latin typeface="Mulish"/>
                <a:ea typeface="Mulish"/>
                <a:cs typeface="Mulish"/>
              </a:rPr>
              <a:t>01</a:t>
            </a:r>
          </a:p>
        </p:txBody>
      </p:sp>
    </p:spTree>
    <p:extLst>
      <p:ext uri="{BB962C8B-B14F-4D97-AF65-F5344CB8AC3E}">
        <p14:creationId xmlns:p14="http://schemas.microsoft.com/office/powerpoint/2010/main" val="14251838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a7d4e94c3064ddd"/>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25815CA2-035E-4256-A310-5A6669244884}"/>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Circularo today</a:t>
            </a:r>
          </a:p>
        </p:txBody>
      </p:sp>
      <p:sp>
        <p:nvSpPr>
          <p:cNvPr id="3" name="metric-label-0">
            <a:extLst xmlns:a="http://schemas.openxmlformats.org/drawingml/2006/main">
              <a:ext uri="{FF2B5EF4-FFF2-40B4-BE49-F238E27FC236}">
                <a16:creationId xmlns:a16="http://schemas.microsoft.com/office/drawing/2014/main" id="{EDE4670F-2D28-46E4-8B60-6C71A2C7D76C}"/>
              </a:ext>
            </a:extLst>
          </p:cNvPr>
          <p:cNvSpPr>
            <a:spLocks xmlns:a="http://schemas.openxmlformats.org/drawingml/2006/main" noGrp="1"/>
          </p:cNvSpPr>
          <p:nvPr/>
        </p:nvSpPr>
        <p:spPr>
          <a:xfrm xmlns:a="http://schemas.openxmlformats.org/drawingml/2006/main">
            <a:off x="1162050" y="35242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Current ARR</a:t>
            </a:r>
          </a:p>
        </p:txBody>
      </p:sp>
      <p:sp>
        <p:nvSpPr>
          <p:cNvPr id="4" name="metric-value-0">
            <a:extLst xmlns:a="http://schemas.openxmlformats.org/drawingml/2006/main">
              <a:ext uri="{FF2B5EF4-FFF2-40B4-BE49-F238E27FC236}">
                <a16:creationId xmlns:a16="http://schemas.microsoft.com/office/drawing/2014/main" id="{F808EEE7-BB1A-4472-B398-5481B049204C}"/>
              </a:ext>
            </a:extLst>
          </p:cNvPr>
          <p:cNvSpPr>
            <a:spLocks xmlns:a="http://schemas.openxmlformats.org/drawingml/2006/main" noGrp="1"/>
          </p:cNvSpPr>
          <p:nvPr/>
        </p:nvSpPr>
        <p:spPr>
          <a:xfrm xmlns:a="http://schemas.openxmlformats.org/drawingml/2006/main">
            <a:off x="1162050" y="4191000"/>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7000FF"/>
                </a:solidFill>
                <a:latin typeface="Spartan"/>
                <a:ea typeface="Spartan"/>
                <a:cs typeface="Spartan"/>
              </a:defRPr>
            </a:pPr>
            <a:r>
              <a:rPr sz="7500" b="1">
                <a:solidFill>
                  <a:srgbClr val="7000FF"/>
                </a:solidFill>
                <a:latin typeface="Spartan"/>
                <a:ea typeface="Spartan"/>
                <a:cs typeface="Spartan"/>
              </a:rPr>
              <a:t>≈$3M</a:t>
            </a:r>
          </a:p>
        </p:txBody>
      </p:sp>
      <p:sp>
        <p:nvSpPr>
          <p:cNvPr id="5" name="metric-detail-0">
            <a:extLst xmlns:a="http://schemas.openxmlformats.org/drawingml/2006/main">
              <a:ext uri="{FF2B5EF4-FFF2-40B4-BE49-F238E27FC236}">
                <a16:creationId xmlns:a16="http://schemas.microsoft.com/office/drawing/2014/main" id="{DB65C02B-C9AA-4883-BE6B-E5209B295A21}"/>
              </a:ext>
            </a:extLst>
          </p:cNvPr>
          <p:cNvSpPr>
            <a:spLocks xmlns:a="http://schemas.openxmlformats.org/drawingml/2006/main" noGrp="1"/>
          </p:cNvSpPr>
          <p:nvPr/>
        </p:nvSpPr>
        <p:spPr>
          <a:xfrm xmlns:a="http://schemas.openxmlformats.org/drawingml/2006/main">
            <a:off x="1162050" y="5715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3D3D3D"/>
                </a:solidFill>
                <a:latin typeface="Mulish"/>
                <a:ea typeface="Mulish"/>
                <a:cs typeface="Mulish"/>
              </a:defRPr>
            </a:pPr>
            <a:r>
              <a:rPr sz="2025" b="0">
                <a:solidFill>
                  <a:srgbClr val="3D3D3D"/>
                </a:solidFill>
                <a:latin typeface="Mulish"/>
                <a:ea typeface="Mulish"/>
                <a:cs typeface="Mulish"/>
              </a:rPr>
              <a:t>Management approximation</a:t>
            </a:r>
          </a:p>
          <a:p xmlns:a="http://schemas.openxmlformats.org/drawingml/2006/main">
            <a:pPr>
              <a:defRPr sz="2025" b="0">
                <a:solidFill>
                  <a:srgbClr val="3D3D3D"/>
                </a:solidFill>
                <a:latin typeface="Mulish"/>
                <a:ea typeface="Mulish"/>
                <a:cs typeface="Mulish"/>
              </a:defRPr>
            </a:pPr>
            <a:r>
              <a:rPr sz="2025" b="0">
                <a:solidFill>
                  <a:srgbClr val="3D3D3D"/>
                </a:solidFill>
                <a:latin typeface="Mulish"/>
                <a:ea typeface="Mulish"/>
                <a:cs typeface="Mulish"/>
              </a:rPr>
              <a:t>As of [DATE TO CONFIRM]</a:t>
            </a:r>
          </a:p>
        </p:txBody>
      </p:sp>
      <p:sp>
        <p:nvSpPr>
          <p:cNvPr id="6" name="metric-label-1">
            <a:extLst xmlns:a="http://schemas.openxmlformats.org/drawingml/2006/main">
              <a:ext uri="{FF2B5EF4-FFF2-40B4-BE49-F238E27FC236}">
                <a16:creationId xmlns:a16="http://schemas.microsoft.com/office/drawing/2014/main" id="{657C66E8-F81C-43A6-95FC-0506506DAB4D}"/>
              </a:ext>
            </a:extLst>
          </p:cNvPr>
          <p:cNvSpPr>
            <a:spLocks xmlns:a="http://schemas.openxmlformats.org/drawingml/2006/main" noGrp="1"/>
          </p:cNvSpPr>
          <p:nvPr/>
        </p:nvSpPr>
        <p:spPr>
          <a:xfrm xmlns:a="http://schemas.openxmlformats.org/drawingml/2006/main">
            <a:off x="6591300" y="35242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2025 revenue</a:t>
            </a:r>
          </a:p>
        </p:txBody>
      </p:sp>
      <p:sp>
        <p:nvSpPr>
          <p:cNvPr id="7" name="metric-value-1">
            <a:extLst xmlns:a="http://schemas.openxmlformats.org/drawingml/2006/main">
              <a:ext uri="{FF2B5EF4-FFF2-40B4-BE49-F238E27FC236}">
                <a16:creationId xmlns:a16="http://schemas.microsoft.com/office/drawing/2014/main" id="{7CFBB1C9-9CA1-457E-8026-5CF8B2631113}"/>
              </a:ext>
            </a:extLst>
          </p:cNvPr>
          <p:cNvSpPr>
            <a:spLocks xmlns:a="http://schemas.openxmlformats.org/drawingml/2006/main" noGrp="1"/>
          </p:cNvSpPr>
          <p:nvPr/>
        </p:nvSpPr>
        <p:spPr>
          <a:xfrm xmlns:a="http://schemas.openxmlformats.org/drawingml/2006/main">
            <a:off x="6591300" y="4191000"/>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7000FF"/>
                </a:solidFill>
                <a:latin typeface="Spartan"/>
                <a:ea typeface="Spartan"/>
                <a:cs typeface="Spartan"/>
              </a:defRPr>
            </a:pPr>
            <a:r>
              <a:rPr sz="7500" b="1">
                <a:solidFill>
                  <a:srgbClr val="7000FF"/>
                </a:solidFill>
                <a:latin typeface="Spartan"/>
                <a:ea typeface="Spartan"/>
                <a:cs typeface="Spartan"/>
              </a:rPr>
              <a:t>$2.794M</a:t>
            </a:r>
          </a:p>
        </p:txBody>
      </p:sp>
      <p:sp>
        <p:nvSpPr>
          <p:cNvPr id="8" name="metric-detail-1">
            <a:extLst xmlns:a="http://schemas.openxmlformats.org/drawingml/2006/main">
              <a:ext uri="{FF2B5EF4-FFF2-40B4-BE49-F238E27FC236}">
                <a16:creationId xmlns:a16="http://schemas.microsoft.com/office/drawing/2014/main" id="{3231BB14-F93B-4547-A1D3-FC124F68F5F3}"/>
              </a:ext>
            </a:extLst>
          </p:cNvPr>
          <p:cNvSpPr>
            <a:spLocks xmlns:a="http://schemas.openxmlformats.org/drawingml/2006/main" noGrp="1"/>
          </p:cNvSpPr>
          <p:nvPr/>
        </p:nvSpPr>
        <p:spPr>
          <a:xfrm xmlns:a="http://schemas.openxmlformats.org/drawingml/2006/main">
            <a:off x="6591300" y="5715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3D3D3D"/>
                </a:solidFill>
                <a:latin typeface="Mulish"/>
                <a:ea typeface="Mulish"/>
                <a:cs typeface="Mulish"/>
              </a:defRPr>
            </a:pPr>
            <a:r>
              <a:rPr sz="2025" b="0">
                <a:solidFill>
                  <a:srgbClr val="3D3D3D"/>
                </a:solidFill>
                <a:latin typeface="Mulish"/>
                <a:ea typeface="Mulish"/>
                <a:cs typeface="Mulish"/>
              </a:rPr>
              <a:t>Management-reported actual</a:t>
            </a:r>
          </a:p>
        </p:txBody>
      </p:sp>
      <p:sp>
        <p:nvSpPr>
          <p:cNvPr id="9" name="metric-label-2">
            <a:extLst xmlns:a="http://schemas.openxmlformats.org/drawingml/2006/main">
              <a:ext uri="{FF2B5EF4-FFF2-40B4-BE49-F238E27FC236}">
                <a16:creationId xmlns:a16="http://schemas.microsoft.com/office/drawing/2014/main" id="{B008FD97-9DF7-491D-8F22-6350E3AC59A4}"/>
              </a:ext>
            </a:extLst>
          </p:cNvPr>
          <p:cNvSpPr>
            <a:spLocks xmlns:a="http://schemas.openxmlformats.org/drawingml/2006/main" noGrp="1"/>
          </p:cNvSpPr>
          <p:nvPr/>
        </p:nvSpPr>
        <p:spPr>
          <a:xfrm xmlns:a="http://schemas.openxmlformats.org/drawingml/2006/main">
            <a:off x="12020550" y="35242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2025 adjusted EBITDA</a:t>
            </a:r>
          </a:p>
        </p:txBody>
      </p:sp>
      <p:sp>
        <p:nvSpPr>
          <p:cNvPr id="10" name="metric-value-2">
            <a:extLst xmlns:a="http://schemas.openxmlformats.org/drawingml/2006/main">
              <a:ext uri="{FF2B5EF4-FFF2-40B4-BE49-F238E27FC236}">
                <a16:creationId xmlns:a16="http://schemas.microsoft.com/office/drawing/2014/main" id="{78A8FD7A-6B5D-4FD0-B863-ABE2F9D27082}"/>
              </a:ext>
            </a:extLst>
          </p:cNvPr>
          <p:cNvSpPr>
            <a:spLocks xmlns:a="http://schemas.openxmlformats.org/drawingml/2006/main" noGrp="1"/>
          </p:cNvSpPr>
          <p:nvPr/>
        </p:nvSpPr>
        <p:spPr>
          <a:xfrm xmlns:a="http://schemas.openxmlformats.org/drawingml/2006/main">
            <a:off x="12020550" y="4191000"/>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7000FF"/>
                </a:solidFill>
                <a:latin typeface="Spartan"/>
                <a:ea typeface="Spartan"/>
                <a:cs typeface="Spartan"/>
              </a:defRPr>
            </a:pPr>
            <a:r>
              <a:rPr sz="7500" b="1">
                <a:solidFill>
                  <a:srgbClr val="7000FF"/>
                </a:solidFill>
                <a:latin typeface="Spartan"/>
                <a:ea typeface="Spartan"/>
                <a:cs typeface="Spartan"/>
              </a:rPr>
              <a:t>$0.859M</a:t>
            </a:r>
          </a:p>
        </p:txBody>
      </p:sp>
      <p:sp>
        <p:nvSpPr>
          <p:cNvPr id="11" name="metric-detail-2">
            <a:extLst xmlns:a="http://schemas.openxmlformats.org/drawingml/2006/main">
              <a:ext uri="{FF2B5EF4-FFF2-40B4-BE49-F238E27FC236}">
                <a16:creationId xmlns:a16="http://schemas.microsoft.com/office/drawing/2014/main" id="{8138E564-4AB3-4650-825C-F97EF5EDA3F0}"/>
              </a:ext>
            </a:extLst>
          </p:cNvPr>
          <p:cNvSpPr>
            <a:spLocks xmlns:a="http://schemas.openxmlformats.org/drawingml/2006/main" noGrp="1"/>
          </p:cNvSpPr>
          <p:nvPr/>
        </p:nvSpPr>
        <p:spPr>
          <a:xfrm xmlns:a="http://schemas.openxmlformats.org/drawingml/2006/main">
            <a:off x="12020550" y="5715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3D3D3D"/>
                </a:solidFill>
                <a:latin typeface="Mulish"/>
                <a:ea typeface="Mulish"/>
                <a:cs typeface="Mulish"/>
              </a:defRPr>
            </a:pPr>
            <a:r>
              <a:rPr sz="2025" b="0">
                <a:solidFill>
                  <a:srgbClr val="3D3D3D"/>
                </a:solidFill>
                <a:latin typeface="Mulish"/>
                <a:ea typeface="Mulish"/>
                <a:cs typeface="Mulish"/>
              </a:rPr>
              <a:t>Management-reported actual</a:t>
            </a:r>
          </a:p>
        </p:txBody>
      </p:sp>
      <p:sp>
        <p:nvSpPr>
          <p:cNvPr id="12" name="delivery-label">
            <a:extLst xmlns:a="http://schemas.openxmlformats.org/drawingml/2006/main">
              <a:ext uri="{FF2B5EF4-FFF2-40B4-BE49-F238E27FC236}">
                <a16:creationId xmlns:a16="http://schemas.microsoft.com/office/drawing/2014/main" id="{8E26147E-C30D-42BA-AA0C-28E1C56DB35C}"/>
              </a:ext>
            </a:extLst>
          </p:cNvPr>
          <p:cNvSpPr>
            <a:spLocks xmlns:a="http://schemas.openxmlformats.org/drawingml/2006/main" noGrp="1"/>
          </p:cNvSpPr>
          <p:nvPr/>
        </p:nvSpPr>
        <p:spPr>
          <a:xfrm xmlns:a="http://schemas.openxmlformats.org/drawingml/2006/main">
            <a:off x="1162050" y="70104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Delivery</a:t>
            </a:r>
          </a:p>
        </p:txBody>
      </p:sp>
      <p:sp>
        <p:nvSpPr>
          <p:cNvPr id="13" name="delivery">
            <a:extLst xmlns:a="http://schemas.openxmlformats.org/drawingml/2006/main">
              <a:ext uri="{FF2B5EF4-FFF2-40B4-BE49-F238E27FC236}">
                <a16:creationId xmlns:a16="http://schemas.microsoft.com/office/drawing/2014/main" id="{B783D0B8-7B27-4787-9A00-D777CBE20599}"/>
              </a:ext>
            </a:extLst>
          </p:cNvPr>
          <p:cNvSpPr>
            <a:spLocks xmlns:a="http://schemas.openxmlformats.org/drawingml/2006/main" noGrp="1"/>
          </p:cNvSpPr>
          <p:nvPr/>
        </p:nvSpPr>
        <p:spPr>
          <a:xfrm xmlns:a="http://schemas.openxmlformats.org/drawingml/2006/main">
            <a:off x="3714750" y="7010400"/>
            <a:ext cx="1314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3D3D3D"/>
                </a:solidFill>
                <a:latin typeface="Mulish"/>
                <a:ea typeface="Mulish"/>
                <a:cs typeface="Mulish"/>
              </a:defRPr>
            </a:pPr>
            <a:r>
              <a:rPr sz="2250" b="0">
                <a:solidFill>
                  <a:srgbClr val="3D3D3D"/>
                </a:solidFill>
                <a:latin typeface="Mulish"/>
                <a:ea typeface="Mulish"/>
                <a:cs typeface="Mulish"/>
              </a:rPr>
              <a:t>Managed SaaS, sovereign / self-hosted and shared services</a:t>
            </a:r>
          </a:p>
        </p:txBody>
      </p:sp>
      <p:sp>
        <p:nvSpPr>
          <p:cNvPr id="14" name="leadership-label">
            <a:extLst xmlns:a="http://schemas.openxmlformats.org/drawingml/2006/main">
              <a:ext uri="{FF2B5EF4-FFF2-40B4-BE49-F238E27FC236}">
                <a16:creationId xmlns:a16="http://schemas.microsoft.com/office/drawing/2014/main" id="{C4E9E27B-0E38-4BE9-B5ED-BEB084C94E52}"/>
              </a:ext>
            </a:extLst>
          </p:cNvPr>
          <p:cNvSpPr>
            <a:spLocks xmlns:a="http://schemas.openxmlformats.org/drawingml/2006/main" noGrp="1"/>
          </p:cNvSpPr>
          <p:nvPr/>
        </p:nvSpPr>
        <p:spPr>
          <a:xfrm xmlns:a="http://schemas.openxmlformats.org/drawingml/2006/main">
            <a:off x="1162050" y="76485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Leadership</a:t>
            </a:r>
          </a:p>
        </p:txBody>
      </p:sp>
      <p:sp>
        <p:nvSpPr>
          <p:cNvPr id="15" name="leadership">
            <a:extLst xmlns:a="http://schemas.openxmlformats.org/drawingml/2006/main">
              <a:ext uri="{FF2B5EF4-FFF2-40B4-BE49-F238E27FC236}">
                <a16:creationId xmlns:a16="http://schemas.microsoft.com/office/drawing/2014/main" id="{38959C50-F6A4-4016-BDF1-06D09EF71750}"/>
              </a:ext>
            </a:extLst>
          </p:cNvPr>
          <p:cNvSpPr>
            <a:spLocks xmlns:a="http://schemas.openxmlformats.org/drawingml/2006/main" noGrp="1"/>
          </p:cNvSpPr>
          <p:nvPr/>
        </p:nvSpPr>
        <p:spPr>
          <a:xfrm xmlns:a="http://schemas.openxmlformats.org/drawingml/2006/main">
            <a:off x="3714750" y="7648575"/>
            <a:ext cx="1314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3D3D3D"/>
                </a:solidFill>
                <a:latin typeface="Mulish"/>
                <a:ea typeface="Mulish"/>
                <a:cs typeface="Mulish"/>
              </a:defRPr>
            </a:pPr>
            <a:r>
              <a:rPr sz="2250" b="0">
                <a:solidFill>
                  <a:srgbClr val="3D3D3D"/>
                </a:solidFill>
                <a:latin typeface="Mulish"/>
                <a:ea typeface="Mulish"/>
                <a:cs typeface="Mulish"/>
              </a:rPr>
              <a:t>Founders continue as CEO and CSO (Chief of Sales)</a:t>
            </a:r>
          </a:p>
        </p:txBody>
      </p:sp>
      <p:sp>
        <p:nvSpPr>
          <p:cNvPr id="16" name="review-panel">
            <a:extLst xmlns:a="http://schemas.openxmlformats.org/drawingml/2006/main">
              <a:ext uri="{FF2B5EF4-FFF2-40B4-BE49-F238E27FC236}">
                <a16:creationId xmlns:a16="http://schemas.microsoft.com/office/drawing/2014/main" id="{B30B5805-44CB-409D-B27A-E4AB014A79E4}"/>
              </a:ext>
            </a:extLst>
          </p:cNvPr>
          <p:cNvSpPr>
            <a:spLocks xmlns:a="http://schemas.openxmlformats.org/drawingml/2006/main" noGrp="1"/>
          </p:cNvSpPr>
          <p:nvPr/>
        </p:nvSpPr>
        <p:spPr>
          <a:xfrm xmlns:a="http://schemas.openxmlformats.org/drawingml/2006/main">
            <a:off x="1162050" y="8448675"/>
            <a:ext cx="15906750" cy="102870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7" name="review-accent">
            <a:extLst xmlns:a="http://schemas.openxmlformats.org/drawingml/2006/main">
              <a:ext uri="{FF2B5EF4-FFF2-40B4-BE49-F238E27FC236}">
                <a16:creationId xmlns:a16="http://schemas.microsoft.com/office/drawing/2014/main" id="{713F7BB7-B069-4140-A81C-F4AFAFBD9913}"/>
              </a:ext>
            </a:extLst>
          </p:cNvPr>
          <p:cNvSpPr>
            <a:spLocks xmlns:a="http://schemas.openxmlformats.org/drawingml/2006/main" noGrp="1"/>
          </p:cNvSpPr>
          <p:nvPr/>
        </p:nvSpPr>
        <p:spPr>
          <a:xfrm xmlns:a="http://schemas.openxmlformats.org/drawingml/2006/main">
            <a:off x="1162050" y="8448675"/>
            <a:ext cx="38100" cy="1028700"/>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8" name="review-label">
            <a:extLst xmlns:a="http://schemas.openxmlformats.org/drawingml/2006/main">
              <a:ext uri="{FF2B5EF4-FFF2-40B4-BE49-F238E27FC236}">
                <a16:creationId xmlns:a16="http://schemas.microsoft.com/office/drawing/2014/main" id="{09E3F4C1-ED01-4442-AA9B-BE7B6F25F2C7}"/>
              </a:ext>
            </a:extLst>
          </p:cNvPr>
          <p:cNvSpPr>
            <a:spLocks xmlns:a="http://schemas.openxmlformats.org/drawingml/2006/main" noGrp="1"/>
          </p:cNvSpPr>
          <p:nvPr/>
        </p:nvSpPr>
        <p:spPr>
          <a:xfrm xmlns:a="http://schemas.openxmlformats.org/drawingml/2006/main">
            <a:off x="1352550" y="8543925"/>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CONFIRM [ARR date + financial definitions]</a:t>
            </a:r>
          </a:p>
        </p:txBody>
      </p:sp>
      <p:sp>
        <p:nvSpPr>
          <p:cNvPr id="19" name="review-reason">
            <a:extLst xmlns:a="http://schemas.openxmlformats.org/drawingml/2006/main">
              <a:ext uri="{FF2B5EF4-FFF2-40B4-BE49-F238E27FC236}">
                <a16:creationId xmlns:a16="http://schemas.microsoft.com/office/drawing/2014/main" id="{D9764D1D-C991-485E-8793-A72AC4E70674}"/>
              </a:ext>
            </a:extLst>
          </p:cNvPr>
          <p:cNvSpPr>
            <a:spLocks xmlns:a="http://schemas.openxmlformats.org/drawingml/2006/main" noGrp="1"/>
          </p:cNvSpPr>
          <p:nvPr/>
        </p:nvSpPr>
        <p:spPr>
          <a:xfrm xmlns:a="http://schemas.openxmlformats.org/drawingml/2006/main">
            <a:off x="1352550" y="8953500"/>
            <a:ext cx="15525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the ARR basis and EBITDA reconciliation so investors can assess recurring revenue and earnings quality.</a:t>
            </a:r>
          </a:p>
        </p:txBody>
      </p:sp>
      <p:sp>
        <p:nvSpPr>
          <p:cNvPr id="20" name="footer">
            <a:extLst xmlns:a="http://schemas.openxmlformats.org/drawingml/2006/main">
              <a:ext uri="{FF2B5EF4-FFF2-40B4-BE49-F238E27FC236}">
                <a16:creationId xmlns:a16="http://schemas.microsoft.com/office/drawing/2014/main" id="{2D291B68-FAEC-45CF-A6E4-E0C13383936D}"/>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21" name="slide-number">
            <a:extLst xmlns:a="http://schemas.openxmlformats.org/drawingml/2006/main">
              <a:ext uri="{FF2B5EF4-FFF2-40B4-BE49-F238E27FC236}">
                <a16:creationId xmlns:a16="http://schemas.microsoft.com/office/drawing/2014/main" id="{31CE416A-6317-46A8-8644-5D24D8002E4E}"/>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02</a:t>
            </a:r>
          </a:p>
        </p:txBody>
      </p:sp>
      <p:sp>
        <p:nvSpPr>
          <p:cNvPr id="22" name="financial-units">
            <a:extLst xmlns:a="http://schemas.openxmlformats.org/drawingml/2006/main">
              <a:ext uri="{FF2B5EF4-FFF2-40B4-BE49-F238E27FC236}">
                <a16:creationId xmlns:a16="http://schemas.microsoft.com/office/drawing/2014/main" id="{55FBFC51-9ED2-48EF-982D-10A5801C94E2}"/>
              </a:ext>
            </a:extLst>
          </p:cNvPr>
          <p:cNvSpPr>
            <a:spLocks xmlns:a="http://schemas.openxmlformats.org/drawingml/2006/main" noGrp="1"/>
          </p:cNvSpPr>
          <p:nvPr/>
        </p:nvSpPr>
        <p:spPr>
          <a:xfrm xmlns:a="http://schemas.openxmlformats.org/drawingml/2006/main">
            <a:off x="15335250" y="1285875"/>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950" b="1">
                <a:solidFill>
                  <a:srgbClr val="1D0090"/>
                </a:solidFill>
                <a:latin typeface="Mulish"/>
                <a:ea typeface="Mulish"/>
                <a:cs typeface="Mulish"/>
              </a:defRPr>
            </a:pPr>
            <a:r>
              <a:rPr sz="1950" b="1">
                <a:solidFill>
                  <a:srgbClr val="1D0090"/>
                </a:solidFill>
                <a:latin typeface="Mulish"/>
                <a:ea typeface="Mulish"/>
                <a:cs typeface="Mulish"/>
              </a:rPr>
              <a:t>USD</a:t>
            </a:r>
          </a:p>
        </p:txBody>
      </p:sp>
    </p:spTree>
    <p:extLst>
      <p:ext uri="{BB962C8B-B14F-4D97-AF65-F5344CB8AC3E}">
        <p14:creationId xmlns:p14="http://schemas.microsoft.com/office/powerpoint/2010/main" val="12520072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370eab9616d4d3f"/>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E80064E9-13E2-4615-BAB4-AD9EDDEF54F0}"/>
              </a:ext>
            </a:extLst>
          </p:cNvPr>
          <p:cNvSpPr>
            <a:spLocks xmlns:a="http://schemas.openxmlformats.org/drawingml/2006/main" noGrp="1"/>
          </p:cNvSpPr>
          <p:nvPr>
            <p:ph type="title" idx="0"/>
          </p:nvPr>
        </p:nvSpPr>
        <p:spPr>
          <a:xfrm xmlns:a="http://schemas.openxmlformats.org/drawingml/2006/main">
            <a:off x="1162050" y="2133600"/>
            <a:ext cx="7905750" cy="571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Government</a:t>
            </a:r>
          </a:p>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and enterprise</a:t>
            </a:r>
          </a:p>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fit</a:t>
            </a:r>
          </a:p>
        </p:txBody>
      </p:sp>
      <p:sp>
        <p:nvSpPr>
          <p:cNvPr id="3" name="signature-divider">
            <a:extLst xmlns:a="http://schemas.openxmlformats.org/drawingml/2006/main">
              <a:ext uri="{FF2B5EF4-FFF2-40B4-BE49-F238E27FC236}">
                <a16:creationId xmlns:a16="http://schemas.microsoft.com/office/drawing/2014/main" id="{56FA119B-BB25-45E3-83FC-BB6C280483F7}"/>
              </a:ext>
            </a:extLst>
          </p:cNvPr>
          <p:cNvSpPr>
            <a:spLocks xmlns:a="http://schemas.openxmlformats.org/drawingml/2006/main" noGrp="1"/>
          </p:cNvSpPr>
          <p:nvPr/>
        </p:nvSpPr>
        <p:spPr>
          <a:xfrm xmlns:a="http://schemas.openxmlformats.org/drawingml/2006/main">
            <a:off x="9715500" y="1209675"/>
            <a:ext cx="19050" cy="785812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4" name="service-heading-0">
            <a:extLst xmlns:a="http://schemas.openxmlformats.org/drawingml/2006/main">
              <a:ext uri="{FF2B5EF4-FFF2-40B4-BE49-F238E27FC236}">
                <a16:creationId xmlns:a16="http://schemas.microsoft.com/office/drawing/2014/main" id="{5FF17BCD-5D8E-45FF-81AD-578E69CB834F}"/>
              </a:ext>
            </a:extLst>
          </p:cNvPr>
          <p:cNvSpPr>
            <a:spLocks xmlns:a="http://schemas.openxmlformats.org/drawingml/2006/main" noGrp="1"/>
          </p:cNvSpPr>
          <p:nvPr>
            <p:ph idx="1"/>
          </p:nvPr>
        </p:nvSpPr>
        <p:spPr>
          <a:xfrm xmlns:a="http://schemas.openxmlformats.org/drawingml/2006/main">
            <a:off x="11315700" y="16954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Customer-controlled deployment</a:t>
            </a:r>
          </a:p>
        </p:txBody>
      </p:sp>
      <p:sp>
        <p:nvSpPr>
          <p:cNvPr id="5" name="service-body-0">
            <a:extLst xmlns:a="http://schemas.openxmlformats.org/drawingml/2006/main">
              <a:ext uri="{FF2B5EF4-FFF2-40B4-BE49-F238E27FC236}">
                <a16:creationId xmlns:a16="http://schemas.microsoft.com/office/drawing/2014/main" id="{C0C7B700-E49D-45F9-8462-7A3DA5D8F36F}"/>
              </a:ext>
            </a:extLst>
          </p:cNvPr>
          <p:cNvSpPr>
            <a:spLocks xmlns:a="http://schemas.openxmlformats.org/drawingml/2006/main" noGrp="1"/>
          </p:cNvSpPr>
          <p:nvPr>
            <p:ph idx="2"/>
          </p:nvPr>
        </p:nvSpPr>
        <p:spPr>
          <a:xfrm xmlns:a="http://schemas.openxmlformats.org/drawingml/2006/main">
            <a:off x="11315700" y="23241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Control over hosting and the data environment.</a:t>
            </a:r>
          </a:p>
        </p:txBody>
      </p:sp>
      <p:sp>
        <p:nvSpPr>
          <p:cNvPr id="6" name="service-heading-1">
            <a:extLst xmlns:a="http://schemas.openxmlformats.org/drawingml/2006/main">
              <a:ext uri="{FF2B5EF4-FFF2-40B4-BE49-F238E27FC236}">
                <a16:creationId xmlns:a16="http://schemas.microsoft.com/office/drawing/2014/main" id="{4E594AF0-3598-48BF-AE1D-77A6EEAE9E1A}"/>
              </a:ext>
            </a:extLst>
          </p:cNvPr>
          <p:cNvSpPr>
            <a:spLocks xmlns:a="http://schemas.openxmlformats.org/drawingml/2006/main" noGrp="1"/>
          </p:cNvSpPr>
          <p:nvPr>
            <p:ph idx="3"/>
          </p:nvPr>
        </p:nvSpPr>
        <p:spPr>
          <a:xfrm xmlns:a="http://schemas.openxmlformats.org/drawingml/2006/main">
            <a:off x="11315700" y="31432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National identity integration</a:t>
            </a:r>
          </a:p>
        </p:txBody>
      </p:sp>
      <p:sp>
        <p:nvSpPr>
          <p:cNvPr id="7" name="service-body-1">
            <a:extLst xmlns:a="http://schemas.openxmlformats.org/drawingml/2006/main">
              <a:ext uri="{FF2B5EF4-FFF2-40B4-BE49-F238E27FC236}">
                <a16:creationId xmlns:a16="http://schemas.microsoft.com/office/drawing/2014/main" id="{1D6BDCC6-B76A-482C-A26C-D1D4A951847F}"/>
              </a:ext>
            </a:extLst>
          </p:cNvPr>
          <p:cNvSpPr>
            <a:spLocks xmlns:a="http://schemas.openxmlformats.org/drawingml/2006/main" noGrp="1"/>
          </p:cNvSpPr>
          <p:nvPr>
            <p:ph idx="4"/>
          </p:nvPr>
        </p:nvSpPr>
        <p:spPr>
          <a:xfrm xmlns:a="http://schemas.openxmlformats.org/drawingml/2006/main">
            <a:off x="11315700" y="37719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Connect workflows with UAE PASS and Nafath.</a:t>
            </a:r>
          </a:p>
        </p:txBody>
      </p:sp>
      <p:sp>
        <p:nvSpPr>
          <p:cNvPr id="8" name="service-heading-2">
            <a:extLst xmlns:a="http://schemas.openxmlformats.org/drawingml/2006/main">
              <a:ext uri="{FF2B5EF4-FFF2-40B4-BE49-F238E27FC236}">
                <a16:creationId xmlns:a16="http://schemas.microsoft.com/office/drawing/2014/main" id="{706ED711-0395-4D79-8F61-2B0FED102756}"/>
              </a:ext>
            </a:extLst>
          </p:cNvPr>
          <p:cNvSpPr>
            <a:spLocks xmlns:a="http://schemas.openxmlformats.org/drawingml/2006/main" noGrp="1"/>
          </p:cNvSpPr>
          <p:nvPr>
            <p:ph idx="5"/>
          </p:nvPr>
        </p:nvSpPr>
        <p:spPr>
          <a:xfrm xmlns:a="http://schemas.openxmlformats.org/drawingml/2006/main">
            <a:off x="11315700" y="45910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Multi-entity shared services</a:t>
            </a:r>
          </a:p>
        </p:txBody>
      </p:sp>
      <p:sp>
        <p:nvSpPr>
          <p:cNvPr id="9" name="service-body-2">
            <a:extLst xmlns:a="http://schemas.openxmlformats.org/drawingml/2006/main">
              <a:ext uri="{FF2B5EF4-FFF2-40B4-BE49-F238E27FC236}">
                <a16:creationId xmlns:a16="http://schemas.microsoft.com/office/drawing/2014/main" id="{AFD8C945-EDCD-46BC-915B-4E5F4C7A0DAF}"/>
              </a:ext>
            </a:extLst>
          </p:cNvPr>
          <p:cNvSpPr>
            <a:spLocks xmlns:a="http://schemas.openxmlformats.org/drawingml/2006/main" noGrp="1"/>
          </p:cNvSpPr>
          <p:nvPr>
            <p:ph idx="6"/>
          </p:nvPr>
        </p:nvSpPr>
        <p:spPr>
          <a:xfrm xmlns:a="http://schemas.openxmlformats.org/drawingml/2006/main">
            <a:off x="11315700" y="52197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 common trust platform for participating</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organizations.</a:t>
            </a:r>
          </a:p>
        </p:txBody>
      </p:sp>
      <p:sp>
        <p:nvSpPr>
          <p:cNvPr id="10" name="service-heading-3">
            <a:extLst xmlns:a="http://schemas.openxmlformats.org/drawingml/2006/main">
              <a:ext uri="{FF2B5EF4-FFF2-40B4-BE49-F238E27FC236}">
                <a16:creationId xmlns:a16="http://schemas.microsoft.com/office/drawing/2014/main" id="{4DAE2600-DA97-4314-9373-54DB275DC637}"/>
              </a:ext>
            </a:extLst>
          </p:cNvPr>
          <p:cNvSpPr>
            <a:spLocks xmlns:a="http://schemas.openxmlformats.org/drawingml/2006/main" noGrp="1"/>
          </p:cNvSpPr>
          <p:nvPr>
            <p:ph idx="7"/>
          </p:nvPr>
        </p:nvSpPr>
        <p:spPr>
          <a:xfrm xmlns:a="http://schemas.openxmlformats.org/drawingml/2006/main">
            <a:off x="11315700" y="60388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Process evidence and records</a:t>
            </a:r>
          </a:p>
        </p:txBody>
      </p:sp>
      <p:sp>
        <p:nvSpPr>
          <p:cNvPr id="11" name="service-body-3">
            <a:extLst xmlns:a="http://schemas.openxmlformats.org/drawingml/2006/main">
              <a:ext uri="{FF2B5EF4-FFF2-40B4-BE49-F238E27FC236}">
                <a16:creationId xmlns:a16="http://schemas.microsoft.com/office/drawing/2014/main" id="{E9FF56A6-EE28-4B39-A71C-972E51E78EFE}"/>
              </a:ext>
            </a:extLst>
          </p:cNvPr>
          <p:cNvSpPr>
            <a:spLocks xmlns:a="http://schemas.openxmlformats.org/drawingml/2006/main" noGrp="1"/>
          </p:cNvSpPr>
          <p:nvPr>
            <p:ph idx="8"/>
          </p:nvPr>
        </p:nvSpPr>
        <p:spPr>
          <a:xfrm xmlns:a="http://schemas.openxmlformats.org/drawingml/2006/main">
            <a:off x="11315700" y="66675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Retain approvals and execution history for</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review.</a:t>
            </a:r>
          </a:p>
        </p:txBody>
      </p:sp>
      <p:sp>
        <p:nvSpPr>
          <p:cNvPr id="12" name="service-heading-4">
            <a:extLst xmlns:a="http://schemas.openxmlformats.org/drawingml/2006/main">
              <a:ext uri="{FF2B5EF4-FFF2-40B4-BE49-F238E27FC236}">
                <a16:creationId xmlns:a16="http://schemas.microsoft.com/office/drawing/2014/main" id="{C06C6CB9-6861-4B3C-AB87-76DF680E79B8}"/>
              </a:ext>
            </a:extLst>
          </p:cNvPr>
          <p:cNvSpPr>
            <a:spLocks xmlns:a="http://schemas.openxmlformats.org/drawingml/2006/main" noGrp="1"/>
          </p:cNvSpPr>
          <p:nvPr>
            <p:ph idx="9"/>
          </p:nvPr>
        </p:nvSpPr>
        <p:spPr>
          <a:xfrm xmlns:a="http://schemas.openxmlformats.org/drawingml/2006/main">
            <a:off x="11315700" y="74866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Deployment experience</a:t>
            </a:r>
          </a:p>
        </p:txBody>
      </p:sp>
      <p:sp>
        <p:nvSpPr>
          <p:cNvPr id="13" name="service-body-4">
            <a:extLst xmlns:a="http://schemas.openxmlformats.org/drawingml/2006/main">
              <a:ext uri="{FF2B5EF4-FFF2-40B4-BE49-F238E27FC236}">
                <a16:creationId xmlns:a16="http://schemas.microsoft.com/office/drawing/2014/main" id="{74205108-EC19-47ED-A38D-05CBC214314C}"/>
              </a:ext>
            </a:extLst>
          </p:cNvPr>
          <p:cNvSpPr>
            <a:spLocks xmlns:a="http://schemas.openxmlformats.org/drawingml/2006/main" noGrp="1"/>
          </p:cNvSpPr>
          <p:nvPr>
            <p:ph idx="10"/>
          </p:nvPr>
        </p:nvSpPr>
        <p:spPr>
          <a:xfrm xmlns:a="http://schemas.openxmlformats.org/drawingml/2006/main">
            <a:off x="11315700" y="81153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Government and enterprise references support</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new opportunities.</a:t>
            </a:r>
          </a:p>
        </p:txBody>
      </p:sp>
      <p:sp>
        <p:nvSpPr>
          <p:cNvPr id="14" name="footer">
            <a:extLst xmlns:a="http://schemas.openxmlformats.org/drawingml/2006/main">
              <a:ext uri="{FF2B5EF4-FFF2-40B4-BE49-F238E27FC236}">
                <a16:creationId xmlns:a16="http://schemas.microsoft.com/office/drawing/2014/main" id="{F4CE594C-BB85-4703-BC1B-A4B33E9DEE55}"/>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5" name="slide-number">
            <a:extLst xmlns:a="http://schemas.openxmlformats.org/drawingml/2006/main">
              <a:ext uri="{FF2B5EF4-FFF2-40B4-BE49-F238E27FC236}">
                <a16:creationId xmlns:a16="http://schemas.microsoft.com/office/drawing/2014/main" id="{376665F6-2003-4CD2-B07D-5F028B222545}"/>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03</a:t>
            </a:r>
          </a:p>
        </p:txBody>
      </p:sp>
      <p:sp>
        <p:nvSpPr>
          <p:cNvPr id="16" name="review-panel">
            <a:extLst xmlns:a="http://schemas.openxmlformats.org/drawingml/2006/main">
              <a:ext uri="{FF2B5EF4-FFF2-40B4-BE49-F238E27FC236}">
                <a16:creationId xmlns:a16="http://schemas.microsoft.com/office/drawing/2014/main" id="{FE59B0DD-85C0-4F29-BF4E-82020C89D6DA}"/>
              </a:ext>
            </a:extLst>
          </p:cNvPr>
          <p:cNvSpPr>
            <a:spLocks xmlns:a="http://schemas.openxmlformats.org/drawingml/2006/main" noGrp="1"/>
          </p:cNvSpPr>
          <p:nvPr/>
        </p:nvSpPr>
        <p:spPr>
          <a:xfrm xmlns:a="http://schemas.openxmlformats.org/drawingml/2006/main">
            <a:off x="1162050" y="8010525"/>
            <a:ext cx="7905750" cy="1381125"/>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7" name="review-accent">
            <a:extLst xmlns:a="http://schemas.openxmlformats.org/drawingml/2006/main">
              <a:ext uri="{FF2B5EF4-FFF2-40B4-BE49-F238E27FC236}">
                <a16:creationId xmlns:a16="http://schemas.microsoft.com/office/drawing/2014/main" id="{7B34101B-F6FF-4AE3-82DC-070314AB9D37}"/>
              </a:ext>
            </a:extLst>
          </p:cNvPr>
          <p:cNvSpPr>
            <a:spLocks xmlns:a="http://schemas.openxmlformats.org/drawingml/2006/main" noGrp="1"/>
          </p:cNvSpPr>
          <p:nvPr/>
        </p:nvSpPr>
        <p:spPr>
          <a:xfrm xmlns:a="http://schemas.openxmlformats.org/drawingml/2006/main">
            <a:off x="1162050" y="8010525"/>
            <a:ext cx="38100" cy="138112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8" name="review-label">
            <a:extLst xmlns:a="http://schemas.openxmlformats.org/drawingml/2006/main">
              <a:ext uri="{FF2B5EF4-FFF2-40B4-BE49-F238E27FC236}">
                <a16:creationId xmlns:a16="http://schemas.microsoft.com/office/drawing/2014/main" id="{3B736EE7-792E-4CC4-9B75-AA3559B98634}"/>
              </a:ext>
            </a:extLst>
          </p:cNvPr>
          <p:cNvSpPr>
            <a:spLocks xmlns:a="http://schemas.openxmlformats.org/drawingml/2006/main" noGrp="1"/>
          </p:cNvSpPr>
          <p:nvPr/>
        </p:nvSpPr>
        <p:spPr>
          <a:xfrm xmlns:a="http://schemas.openxmlformats.org/drawingml/2006/main">
            <a:off x="1352550" y="8105775"/>
            <a:ext cx="752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[a documented reason for selection]</a:t>
            </a:r>
          </a:p>
        </p:txBody>
      </p:sp>
      <p:sp>
        <p:nvSpPr>
          <p:cNvPr id="19" name="review-reason">
            <a:extLst xmlns:a="http://schemas.openxmlformats.org/drawingml/2006/main">
              <a:ext uri="{FF2B5EF4-FFF2-40B4-BE49-F238E27FC236}">
                <a16:creationId xmlns:a16="http://schemas.microsoft.com/office/drawing/2014/main" id="{4C6EB6D2-506B-4625-9E42-11FAFB1EAD6D}"/>
              </a:ext>
            </a:extLst>
          </p:cNvPr>
          <p:cNvSpPr>
            <a:spLocks xmlns:a="http://schemas.openxmlformats.org/drawingml/2006/main" noGrp="1"/>
          </p:cNvSpPr>
          <p:nvPr/>
        </p:nvSpPr>
        <p:spPr>
          <a:xfrm xmlns:a="http://schemas.openxmlformats.org/drawingml/2006/main">
            <a:off x="1352550" y="8515350"/>
            <a:ext cx="7524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 customer example would substantiate differentiation.</a:t>
            </a:r>
          </a:p>
        </p:txBody>
      </p:sp>
    </p:spTree>
    <p:extLst>
      <p:ext uri="{BB962C8B-B14F-4D97-AF65-F5344CB8AC3E}">
        <p14:creationId xmlns:p14="http://schemas.microsoft.com/office/powerpoint/2010/main" val="210455238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f43c3bfd2634bfa"/>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C6C26FC5-ED85-48CE-A865-44EDAC975997}"/>
              </a:ext>
            </a:extLst>
          </p:cNvPr>
          <p:cNvSpPr>
            <a:spLocks xmlns:a="http://schemas.openxmlformats.org/drawingml/2006/main" noGrp="1"/>
          </p:cNvSpPr>
          <p:nvPr>
            <p:ph type="title" idx="0"/>
          </p:nvPr>
        </p:nvSpPr>
        <p:spPr>
          <a:xfrm xmlns:a="http://schemas.openxmlformats.org/drawingml/2006/main">
            <a:off x="1162050" y="2190750"/>
            <a:ext cx="7905750" cy="2952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Selected</a:t>
            </a:r>
          </a:p>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references</a:t>
            </a:r>
          </a:p>
        </p:txBody>
      </p:sp>
      <p:sp>
        <p:nvSpPr>
          <p:cNvPr id="3" name="signature-divider">
            <a:extLst xmlns:a="http://schemas.openxmlformats.org/drawingml/2006/main">
              <a:ext uri="{FF2B5EF4-FFF2-40B4-BE49-F238E27FC236}">
                <a16:creationId xmlns:a16="http://schemas.microsoft.com/office/drawing/2014/main" id="{4796D51C-0979-4233-A876-A81B3A9E6FD5}"/>
              </a:ext>
            </a:extLst>
          </p:cNvPr>
          <p:cNvSpPr>
            <a:spLocks xmlns:a="http://schemas.openxmlformats.org/drawingml/2006/main" noGrp="1"/>
          </p:cNvSpPr>
          <p:nvPr/>
        </p:nvSpPr>
        <p:spPr>
          <a:xfrm xmlns:a="http://schemas.openxmlformats.org/drawingml/2006/main">
            <a:off x="9715500" y="1209675"/>
            <a:ext cx="19050" cy="785812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4" name="feature-0">
            <a:extLst xmlns:a="http://schemas.openxmlformats.org/drawingml/2006/main">
              <a:ext uri="{FF2B5EF4-FFF2-40B4-BE49-F238E27FC236}">
                <a16:creationId xmlns:a16="http://schemas.microsoft.com/office/drawing/2014/main" id="{4416E920-CC19-4E29-B7C8-4DDC3D1D74A2}"/>
              </a:ext>
            </a:extLst>
          </p:cNvPr>
          <p:cNvSpPr>
            <a:spLocks xmlns:a="http://schemas.openxmlformats.org/drawingml/2006/main" noGrp="1"/>
          </p:cNvSpPr>
          <p:nvPr>
            <p:ph idx="3"/>
          </p:nvPr>
        </p:nvSpPr>
        <p:spPr>
          <a:xfrm xmlns:a="http://schemas.openxmlformats.org/drawingml/2006/main">
            <a:off x="10458450" y="12763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TDRA GovSign:</a:t>
            </a:r>
            <a:r>
              <a:rPr sz="2100" b="0">
                <a:solidFill>
                  <a:srgbClr val="3D3D3D"/>
                </a:solidFill>
                <a:latin typeface="Mulish"/>
                <a:ea typeface="Mulish"/>
                <a:cs typeface="Mulish"/>
              </a:rPr>
              <a:t> Federal government digital signature</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services.</a:t>
            </a:r>
          </a:p>
        </p:txBody>
      </p:sp>
      <p:sp>
        <p:nvSpPr>
          <p:cNvPr id="5" name="feature-1">
            <a:extLst xmlns:a="http://schemas.openxmlformats.org/drawingml/2006/main">
              <a:ext uri="{FF2B5EF4-FFF2-40B4-BE49-F238E27FC236}">
                <a16:creationId xmlns:a16="http://schemas.microsoft.com/office/drawing/2014/main" id="{986BDD14-B5DB-4CEC-A8B9-243136B75EEF}"/>
              </a:ext>
            </a:extLst>
          </p:cNvPr>
          <p:cNvSpPr>
            <a:spLocks xmlns:a="http://schemas.openxmlformats.org/drawingml/2006/main" noGrp="1"/>
          </p:cNvSpPr>
          <p:nvPr>
            <p:ph idx="4"/>
          </p:nvPr>
        </p:nvSpPr>
        <p:spPr>
          <a:xfrm xmlns:a="http://schemas.openxmlformats.org/drawingml/2006/main">
            <a:off x="10458450" y="33528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Digital Dubai DigiSign:</a:t>
            </a:r>
            <a:r>
              <a:rPr sz="2100" b="0">
                <a:solidFill>
                  <a:srgbClr val="3D3D3D"/>
                </a:solidFill>
                <a:latin typeface="Mulish"/>
                <a:ea typeface="Mulish"/>
                <a:cs typeface="Mulish"/>
              </a:rPr>
              <a:t> Shared digital signature</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services across Dubai government entities.</a:t>
            </a:r>
          </a:p>
        </p:txBody>
      </p:sp>
      <p:sp>
        <p:nvSpPr>
          <p:cNvPr id="6" name="feature-2">
            <a:extLst xmlns:a="http://schemas.openxmlformats.org/drawingml/2006/main">
              <a:ext uri="{FF2B5EF4-FFF2-40B4-BE49-F238E27FC236}">
                <a16:creationId xmlns:a16="http://schemas.microsoft.com/office/drawing/2014/main" id="{248424B7-0D70-4A93-83D2-0109CBBE3C88}"/>
              </a:ext>
            </a:extLst>
          </p:cNvPr>
          <p:cNvSpPr>
            <a:spLocks xmlns:a="http://schemas.openxmlformats.org/drawingml/2006/main" noGrp="1"/>
          </p:cNvSpPr>
          <p:nvPr>
            <p:ph idx="5"/>
          </p:nvPr>
        </p:nvSpPr>
        <p:spPr>
          <a:xfrm xmlns:a="http://schemas.openxmlformats.org/drawingml/2006/main">
            <a:off x="10458450" y="54292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Sharjah Sign:</a:t>
            </a:r>
            <a:r>
              <a:rPr sz="2100" b="0">
                <a:solidFill>
                  <a:srgbClr val="3D3D3D"/>
                </a:solidFill>
                <a:latin typeface="Mulish"/>
                <a:ea typeface="Mulish"/>
                <a:cs typeface="Mulish"/>
              </a:rPr>
              <a:t> Shared digital trust services across</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Sharjah government entities.</a:t>
            </a:r>
          </a:p>
        </p:txBody>
      </p:sp>
      <p:sp>
        <p:nvSpPr>
          <p:cNvPr id="7" name="feature-3">
            <a:extLst xmlns:a="http://schemas.openxmlformats.org/drawingml/2006/main">
              <a:ext uri="{FF2B5EF4-FFF2-40B4-BE49-F238E27FC236}">
                <a16:creationId xmlns:a16="http://schemas.microsoft.com/office/drawing/2014/main" id="{293C9F9C-F337-4FBB-8AFE-F46D26B16038}"/>
              </a:ext>
            </a:extLst>
          </p:cNvPr>
          <p:cNvSpPr>
            <a:spLocks xmlns:a="http://schemas.openxmlformats.org/drawingml/2006/main" noGrp="1"/>
          </p:cNvSpPr>
          <p:nvPr>
            <p:ph idx="6"/>
          </p:nvPr>
        </p:nvSpPr>
        <p:spPr>
          <a:xfrm xmlns:a="http://schemas.openxmlformats.org/drawingml/2006/main">
            <a:off x="10458450" y="75057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e&amp; DigiSign:</a:t>
            </a:r>
            <a:r>
              <a:rPr sz="2100" b="0">
                <a:solidFill>
                  <a:srgbClr val="3D3D3D"/>
                </a:solidFill>
                <a:latin typeface="Mulish"/>
                <a:ea typeface="Mulish"/>
                <a:cs typeface="Mulish"/>
              </a:rPr>
              <a:t> Digital signature services supporting</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business customers.</a:t>
            </a:r>
          </a:p>
        </p:txBody>
      </p:sp>
      <p:sp>
        <p:nvSpPr>
          <p:cNvPr id="8" name="lead-heading">
            <a:extLst xmlns:a="http://schemas.openxmlformats.org/drawingml/2006/main">
              <a:ext uri="{FF2B5EF4-FFF2-40B4-BE49-F238E27FC236}">
                <a16:creationId xmlns:a16="http://schemas.microsoft.com/office/drawing/2014/main" id="{A59AFB9D-E012-4A00-9B7E-BF0ADC7F7AEB}"/>
              </a:ext>
            </a:extLst>
          </p:cNvPr>
          <p:cNvSpPr>
            <a:spLocks xmlns:a="http://schemas.openxmlformats.org/drawingml/2006/main" noGrp="1"/>
          </p:cNvSpPr>
          <p:nvPr>
            <p:ph idx="1"/>
          </p:nvPr>
        </p:nvSpPr>
        <p:spPr>
          <a:xfrm xmlns:a="http://schemas.openxmlformats.org/drawingml/2006/main">
            <a:off x="1162050" y="5276850"/>
            <a:ext cx="7715250" cy="5715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Enterprise customers</a:t>
            </a:r>
          </a:p>
        </p:txBody>
      </p:sp>
      <p:sp>
        <p:nvSpPr>
          <p:cNvPr id="9" name="lead-body">
            <a:extLst xmlns:a="http://schemas.openxmlformats.org/drawingml/2006/main">
              <a:ext uri="{FF2B5EF4-FFF2-40B4-BE49-F238E27FC236}">
                <a16:creationId xmlns:a16="http://schemas.microsoft.com/office/drawing/2014/main" id="{2EB3ACD7-1D52-4596-846C-643C6F966F59}"/>
              </a:ext>
            </a:extLst>
          </p:cNvPr>
          <p:cNvSpPr>
            <a:spLocks xmlns:a="http://schemas.openxmlformats.org/drawingml/2006/main" noGrp="1"/>
          </p:cNvSpPr>
          <p:nvPr>
            <p:ph idx="2"/>
          </p:nvPr>
        </p:nvSpPr>
        <p:spPr>
          <a:xfrm xmlns:a="http://schemas.openxmlformats.org/drawingml/2006/main">
            <a:off x="1162050" y="5953125"/>
            <a:ext cx="7239000" cy="131445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Emaar, ICD, RTA, EDGE Group, Ajman Bank and Ministry</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of Finance</a:t>
            </a:r>
          </a:p>
        </p:txBody>
      </p:sp>
      <p:sp>
        <p:nvSpPr>
          <p:cNvPr id="10" name="footer">
            <a:extLst xmlns:a="http://schemas.openxmlformats.org/drawingml/2006/main">
              <a:ext uri="{FF2B5EF4-FFF2-40B4-BE49-F238E27FC236}">
                <a16:creationId xmlns:a16="http://schemas.microsoft.com/office/drawing/2014/main" id="{FB3A80AB-3F6F-45D3-B3BA-4487FC3FD9EE}"/>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1" name="slide-number">
            <a:extLst xmlns:a="http://schemas.openxmlformats.org/drawingml/2006/main">
              <a:ext uri="{FF2B5EF4-FFF2-40B4-BE49-F238E27FC236}">
                <a16:creationId xmlns:a16="http://schemas.microsoft.com/office/drawing/2014/main" id="{6D39925A-70E5-46B2-A90C-79EF3D71CF5B}"/>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04</a:t>
            </a:r>
          </a:p>
        </p:txBody>
      </p:sp>
      <p:sp>
        <p:nvSpPr>
          <p:cNvPr id="12" name="review-panel">
            <a:extLst xmlns:a="http://schemas.openxmlformats.org/drawingml/2006/main">
              <a:ext uri="{FF2B5EF4-FFF2-40B4-BE49-F238E27FC236}">
                <a16:creationId xmlns:a16="http://schemas.microsoft.com/office/drawing/2014/main" id="{DB996DAA-ADA0-47EB-B5B6-AC55EA1A23BC}"/>
              </a:ext>
            </a:extLst>
          </p:cNvPr>
          <p:cNvSpPr>
            <a:spLocks xmlns:a="http://schemas.openxmlformats.org/drawingml/2006/main" noGrp="1"/>
          </p:cNvSpPr>
          <p:nvPr/>
        </p:nvSpPr>
        <p:spPr>
          <a:xfrm xmlns:a="http://schemas.openxmlformats.org/drawingml/2006/main">
            <a:off x="1162050" y="7572375"/>
            <a:ext cx="7715250" cy="1857375"/>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3" name="review-accent">
            <a:extLst xmlns:a="http://schemas.openxmlformats.org/drawingml/2006/main">
              <a:ext uri="{FF2B5EF4-FFF2-40B4-BE49-F238E27FC236}">
                <a16:creationId xmlns:a16="http://schemas.microsoft.com/office/drawing/2014/main" id="{37D667C5-3679-4D2F-B99A-66EACBBF29D1}"/>
              </a:ext>
            </a:extLst>
          </p:cNvPr>
          <p:cNvSpPr>
            <a:spLocks xmlns:a="http://schemas.openxmlformats.org/drawingml/2006/main" noGrp="1"/>
          </p:cNvSpPr>
          <p:nvPr/>
        </p:nvSpPr>
        <p:spPr>
          <a:xfrm xmlns:a="http://schemas.openxmlformats.org/drawingml/2006/main">
            <a:off x="1162050" y="7572375"/>
            <a:ext cx="38100" cy="18573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4" name="review-label">
            <a:extLst xmlns:a="http://schemas.openxmlformats.org/drawingml/2006/main">
              <a:ext uri="{FF2B5EF4-FFF2-40B4-BE49-F238E27FC236}">
                <a16:creationId xmlns:a16="http://schemas.microsoft.com/office/drawing/2014/main" id="{6E2F9A57-DF4A-4181-8F13-C90859E67306}"/>
              </a:ext>
            </a:extLst>
          </p:cNvPr>
          <p:cNvSpPr>
            <a:spLocks xmlns:a="http://schemas.openxmlformats.org/drawingml/2006/main" noGrp="1"/>
          </p:cNvSpPr>
          <p:nvPr/>
        </p:nvSpPr>
        <p:spPr>
          <a:xfrm xmlns:a="http://schemas.openxmlformats.org/drawingml/2006/main">
            <a:off x="1352550" y="766762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[one approved deployment outcome]</a:t>
            </a:r>
          </a:p>
        </p:txBody>
      </p:sp>
      <p:sp>
        <p:nvSpPr>
          <p:cNvPr id="15" name="review-reason">
            <a:extLst xmlns:a="http://schemas.openxmlformats.org/drawingml/2006/main">
              <a:ext uri="{FF2B5EF4-FFF2-40B4-BE49-F238E27FC236}">
                <a16:creationId xmlns:a16="http://schemas.microsoft.com/office/drawing/2014/main" id="{923AE020-2B80-4C18-89D6-953962DC5AA4}"/>
              </a:ext>
            </a:extLst>
          </p:cNvPr>
          <p:cNvSpPr>
            <a:spLocks xmlns:a="http://schemas.openxmlformats.org/drawingml/2006/main" noGrp="1"/>
          </p:cNvSpPr>
          <p:nvPr/>
        </p:nvSpPr>
        <p:spPr>
          <a:xfrm xmlns:a="http://schemas.openxmlformats.org/drawingml/2006/main">
            <a:off x="1352550" y="8077200"/>
            <a:ext cx="73342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State the process, scope and measured result to show value</a:t>
            </a:r>
          </a:p>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beyond reference names. Confirm program naming.</a:t>
            </a:r>
          </a:p>
        </p:txBody>
      </p:sp>
      <p:sp>
        <p:nvSpPr>
          <p:cNvPr id="16" name="program-group-label">
            <a:extLst xmlns:a="http://schemas.openxmlformats.org/drawingml/2006/main">
              <a:ext uri="{FF2B5EF4-FFF2-40B4-BE49-F238E27FC236}">
                <a16:creationId xmlns:a16="http://schemas.microsoft.com/office/drawing/2014/main" id="{F357563E-6492-4555-9D4E-90264EAE2A89}"/>
              </a:ext>
            </a:extLst>
          </p:cNvPr>
          <p:cNvSpPr>
            <a:spLocks xmlns:a="http://schemas.openxmlformats.org/drawingml/2006/main" noGrp="1"/>
          </p:cNvSpPr>
          <p:nvPr/>
        </p:nvSpPr>
        <p:spPr>
          <a:xfrm xmlns:a="http://schemas.openxmlformats.org/drawingml/2006/main">
            <a:off x="10458450" y="685800"/>
            <a:ext cx="681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Shared services and distribution</a:t>
            </a:r>
          </a:p>
        </p:txBody>
      </p:sp>
    </p:spTree>
    <p:extLst>
      <p:ext uri="{BB962C8B-B14F-4D97-AF65-F5344CB8AC3E}">
        <p14:creationId xmlns:p14="http://schemas.microsoft.com/office/powerpoint/2010/main" val="97036905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9f56c5f0ca94331"/>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06987E6C-D34C-4F16-9098-5DB35E9F5606}"/>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Trust across an agreement process</a:t>
            </a:r>
          </a:p>
        </p:txBody>
      </p:sp>
      <p:sp>
        <p:nvSpPr>
          <p:cNvPr id="3" name="stage-0">
            <a:extLst xmlns:a="http://schemas.openxmlformats.org/drawingml/2006/main">
              <a:ext uri="{FF2B5EF4-FFF2-40B4-BE49-F238E27FC236}">
                <a16:creationId xmlns:a16="http://schemas.microsoft.com/office/drawing/2014/main" id="{BAB8ED19-31F0-42D9-B8B3-AE8C60EC90B2}"/>
              </a:ext>
            </a:extLst>
          </p:cNvPr>
          <p:cNvSpPr>
            <a:spLocks xmlns:a="http://schemas.openxmlformats.org/drawingml/2006/main" noGrp="1"/>
          </p:cNvSpPr>
          <p:nvPr/>
        </p:nvSpPr>
        <p:spPr>
          <a:xfrm xmlns:a="http://schemas.openxmlformats.org/drawingml/2006/main">
            <a:off x="1047750" y="4095750"/>
            <a:ext cx="2819400" cy="104775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4" name="stage-number-0">
            <a:extLst xmlns:a="http://schemas.openxmlformats.org/drawingml/2006/main">
              <a:ext uri="{FF2B5EF4-FFF2-40B4-BE49-F238E27FC236}">
                <a16:creationId xmlns:a16="http://schemas.microsoft.com/office/drawing/2014/main" id="{ABD493A0-2435-4709-BDA2-74F8F27B8CA2}"/>
              </a:ext>
            </a:extLst>
          </p:cNvPr>
          <p:cNvSpPr>
            <a:spLocks xmlns:a="http://schemas.openxmlformats.org/drawingml/2006/main" noGrp="1"/>
          </p:cNvSpPr>
          <p:nvPr/>
        </p:nvSpPr>
        <p:spPr>
          <a:xfrm xmlns:a="http://schemas.openxmlformats.org/drawingml/2006/main">
            <a:off x="1276350" y="4286250"/>
            <a:ext cx="2362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01</a:t>
            </a:r>
          </a:p>
        </p:txBody>
      </p:sp>
      <p:sp>
        <p:nvSpPr>
          <p:cNvPr id="5" name="stage-label-0">
            <a:extLst xmlns:a="http://schemas.openxmlformats.org/drawingml/2006/main">
              <a:ext uri="{FF2B5EF4-FFF2-40B4-BE49-F238E27FC236}">
                <a16:creationId xmlns:a16="http://schemas.microsoft.com/office/drawing/2014/main" id="{238AF87B-7326-4E00-98BD-86C19F8C9B2E}"/>
              </a:ext>
            </a:extLst>
          </p:cNvPr>
          <p:cNvSpPr>
            <a:spLocks xmlns:a="http://schemas.openxmlformats.org/drawingml/2006/main" noGrp="1"/>
          </p:cNvSpPr>
          <p:nvPr/>
        </p:nvSpPr>
        <p:spPr>
          <a:xfrm xmlns:a="http://schemas.openxmlformats.org/drawingml/2006/main">
            <a:off x="1047750" y="5619750"/>
            <a:ext cx="2819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Prepare</a:t>
            </a:r>
          </a:p>
        </p:txBody>
      </p:sp>
      <p:sp>
        <p:nvSpPr>
          <p:cNvPr id="6" name="stage-body-0">
            <a:extLst xmlns:a="http://schemas.openxmlformats.org/drawingml/2006/main">
              <a:ext uri="{FF2B5EF4-FFF2-40B4-BE49-F238E27FC236}">
                <a16:creationId xmlns:a16="http://schemas.microsoft.com/office/drawing/2014/main" id="{89E584CA-4494-4B46-A7F7-B59DABF70EA6}"/>
              </a:ext>
            </a:extLst>
          </p:cNvPr>
          <p:cNvSpPr>
            <a:spLocks xmlns:a="http://schemas.openxmlformats.org/drawingml/2006/main" noGrp="1"/>
          </p:cNvSpPr>
          <p:nvPr/>
        </p:nvSpPr>
        <p:spPr>
          <a:xfrm xmlns:a="http://schemas.openxmlformats.org/drawingml/2006/main">
            <a:off x="1047750" y="7143750"/>
            <a:ext cx="2819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Create and review</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the document.</a:t>
            </a:r>
          </a:p>
        </p:txBody>
      </p:sp>
      <p:sp>
        <p:nvSpPr>
          <p:cNvPr id="7" name="stage-1">
            <a:extLst xmlns:a="http://schemas.openxmlformats.org/drawingml/2006/main">
              <a:ext uri="{FF2B5EF4-FFF2-40B4-BE49-F238E27FC236}">
                <a16:creationId xmlns:a16="http://schemas.microsoft.com/office/drawing/2014/main" id="{6CE30261-A2E1-4F45-860D-D5230DEF8459}"/>
              </a:ext>
            </a:extLst>
          </p:cNvPr>
          <p:cNvSpPr>
            <a:spLocks xmlns:a="http://schemas.openxmlformats.org/drawingml/2006/main" noGrp="1"/>
          </p:cNvSpPr>
          <p:nvPr/>
        </p:nvSpPr>
        <p:spPr>
          <a:xfrm xmlns:a="http://schemas.openxmlformats.org/drawingml/2006/main">
            <a:off x="4391025" y="4095750"/>
            <a:ext cx="2819400" cy="104775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8" name="stage-number-1">
            <a:extLst xmlns:a="http://schemas.openxmlformats.org/drawingml/2006/main">
              <a:ext uri="{FF2B5EF4-FFF2-40B4-BE49-F238E27FC236}">
                <a16:creationId xmlns:a16="http://schemas.microsoft.com/office/drawing/2014/main" id="{83C05AD8-844D-40F1-A4D3-DE3E3B10EB62}"/>
              </a:ext>
            </a:extLst>
          </p:cNvPr>
          <p:cNvSpPr>
            <a:spLocks xmlns:a="http://schemas.openxmlformats.org/drawingml/2006/main" noGrp="1"/>
          </p:cNvSpPr>
          <p:nvPr/>
        </p:nvSpPr>
        <p:spPr>
          <a:xfrm xmlns:a="http://schemas.openxmlformats.org/drawingml/2006/main">
            <a:off x="4619625" y="4286250"/>
            <a:ext cx="2362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02</a:t>
            </a:r>
          </a:p>
        </p:txBody>
      </p:sp>
      <p:cxnSp>
        <p:nvCxnSpPr>
          <p:cNvPr id="39" name=""/>
          <p:cNvCxnSpPr>
            <a:stCxn xmlns:a="http://schemas.openxmlformats.org/drawingml/2006/main" id="3" idx="3"/>
            <a:endCxn xmlns:a="http://schemas.openxmlformats.org/drawingml/2006/main" id="7" idx="1"/>
          </p:cNvCxnSpPr>
          <p:nvPr/>
        </p:nvCxnSpPr>
        <p:spPr>
          <a:xfrm xmlns:a="http://schemas.openxmlformats.org/drawingml/2006/main">
            <a:off x="3867150" y="4619625"/>
            <a:ext cx="523875" cy="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10" name="stage-label-1">
            <a:extLst xmlns:a="http://schemas.openxmlformats.org/drawingml/2006/main">
              <a:ext uri="{FF2B5EF4-FFF2-40B4-BE49-F238E27FC236}">
                <a16:creationId xmlns:a16="http://schemas.microsoft.com/office/drawing/2014/main" id="{4C3C48FE-D9F5-4927-8E3B-991768158AE4}"/>
              </a:ext>
            </a:extLst>
          </p:cNvPr>
          <p:cNvSpPr>
            <a:spLocks xmlns:a="http://schemas.openxmlformats.org/drawingml/2006/main" noGrp="1"/>
          </p:cNvSpPr>
          <p:nvPr/>
        </p:nvSpPr>
        <p:spPr>
          <a:xfrm xmlns:a="http://schemas.openxmlformats.org/drawingml/2006/main">
            <a:off x="4391025" y="5619750"/>
            <a:ext cx="2819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Identify</a:t>
            </a:r>
          </a:p>
        </p:txBody>
      </p:sp>
      <p:sp>
        <p:nvSpPr>
          <p:cNvPr id="11" name="stage-body-1">
            <a:extLst xmlns:a="http://schemas.openxmlformats.org/drawingml/2006/main">
              <a:ext uri="{FF2B5EF4-FFF2-40B4-BE49-F238E27FC236}">
                <a16:creationId xmlns:a16="http://schemas.microsoft.com/office/drawing/2014/main" id="{10407BD3-171A-4A90-A38C-52C8B8BB4EE7}"/>
              </a:ext>
            </a:extLst>
          </p:cNvPr>
          <p:cNvSpPr>
            <a:spLocks xmlns:a="http://schemas.openxmlformats.org/drawingml/2006/main" noGrp="1"/>
          </p:cNvSpPr>
          <p:nvPr/>
        </p:nvSpPr>
        <p:spPr>
          <a:xfrm xmlns:a="http://schemas.openxmlformats.org/drawingml/2006/main">
            <a:off x="4391025" y="7143750"/>
            <a:ext cx="2819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Establish</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participants and</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authority.</a:t>
            </a:r>
          </a:p>
        </p:txBody>
      </p:sp>
      <p:sp>
        <p:nvSpPr>
          <p:cNvPr id="12" name="stage-2">
            <a:extLst xmlns:a="http://schemas.openxmlformats.org/drawingml/2006/main">
              <a:ext uri="{FF2B5EF4-FFF2-40B4-BE49-F238E27FC236}">
                <a16:creationId xmlns:a16="http://schemas.microsoft.com/office/drawing/2014/main" id="{E2BB97DF-B42F-4849-AC06-D80FD954E349}"/>
              </a:ext>
            </a:extLst>
          </p:cNvPr>
          <p:cNvSpPr>
            <a:spLocks xmlns:a="http://schemas.openxmlformats.org/drawingml/2006/main" noGrp="1"/>
          </p:cNvSpPr>
          <p:nvPr/>
        </p:nvSpPr>
        <p:spPr>
          <a:xfrm xmlns:a="http://schemas.openxmlformats.org/drawingml/2006/main">
            <a:off x="7734300" y="4095750"/>
            <a:ext cx="2819400" cy="104775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3" name="stage-number-2">
            <a:extLst xmlns:a="http://schemas.openxmlformats.org/drawingml/2006/main">
              <a:ext uri="{FF2B5EF4-FFF2-40B4-BE49-F238E27FC236}">
                <a16:creationId xmlns:a16="http://schemas.microsoft.com/office/drawing/2014/main" id="{F155E0DA-55A4-4E6C-9B6B-29FB998468C6}"/>
              </a:ext>
            </a:extLst>
          </p:cNvPr>
          <p:cNvSpPr>
            <a:spLocks xmlns:a="http://schemas.openxmlformats.org/drawingml/2006/main" noGrp="1"/>
          </p:cNvSpPr>
          <p:nvPr/>
        </p:nvSpPr>
        <p:spPr>
          <a:xfrm xmlns:a="http://schemas.openxmlformats.org/drawingml/2006/main">
            <a:off x="7962900" y="4286250"/>
            <a:ext cx="2362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03</a:t>
            </a:r>
          </a:p>
        </p:txBody>
      </p:sp>
      <p:cxnSp>
        <p:nvCxnSpPr>
          <p:cNvPr id="44" name=""/>
          <p:cNvCxnSpPr>
            <a:stCxn xmlns:a="http://schemas.openxmlformats.org/drawingml/2006/main" id="7" idx="3"/>
            <a:endCxn xmlns:a="http://schemas.openxmlformats.org/drawingml/2006/main" id="12" idx="1"/>
          </p:cNvCxnSpPr>
          <p:nvPr/>
        </p:nvCxnSpPr>
        <p:spPr>
          <a:xfrm xmlns:a="http://schemas.openxmlformats.org/drawingml/2006/main">
            <a:off x="7210425" y="4619625"/>
            <a:ext cx="523875" cy="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15" name="stage-label-2">
            <a:extLst xmlns:a="http://schemas.openxmlformats.org/drawingml/2006/main">
              <a:ext uri="{FF2B5EF4-FFF2-40B4-BE49-F238E27FC236}">
                <a16:creationId xmlns:a16="http://schemas.microsoft.com/office/drawing/2014/main" id="{026F0FE8-A4EB-4D01-AD55-BB81D39B36BE}"/>
              </a:ext>
            </a:extLst>
          </p:cNvPr>
          <p:cNvSpPr>
            <a:spLocks xmlns:a="http://schemas.openxmlformats.org/drawingml/2006/main" noGrp="1"/>
          </p:cNvSpPr>
          <p:nvPr/>
        </p:nvSpPr>
        <p:spPr>
          <a:xfrm xmlns:a="http://schemas.openxmlformats.org/drawingml/2006/main">
            <a:off x="7734300" y="5619750"/>
            <a:ext cx="2819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Approve</a:t>
            </a:r>
          </a:p>
        </p:txBody>
      </p:sp>
      <p:sp>
        <p:nvSpPr>
          <p:cNvPr id="16" name="stage-body-2">
            <a:extLst xmlns:a="http://schemas.openxmlformats.org/drawingml/2006/main">
              <a:ext uri="{FF2B5EF4-FFF2-40B4-BE49-F238E27FC236}">
                <a16:creationId xmlns:a16="http://schemas.microsoft.com/office/drawing/2014/main" id="{AAF7F468-7942-44D3-A14F-4527FCF3C018}"/>
              </a:ext>
            </a:extLst>
          </p:cNvPr>
          <p:cNvSpPr>
            <a:spLocks xmlns:a="http://schemas.openxmlformats.org/drawingml/2006/main" noGrp="1"/>
          </p:cNvSpPr>
          <p:nvPr/>
        </p:nvSpPr>
        <p:spPr>
          <a:xfrm xmlns:a="http://schemas.openxmlformats.org/drawingml/2006/main">
            <a:off x="7734300" y="7143750"/>
            <a:ext cx="2819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Route reviews and</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required decisions.</a:t>
            </a:r>
          </a:p>
        </p:txBody>
      </p:sp>
      <p:sp>
        <p:nvSpPr>
          <p:cNvPr id="17" name="stage-3">
            <a:extLst xmlns:a="http://schemas.openxmlformats.org/drawingml/2006/main">
              <a:ext uri="{FF2B5EF4-FFF2-40B4-BE49-F238E27FC236}">
                <a16:creationId xmlns:a16="http://schemas.microsoft.com/office/drawing/2014/main" id="{72E3F333-1D14-40E8-A72F-FBBFCDA5D393}"/>
              </a:ext>
            </a:extLst>
          </p:cNvPr>
          <p:cNvSpPr>
            <a:spLocks xmlns:a="http://schemas.openxmlformats.org/drawingml/2006/main" noGrp="1"/>
          </p:cNvSpPr>
          <p:nvPr/>
        </p:nvSpPr>
        <p:spPr>
          <a:xfrm xmlns:a="http://schemas.openxmlformats.org/drawingml/2006/main">
            <a:off x="11077575" y="4095750"/>
            <a:ext cx="2819400" cy="104775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8" name="stage-number-3">
            <a:extLst xmlns:a="http://schemas.openxmlformats.org/drawingml/2006/main">
              <a:ext uri="{FF2B5EF4-FFF2-40B4-BE49-F238E27FC236}">
                <a16:creationId xmlns:a16="http://schemas.microsoft.com/office/drawing/2014/main" id="{50076EC8-E622-451B-9557-9D5223B3AAF2}"/>
              </a:ext>
            </a:extLst>
          </p:cNvPr>
          <p:cNvSpPr>
            <a:spLocks xmlns:a="http://schemas.openxmlformats.org/drawingml/2006/main" noGrp="1"/>
          </p:cNvSpPr>
          <p:nvPr/>
        </p:nvSpPr>
        <p:spPr>
          <a:xfrm xmlns:a="http://schemas.openxmlformats.org/drawingml/2006/main">
            <a:off x="11306175" y="4286250"/>
            <a:ext cx="2362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04</a:t>
            </a:r>
          </a:p>
        </p:txBody>
      </p:sp>
      <p:cxnSp>
        <p:nvCxnSpPr>
          <p:cNvPr id="49" name=""/>
          <p:cNvCxnSpPr>
            <a:stCxn xmlns:a="http://schemas.openxmlformats.org/drawingml/2006/main" id="12" idx="3"/>
            <a:endCxn xmlns:a="http://schemas.openxmlformats.org/drawingml/2006/main" id="17" idx="1"/>
          </p:cNvCxnSpPr>
          <p:nvPr/>
        </p:nvCxnSpPr>
        <p:spPr>
          <a:xfrm xmlns:a="http://schemas.openxmlformats.org/drawingml/2006/main">
            <a:off x="10553700" y="4619625"/>
            <a:ext cx="523875" cy="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20" name="stage-label-3">
            <a:extLst xmlns:a="http://schemas.openxmlformats.org/drawingml/2006/main">
              <a:ext uri="{FF2B5EF4-FFF2-40B4-BE49-F238E27FC236}">
                <a16:creationId xmlns:a16="http://schemas.microsoft.com/office/drawing/2014/main" id="{0FB69DED-3DBF-45DE-9B97-CC90EDBF3C59}"/>
              </a:ext>
            </a:extLst>
          </p:cNvPr>
          <p:cNvSpPr>
            <a:spLocks xmlns:a="http://schemas.openxmlformats.org/drawingml/2006/main" noGrp="1"/>
          </p:cNvSpPr>
          <p:nvPr/>
        </p:nvSpPr>
        <p:spPr>
          <a:xfrm xmlns:a="http://schemas.openxmlformats.org/drawingml/2006/main">
            <a:off x="11077575" y="5619750"/>
            <a:ext cx="2819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Sign</a:t>
            </a:r>
          </a:p>
        </p:txBody>
      </p:sp>
      <p:sp>
        <p:nvSpPr>
          <p:cNvPr id="21" name="stage-body-3">
            <a:extLst xmlns:a="http://schemas.openxmlformats.org/drawingml/2006/main">
              <a:ext uri="{FF2B5EF4-FFF2-40B4-BE49-F238E27FC236}">
                <a16:creationId xmlns:a16="http://schemas.microsoft.com/office/drawing/2014/main" id="{832D1770-0D69-40A7-A4F0-B349502E7B87}"/>
              </a:ext>
            </a:extLst>
          </p:cNvPr>
          <p:cNvSpPr>
            <a:spLocks xmlns:a="http://schemas.openxmlformats.org/drawingml/2006/main" noGrp="1"/>
          </p:cNvSpPr>
          <p:nvPr/>
        </p:nvSpPr>
        <p:spPr>
          <a:xfrm xmlns:a="http://schemas.openxmlformats.org/drawingml/2006/main">
            <a:off x="11077575" y="7143750"/>
            <a:ext cx="2819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Apply the</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appropriate trust</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services.</a:t>
            </a:r>
          </a:p>
        </p:txBody>
      </p:sp>
      <p:sp>
        <p:nvSpPr>
          <p:cNvPr id="22" name="stage-4">
            <a:extLst xmlns:a="http://schemas.openxmlformats.org/drawingml/2006/main">
              <a:ext uri="{FF2B5EF4-FFF2-40B4-BE49-F238E27FC236}">
                <a16:creationId xmlns:a16="http://schemas.microsoft.com/office/drawing/2014/main" id="{43C0A2C0-7419-4053-9FA8-26E05219F3C1}"/>
              </a:ext>
            </a:extLst>
          </p:cNvPr>
          <p:cNvSpPr>
            <a:spLocks xmlns:a="http://schemas.openxmlformats.org/drawingml/2006/main" noGrp="1"/>
          </p:cNvSpPr>
          <p:nvPr/>
        </p:nvSpPr>
        <p:spPr>
          <a:xfrm xmlns:a="http://schemas.openxmlformats.org/drawingml/2006/main">
            <a:off x="14420850" y="4095750"/>
            <a:ext cx="2819400" cy="104775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23" name="stage-number-4">
            <a:extLst xmlns:a="http://schemas.openxmlformats.org/drawingml/2006/main">
              <a:ext uri="{FF2B5EF4-FFF2-40B4-BE49-F238E27FC236}">
                <a16:creationId xmlns:a16="http://schemas.microsoft.com/office/drawing/2014/main" id="{66AF5174-205E-4864-9650-B6753581BC37}"/>
              </a:ext>
            </a:extLst>
          </p:cNvPr>
          <p:cNvSpPr>
            <a:spLocks xmlns:a="http://schemas.openxmlformats.org/drawingml/2006/main" noGrp="1"/>
          </p:cNvSpPr>
          <p:nvPr/>
        </p:nvSpPr>
        <p:spPr>
          <a:xfrm xmlns:a="http://schemas.openxmlformats.org/drawingml/2006/main">
            <a:off x="14649450" y="4286250"/>
            <a:ext cx="2362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05</a:t>
            </a:r>
          </a:p>
        </p:txBody>
      </p:sp>
      <p:cxnSp>
        <p:nvCxnSpPr>
          <p:cNvPr id="54" name=""/>
          <p:cNvCxnSpPr>
            <a:stCxn xmlns:a="http://schemas.openxmlformats.org/drawingml/2006/main" id="17" idx="3"/>
            <a:endCxn xmlns:a="http://schemas.openxmlformats.org/drawingml/2006/main" id="22" idx="1"/>
          </p:cNvCxnSpPr>
          <p:nvPr/>
        </p:nvCxnSpPr>
        <p:spPr>
          <a:xfrm xmlns:a="http://schemas.openxmlformats.org/drawingml/2006/main">
            <a:off x="13896975" y="4619625"/>
            <a:ext cx="523875" cy="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25" name="stage-label-4">
            <a:extLst xmlns:a="http://schemas.openxmlformats.org/drawingml/2006/main">
              <a:ext uri="{FF2B5EF4-FFF2-40B4-BE49-F238E27FC236}">
                <a16:creationId xmlns:a16="http://schemas.microsoft.com/office/drawing/2014/main" id="{1F05C580-37D9-4F4A-B445-AF51F7AB846C}"/>
              </a:ext>
            </a:extLst>
          </p:cNvPr>
          <p:cNvSpPr>
            <a:spLocks xmlns:a="http://schemas.openxmlformats.org/drawingml/2006/main" noGrp="1"/>
          </p:cNvSpPr>
          <p:nvPr/>
        </p:nvSpPr>
        <p:spPr>
          <a:xfrm xmlns:a="http://schemas.openxmlformats.org/drawingml/2006/main">
            <a:off x="14420850" y="5619750"/>
            <a:ext cx="2819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Preserve</a:t>
            </a:r>
          </a:p>
        </p:txBody>
      </p:sp>
      <p:sp>
        <p:nvSpPr>
          <p:cNvPr id="26" name="stage-body-4">
            <a:extLst xmlns:a="http://schemas.openxmlformats.org/drawingml/2006/main">
              <a:ext uri="{FF2B5EF4-FFF2-40B4-BE49-F238E27FC236}">
                <a16:creationId xmlns:a16="http://schemas.microsoft.com/office/drawing/2014/main" id="{D50045F8-B507-4B4B-A85D-2DB040D96375}"/>
              </a:ext>
            </a:extLst>
          </p:cNvPr>
          <p:cNvSpPr>
            <a:spLocks xmlns:a="http://schemas.openxmlformats.org/drawingml/2006/main" noGrp="1"/>
          </p:cNvSpPr>
          <p:nvPr/>
        </p:nvSpPr>
        <p:spPr>
          <a:xfrm xmlns:a="http://schemas.openxmlformats.org/drawingml/2006/main">
            <a:off x="14420850" y="7143750"/>
            <a:ext cx="2819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Retain the record</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and evidence.</a:t>
            </a:r>
          </a:p>
        </p:txBody>
      </p:sp>
      <p:sp>
        <p:nvSpPr>
          <p:cNvPr id="27" name="footer">
            <a:extLst xmlns:a="http://schemas.openxmlformats.org/drawingml/2006/main">
              <a:ext uri="{FF2B5EF4-FFF2-40B4-BE49-F238E27FC236}">
                <a16:creationId xmlns:a16="http://schemas.microsoft.com/office/drawing/2014/main" id="{5F297AF8-CF82-4412-9A47-52380E0EC214}"/>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28" name="slide-number">
            <a:extLst xmlns:a="http://schemas.openxmlformats.org/drawingml/2006/main">
              <a:ext uri="{FF2B5EF4-FFF2-40B4-BE49-F238E27FC236}">
                <a16:creationId xmlns:a16="http://schemas.microsoft.com/office/drawing/2014/main" id="{AC6AE0BF-F46E-4DF8-8A4B-2957FEEB3C5F}"/>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05</a:t>
            </a:r>
          </a:p>
        </p:txBody>
      </p:sp>
      <p:sp>
        <p:nvSpPr>
          <p:cNvPr id="29" name="process-context">
            <a:extLst xmlns:a="http://schemas.openxmlformats.org/drawingml/2006/main">
              <a:ext uri="{FF2B5EF4-FFF2-40B4-BE49-F238E27FC236}">
                <a16:creationId xmlns:a16="http://schemas.microsoft.com/office/drawing/2014/main" id="{DF8FAB29-6294-4890-9545-4037D16F45B1}"/>
              </a:ext>
            </a:extLst>
          </p:cNvPr>
          <p:cNvSpPr>
            <a:spLocks xmlns:a="http://schemas.openxmlformats.org/drawingml/2006/main" noGrp="1"/>
          </p:cNvSpPr>
          <p:nvPr/>
        </p:nvSpPr>
        <p:spPr>
          <a:xfrm xmlns:a="http://schemas.openxmlformats.org/drawingml/2006/main">
            <a:off x="1162050" y="3257550"/>
            <a:ext cx="1590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Illustrative workflow. Applications and AI agents can participate through programmable capabilities.</a:t>
            </a:r>
          </a:p>
        </p:txBody>
      </p:sp>
      <p:sp>
        <p:nvSpPr>
          <p:cNvPr id="30" name="evidence-continuity">
            <a:extLst xmlns:a="http://schemas.openxmlformats.org/drawingml/2006/main">
              <a:ext uri="{FF2B5EF4-FFF2-40B4-BE49-F238E27FC236}">
                <a16:creationId xmlns:a16="http://schemas.microsoft.com/office/drawing/2014/main" id="{F314ADF3-9B22-46DE-9A73-619540BE8503}"/>
              </a:ext>
            </a:extLst>
          </p:cNvPr>
          <p:cNvSpPr>
            <a:spLocks xmlns:a="http://schemas.openxmlformats.org/drawingml/2006/main" noGrp="1"/>
          </p:cNvSpPr>
          <p:nvPr/>
        </p:nvSpPr>
        <p:spPr>
          <a:xfrm xmlns:a="http://schemas.openxmlformats.org/drawingml/2006/main">
            <a:off x="1162050" y="9058275"/>
            <a:ext cx="1590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000FF"/>
                </a:solidFill>
                <a:latin typeface="Mulish"/>
                <a:ea typeface="Mulish"/>
                <a:cs typeface="Mulish"/>
              </a:defRPr>
            </a:pPr>
            <a:r>
              <a:rPr sz="2100" b="1">
                <a:solidFill>
                  <a:srgbClr val="7000FF"/>
                </a:solidFill>
                <a:latin typeface="Mulish"/>
                <a:ea typeface="Mulish"/>
                <a:cs typeface="Mulish"/>
              </a:rPr>
              <a:t>A continuing record of decisions, execution and evidence</a:t>
            </a:r>
          </a:p>
        </p:txBody>
      </p:sp>
    </p:spTree>
    <p:extLst>
      <p:ext uri="{BB962C8B-B14F-4D97-AF65-F5344CB8AC3E}">
        <p14:creationId xmlns:p14="http://schemas.microsoft.com/office/powerpoint/2010/main" val="87516720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038a835c18d4423">
            <a:extLst>
              <a:ext uri="{96DAC541-7B7A-43D3-8B79-37D633B846F1}">
                <asvg:svgBlip xmlns:asvg="http://schemas.microsoft.com/office/drawing/2016/SVG/main" r:embed="R2ec661326b3b4317"/>
              </a:ext>
            </a:extLst>
          </a:blip>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d75b63490ac4da6"/>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3" name="placeholder_1">
            <a:extLst xmlns:a="http://schemas.openxmlformats.org/drawingml/2006/main">
              <a:ext uri="{FF2B5EF4-FFF2-40B4-BE49-F238E27FC236}">
                <a16:creationId xmlns:a16="http://schemas.microsoft.com/office/drawing/2014/main" id="{DE034121-5150-4274-97DD-EBF8C9D12BB1}"/>
              </a:ext>
            </a:extLst>
          </p:cNvPr>
          <p:cNvSpPr>
            <a:spLocks xmlns:a="http://schemas.openxmlformats.org/drawingml/2006/main" noGrp="1"/>
          </p:cNvSpPr>
          <p:nvPr>
            <p:ph type="title" idx="0"/>
          </p:nvPr>
        </p:nvSpPr>
        <p:spPr>
          <a:xfrm xmlns:a="http://schemas.openxmlformats.org/drawingml/2006/main">
            <a:off x="1162050" y="2238375"/>
            <a:ext cx="6762750" cy="3238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SaaS</a:t>
            </a:r>
          </a:p>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expansion</a:t>
            </a:r>
          </a:p>
        </p:txBody>
      </p:sp>
      <p:sp>
        <p:nvSpPr>
          <p:cNvPr id="4" name="journey-body">
            <a:extLst xmlns:a="http://schemas.openxmlformats.org/drawingml/2006/main">
              <a:ext uri="{FF2B5EF4-FFF2-40B4-BE49-F238E27FC236}">
                <a16:creationId xmlns:a16="http://schemas.microsoft.com/office/drawing/2014/main" id="{E444CB17-3830-405B-846F-AFD670BD20AC}"/>
              </a:ext>
            </a:extLst>
          </p:cNvPr>
          <p:cNvSpPr>
            <a:spLocks xmlns:a="http://schemas.openxmlformats.org/drawingml/2006/main" noGrp="1"/>
          </p:cNvSpPr>
          <p:nvPr>
            <p:ph idx="1"/>
          </p:nvPr>
        </p:nvSpPr>
        <p:spPr>
          <a:xfrm xmlns:a="http://schemas.openxmlformats.org/drawingml/2006/main">
            <a:off x="1162050" y="5810250"/>
            <a:ext cx="6286500" cy="180975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Deploy within the group and distribute</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through customer channels, then expand</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successful accounts.</a:t>
            </a:r>
          </a:p>
        </p:txBody>
      </p:sp>
      <p:sp>
        <p:nvSpPr>
          <p:cNvPr id="5" name="milestone-stop-0">
            <a:extLst xmlns:a="http://schemas.openxmlformats.org/drawingml/2006/main">
              <a:ext uri="{FF2B5EF4-FFF2-40B4-BE49-F238E27FC236}">
                <a16:creationId xmlns:a16="http://schemas.microsoft.com/office/drawing/2014/main" id="{C2C8D120-0E12-4BDB-960D-2E28C1C2573D}"/>
              </a:ext>
            </a:extLst>
          </p:cNvPr>
          <p:cNvSpPr>
            <a:spLocks xmlns:a="http://schemas.openxmlformats.org/drawingml/2006/main" noGrp="1"/>
          </p:cNvSpPr>
          <p:nvPr/>
        </p:nvSpPr>
        <p:spPr>
          <a:xfrm xmlns:a="http://schemas.openxmlformats.org/drawingml/2006/main">
            <a:off x="10201275" y="1781175"/>
            <a:ext cx="1209675" cy="1209675"/>
          </a:xfrm>
          <a:prstGeom xmlns:a="http://schemas.openxmlformats.org/drawingml/2006/main" prst="ellipse">
            <a:avLst/>
          </a:prstGeom>
          <a:solidFill xmlns:a="http://schemas.openxmlformats.org/drawingml/2006/main">
            <a:srgbClr val="7000FF"/>
          </a:solidFill>
          <a:ln xmlns:a="http://schemas.openxmlformats.org/drawingml/2006/main" w="0">
            <a:noFill/>
          </a:ln>
        </p:spPr>
      </p:sp>
      <p:sp>
        <p:nvSpPr>
          <p:cNvPr id="6" name="milestone-number-0">
            <a:extLst xmlns:a="http://schemas.openxmlformats.org/drawingml/2006/main">
              <a:ext uri="{FF2B5EF4-FFF2-40B4-BE49-F238E27FC236}">
                <a16:creationId xmlns:a16="http://schemas.microsoft.com/office/drawing/2014/main" id="{055170CD-405D-4136-9BF1-E803F1F729B4}"/>
              </a:ext>
            </a:extLst>
          </p:cNvPr>
          <p:cNvSpPr>
            <a:spLocks xmlns:a="http://schemas.openxmlformats.org/drawingml/2006/main" noGrp="1"/>
          </p:cNvSpPr>
          <p:nvPr/>
        </p:nvSpPr>
        <p:spPr>
          <a:xfrm xmlns:a="http://schemas.openxmlformats.org/drawingml/2006/main">
            <a:off x="10391775" y="2057400"/>
            <a:ext cx="828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ctr">
              <a:defRPr sz="3300" b="1">
                <a:solidFill>
                  <a:srgbClr val="FFFFFF"/>
                </a:solidFill>
                <a:latin typeface="Mulish"/>
                <a:ea typeface="Mulish"/>
                <a:cs typeface="Mulish"/>
              </a:defRPr>
            </a:pPr>
            <a:r>
              <a:rPr sz="3300" b="1">
                <a:solidFill>
                  <a:srgbClr val="FFFFFF"/>
                </a:solidFill>
                <a:latin typeface="Mulish"/>
                <a:ea typeface="Mulish"/>
                <a:cs typeface="Mulish"/>
              </a:rPr>
              <a:t>01</a:t>
            </a:r>
          </a:p>
        </p:txBody>
      </p:sp>
      <p:sp>
        <p:nvSpPr>
          <p:cNvPr id="7" name="milestone-heading-0">
            <a:extLst xmlns:a="http://schemas.openxmlformats.org/drawingml/2006/main">
              <a:ext uri="{FF2B5EF4-FFF2-40B4-BE49-F238E27FC236}">
                <a16:creationId xmlns:a16="http://schemas.microsoft.com/office/drawing/2014/main" id="{71568B89-C59F-412F-9141-11106B1A5AE9}"/>
              </a:ext>
            </a:extLst>
          </p:cNvPr>
          <p:cNvSpPr>
            <a:spLocks xmlns:a="http://schemas.openxmlformats.org/drawingml/2006/main" noGrp="1"/>
          </p:cNvSpPr>
          <p:nvPr>
            <p:ph idx="2"/>
          </p:nvPr>
        </p:nvSpPr>
        <p:spPr>
          <a:xfrm xmlns:a="http://schemas.openxmlformats.org/drawingml/2006/main">
            <a:off x="11915775" y="1895475"/>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Group adoption</a:t>
            </a:r>
          </a:p>
        </p:txBody>
      </p:sp>
      <p:sp>
        <p:nvSpPr>
          <p:cNvPr id="8" name="milestone-body-0">
            <a:extLst xmlns:a="http://schemas.openxmlformats.org/drawingml/2006/main">
              <a:ext uri="{FF2B5EF4-FFF2-40B4-BE49-F238E27FC236}">
                <a16:creationId xmlns:a16="http://schemas.microsoft.com/office/drawing/2014/main" id="{4BD6EAB5-FCB1-4909-B144-F3E9F0073A27}"/>
              </a:ext>
            </a:extLst>
          </p:cNvPr>
          <p:cNvSpPr>
            <a:spLocks xmlns:a="http://schemas.openxmlformats.org/drawingml/2006/main" noGrp="1"/>
          </p:cNvSpPr>
          <p:nvPr>
            <p:ph idx="3"/>
          </p:nvPr>
        </p:nvSpPr>
        <p:spPr>
          <a:xfrm xmlns:a="http://schemas.openxmlformats.org/drawingml/2006/main">
            <a:off x="11915775" y="2514600"/>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Identify suitable businesses and</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functions. Establish an initial</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deployment.</a:t>
            </a:r>
          </a:p>
        </p:txBody>
      </p:sp>
      <p:sp>
        <p:nvSpPr>
          <p:cNvPr id="9" name="milestone-stop-1">
            <a:extLst xmlns:a="http://schemas.openxmlformats.org/drawingml/2006/main">
              <a:ext uri="{FF2B5EF4-FFF2-40B4-BE49-F238E27FC236}">
                <a16:creationId xmlns:a16="http://schemas.microsoft.com/office/drawing/2014/main" id="{A6C33455-BE8F-4570-87D9-5717DC8ED5A8}"/>
              </a:ext>
            </a:extLst>
          </p:cNvPr>
          <p:cNvSpPr>
            <a:spLocks xmlns:a="http://schemas.openxmlformats.org/drawingml/2006/main" noGrp="1"/>
          </p:cNvSpPr>
          <p:nvPr/>
        </p:nvSpPr>
        <p:spPr>
          <a:xfrm xmlns:a="http://schemas.openxmlformats.org/drawingml/2006/main">
            <a:off x="11296650" y="3829050"/>
            <a:ext cx="1209675" cy="1209675"/>
          </a:xfrm>
          <a:prstGeom xmlns:a="http://schemas.openxmlformats.org/drawingml/2006/main" prst="ellipse">
            <a:avLst/>
          </a:prstGeom>
          <a:solidFill xmlns:a="http://schemas.openxmlformats.org/drawingml/2006/main">
            <a:srgbClr val="7000FF"/>
          </a:solidFill>
          <a:ln xmlns:a="http://schemas.openxmlformats.org/drawingml/2006/main" w="0">
            <a:noFill/>
          </a:ln>
        </p:spPr>
      </p:sp>
      <p:sp>
        <p:nvSpPr>
          <p:cNvPr id="10" name="milestone-number-1">
            <a:extLst xmlns:a="http://schemas.openxmlformats.org/drawingml/2006/main">
              <a:ext uri="{FF2B5EF4-FFF2-40B4-BE49-F238E27FC236}">
                <a16:creationId xmlns:a16="http://schemas.microsoft.com/office/drawing/2014/main" id="{D163302B-BFF6-4F44-AEC3-11F547141744}"/>
              </a:ext>
            </a:extLst>
          </p:cNvPr>
          <p:cNvSpPr>
            <a:spLocks xmlns:a="http://schemas.openxmlformats.org/drawingml/2006/main" noGrp="1"/>
          </p:cNvSpPr>
          <p:nvPr/>
        </p:nvSpPr>
        <p:spPr>
          <a:xfrm xmlns:a="http://schemas.openxmlformats.org/drawingml/2006/main">
            <a:off x="11487150" y="4105275"/>
            <a:ext cx="828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ctr">
              <a:defRPr sz="3300" b="1">
                <a:solidFill>
                  <a:srgbClr val="FFFFFF"/>
                </a:solidFill>
                <a:latin typeface="Mulish"/>
                <a:ea typeface="Mulish"/>
                <a:cs typeface="Mulish"/>
              </a:defRPr>
            </a:pPr>
            <a:r>
              <a:rPr sz="3300" b="1">
                <a:solidFill>
                  <a:srgbClr val="FFFFFF"/>
                </a:solidFill>
                <a:latin typeface="Mulish"/>
                <a:ea typeface="Mulish"/>
                <a:cs typeface="Mulish"/>
              </a:rPr>
              <a:t>02</a:t>
            </a:r>
          </a:p>
        </p:txBody>
      </p:sp>
      <p:sp>
        <p:nvSpPr>
          <p:cNvPr id="11" name="milestone-heading-1">
            <a:extLst xmlns:a="http://schemas.openxmlformats.org/drawingml/2006/main">
              <a:ext uri="{FF2B5EF4-FFF2-40B4-BE49-F238E27FC236}">
                <a16:creationId xmlns:a16="http://schemas.microsoft.com/office/drawing/2014/main" id="{2024163A-E3E3-42FC-B667-05CE1B930851}"/>
              </a:ext>
            </a:extLst>
          </p:cNvPr>
          <p:cNvSpPr>
            <a:spLocks xmlns:a="http://schemas.openxmlformats.org/drawingml/2006/main" noGrp="1"/>
          </p:cNvSpPr>
          <p:nvPr>
            <p:ph idx="4"/>
          </p:nvPr>
        </p:nvSpPr>
        <p:spPr>
          <a:xfrm xmlns:a="http://schemas.openxmlformats.org/drawingml/2006/main">
            <a:off x="13011150" y="3943350"/>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Customer distribution</a:t>
            </a:r>
          </a:p>
        </p:txBody>
      </p:sp>
      <p:sp>
        <p:nvSpPr>
          <p:cNvPr id="12" name="milestone-body-1">
            <a:extLst xmlns:a="http://schemas.openxmlformats.org/drawingml/2006/main">
              <a:ext uri="{FF2B5EF4-FFF2-40B4-BE49-F238E27FC236}">
                <a16:creationId xmlns:a16="http://schemas.microsoft.com/office/drawing/2014/main" id="{7624DEA1-289F-40B2-8E98-53C6C5B6CB6D}"/>
              </a:ext>
            </a:extLst>
          </p:cNvPr>
          <p:cNvSpPr>
            <a:spLocks xmlns:a="http://schemas.openxmlformats.org/drawingml/2006/main" noGrp="1"/>
          </p:cNvSpPr>
          <p:nvPr>
            <p:ph idx="5"/>
          </p:nvPr>
        </p:nvSpPr>
        <p:spPr>
          <a:xfrm xmlns:a="http://schemas.openxmlformats.org/drawingml/2006/main">
            <a:off x="13011150" y="4562475"/>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Use account teams and relevant</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cloud, telecom or technology</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offerings.</a:t>
            </a:r>
          </a:p>
        </p:txBody>
      </p:sp>
      <p:sp>
        <p:nvSpPr>
          <p:cNvPr id="13" name="milestone-stop-2">
            <a:extLst xmlns:a="http://schemas.openxmlformats.org/drawingml/2006/main">
              <a:ext uri="{FF2B5EF4-FFF2-40B4-BE49-F238E27FC236}">
                <a16:creationId xmlns:a16="http://schemas.microsoft.com/office/drawing/2014/main" id="{895C25F0-FF89-499F-B631-6F9B6DC814AE}"/>
              </a:ext>
            </a:extLst>
          </p:cNvPr>
          <p:cNvSpPr>
            <a:spLocks xmlns:a="http://schemas.openxmlformats.org/drawingml/2006/main" noGrp="1"/>
          </p:cNvSpPr>
          <p:nvPr/>
        </p:nvSpPr>
        <p:spPr>
          <a:xfrm xmlns:a="http://schemas.openxmlformats.org/drawingml/2006/main">
            <a:off x="10201275" y="5876925"/>
            <a:ext cx="1209675" cy="1209675"/>
          </a:xfrm>
          <a:prstGeom xmlns:a="http://schemas.openxmlformats.org/drawingml/2006/main" prst="ellipse">
            <a:avLst/>
          </a:prstGeom>
          <a:solidFill xmlns:a="http://schemas.openxmlformats.org/drawingml/2006/main">
            <a:srgbClr val="7000FF"/>
          </a:solidFill>
          <a:ln xmlns:a="http://schemas.openxmlformats.org/drawingml/2006/main" w="0">
            <a:noFill/>
          </a:ln>
        </p:spPr>
      </p:sp>
      <p:sp>
        <p:nvSpPr>
          <p:cNvPr id="14" name="milestone-number-2">
            <a:extLst xmlns:a="http://schemas.openxmlformats.org/drawingml/2006/main">
              <a:ext uri="{FF2B5EF4-FFF2-40B4-BE49-F238E27FC236}">
                <a16:creationId xmlns:a16="http://schemas.microsoft.com/office/drawing/2014/main" id="{473679AE-D75B-4ED0-B3FB-FE640D5DACD5}"/>
              </a:ext>
            </a:extLst>
          </p:cNvPr>
          <p:cNvSpPr>
            <a:spLocks xmlns:a="http://schemas.openxmlformats.org/drawingml/2006/main" noGrp="1"/>
          </p:cNvSpPr>
          <p:nvPr/>
        </p:nvSpPr>
        <p:spPr>
          <a:xfrm xmlns:a="http://schemas.openxmlformats.org/drawingml/2006/main">
            <a:off x="10391775" y="6153150"/>
            <a:ext cx="828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ctr">
              <a:defRPr sz="3300" b="1">
                <a:solidFill>
                  <a:srgbClr val="FFFFFF"/>
                </a:solidFill>
                <a:latin typeface="Mulish"/>
                <a:ea typeface="Mulish"/>
                <a:cs typeface="Mulish"/>
              </a:defRPr>
            </a:pPr>
            <a:r>
              <a:rPr sz="3300" b="1">
                <a:solidFill>
                  <a:srgbClr val="FFFFFF"/>
                </a:solidFill>
                <a:latin typeface="Mulish"/>
                <a:ea typeface="Mulish"/>
                <a:cs typeface="Mulish"/>
              </a:rPr>
              <a:t>03</a:t>
            </a:r>
          </a:p>
        </p:txBody>
      </p:sp>
      <p:sp>
        <p:nvSpPr>
          <p:cNvPr id="15" name="milestone-heading-2">
            <a:extLst xmlns:a="http://schemas.openxmlformats.org/drawingml/2006/main">
              <a:ext uri="{FF2B5EF4-FFF2-40B4-BE49-F238E27FC236}">
                <a16:creationId xmlns:a16="http://schemas.microsoft.com/office/drawing/2014/main" id="{933805C4-504D-4E5F-98A3-1D0D0DDB7CB1}"/>
              </a:ext>
            </a:extLst>
          </p:cNvPr>
          <p:cNvSpPr>
            <a:spLocks xmlns:a="http://schemas.openxmlformats.org/drawingml/2006/main" noGrp="1"/>
          </p:cNvSpPr>
          <p:nvPr>
            <p:ph idx="6"/>
          </p:nvPr>
        </p:nvSpPr>
        <p:spPr>
          <a:xfrm xmlns:a="http://schemas.openxmlformats.org/drawingml/2006/main">
            <a:off x="11915775" y="5991225"/>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Account expansion</a:t>
            </a:r>
          </a:p>
        </p:txBody>
      </p:sp>
      <p:sp>
        <p:nvSpPr>
          <p:cNvPr id="16" name="milestone-body-2">
            <a:extLst xmlns:a="http://schemas.openxmlformats.org/drawingml/2006/main">
              <a:ext uri="{FF2B5EF4-FFF2-40B4-BE49-F238E27FC236}">
                <a16:creationId xmlns:a16="http://schemas.microsoft.com/office/drawing/2014/main" id="{F6D6A2F9-B110-4C52-801B-950CFF7FB71A}"/>
              </a:ext>
            </a:extLst>
          </p:cNvPr>
          <p:cNvSpPr>
            <a:spLocks xmlns:a="http://schemas.openxmlformats.org/drawingml/2006/main" noGrp="1"/>
          </p:cNvSpPr>
          <p:nvPr>
            <p:ph idx="7"/>
          </p:nvPr>
        </p:nvSpPr>
        <p:spPr>
          <a:xfrm xmlns:a="http://schemas.openxmlformats.org/drawingml/2006/main">
            <a:off x="11915775" y="6610350"/>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users and workflows,</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including applicable AI and eDocs</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capabilities.</a:t>
            </a:r>
          </a:p>
        </p:txBody>
      </p:sp>
      <p:sp>
        <p:nvSpPr>
          <p:cNvPr id="17" name="footer">
            <a:extLst xmlns:a="http://schemas.openxmlformats.org/drawingml/2006/main">
              <a:ext uri="{FF2B5EF4-FFF2-40B4-BE49-F238E27FC236}">
                <a16:creationId xmlns:a16="http://schemas.microsoft.com/office/drawing/2014/main" id="{45524214-EDB3-41C8-BEC3-DE2C19905370}"/>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8" name="slide-number">
            <a:extLst xmlns:a="http://schemas.openxmlformats.org/drawingml/2006/main">
              <a:ext uri="{FF2B5EF4-FFF2-40B4-BE49-F238E27FC236}">
                <a16:creationId xmlns:a16="http://schemas.microsoft.com/office/drawing/2014/main" id="{378456B0-56B4-40B8-A746-21E2528B1CB8}"/>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06</a:t>
            </a:r>
          </a:p>
        </p:txBody>
      </p:sp>
      <p:sp>
        <p:nvSpPr>
          <p:cNvPr id="19" name="review-panel">
            <a:extLst xmlns:a="http://schemas.openxmlformats.org/drawingml/2006/main">
              <a:ext uri="{FF2B5EF4-FFF2-40B4-BE49-F238E27FC236}">
                <a16:creationId xmlns:a16="http://schemas.microsoft.com/office/drawing/2014/main" id="{358B82B0-464D-4CD1-BE07-4B57B61BB243}"/>
              </a:ext>
            </a:extLst>
          </p:cNvPr>
          <p:cNvSpPr>
            <a:spLocks xmlns:a="http://schemas.openxmlformats.org/drawingml/2006/main" noGrp="1"/>
          </p:cNvSpPr>
          <p:nvPr/>
        </p:nvSpPr>
        <p:spPr>
          <a:xfrm xmlns:a="http://schemas.openxmlformats.org/drawingml/2006/main">
            <a:off x="1162050" y="7800975"/>
            <a:ext cx="7048500" cy="1666875"/>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20" name="review-accent">
            <a:extLst xmlns:a="http://schemas.openxmlformats.org/drawingml/2006/main">
              <a:ext uri="{FF2B5EF4-FFF2-40B4-BE49-F238E27FC236}">
                <a16:creationId xmlns:a16="http://schemas.microsoft.com/office/drawing/2014/main" id="{2568AE3A-E756-4FE6-9820-3CDB2498A60C}"/>
              </a:ext>
            </a:extLst>
          </p:cNvPr>
          <p:cNvSpPr>
            <a:spLocks xmlns:a="http://schemas.openxmlformats.org/drawingml/2006/main" noGrp="1"/>
          </p:cNvSpPr>
          <p:nvPr/>
        </p:nvSpPr>
        <p:spPr>
          <a:xfrm xmlns:a="http://schemas.openxmlformats.org/drawingml/2006/main">
            <a:off x="1162050" y="7800975"/>
            <a:ext cx="38100" cy="16668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21" name="review-label">
            <a:extLst xmlns:a="http://schemas.openxmlformats.org/drawingml/2006/main">
              <a:ext uri="{FF2B5EF4-FFF2-40B4-BE49-F238E27FC236}">
                <a16:creationId xmlns:a16="http://schemas.microsoft.com/office/drawing/2014/main" id="{E8D9E358-0769-4046-B807-B86F49078CD2}"/>
              </a:ext>
            </a:extLst>
          </p:cNvPr>
          <p:cNvSpPr>
            <a:spLocks xmlns:a="http://schemas.openxmlformats.org/drawingml/2006/main" noGrp="1"/>
          </p:cNvSpPr>
          <p:nvPr/>
        </p:nvSpPr>
        <p:spPr>
          <a:xfrm xmlns:a="http://schemas.openxmlformats.org/drawingml/2006/main">
            <a:off x="1352550" y="7896225"/>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[partner adoption model]</a:t>
            </a:r>
          </a:p>
        </p:txBody>
      </p:sp>
      <p:sp>
        <p:nvSpPr>
          <p:cNvPr id="22" name="review-reason">
            <a:extLst xmlns:a="http://schemas.openxmlformats.org/drawingml/2006/main">
              <a:ext uri="{FF2B5EF4-FFF2-40B4-BE49-F238E27FC236}">
                <a16:creationId xmlns:a16="http://schemas.microsoft.com/office/drawing/2014/main" id="{781AA379-7F74-4512-815D-3058942BFC0F}"/>
              </a:ext>
            </a:extLst>
          </p:cNvPr>
          <p:cNvSpPr>
            <a:spLocks xmlns:a="http://schemas.openxmlformats.org/drawingml/2006/main" noGrp="1"/>
          </p:cNvSpPr>
          <p:nvPr/>
        </p:nvSpPr>
        <p:spPr>
          <a:xfrm xmlns:a="http://schemas.openxmlformats.org/drawingml/2006/main">
            <a:off x="1352550" y="8305800"/>
            <a:ext cx="666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eligible accounts, timing and retained ARR to test</a:t>
            </a:r>
          </a:p>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the commercial scale.</a:t>
            </a:r>
          </a:p>
        </p:txBody>
      </p:sp>
    </p:spTree>
    <p:extLst>
      <p:ext uri="{BB962C8B-B14F-4D97-AF65-F5344CB8AC3E}">
        <p14:creationId xmlns:p14="http://schemas.microsoft.com/office/powerpoint/2010/main" val="11927445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d7e6fc782364527"/>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2437706-6891-46BA-B53A-67BAA863281A}"/>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Sovereign shared services</a:t>
            </a:r>
          </a:p>
        </p:txBody>
      </p:sp>
      <p:sp>
        <p:nvSpPr>
          <p:cNvPr id="3" name="layer-0">
            <a:extLst xmlns:a="http://schemas.openxmlformats.org/drawingml/2006/main">
              <a:ext uri="{FF2B5EF4-FFF2-40B4-BE49-F238E27FC236}">
                <a16:creationId xmlns:a16="http://schemas.microsoft.com/office/drawing/2014/main" id="{00BEEDB8-7A1F-46AE-A58D-3FFD0046AB8F}"/>
              </a:ext>
            </a:extLst>
          </p:cNvPr>
          <p:cNvSpPr>
            <a:spLocks xmlns:a="http://schemas.openxmlformats.org/drawingml/2006/main" noGrp="1"/>
          </p:cNvSpPr>
          <p:nvPr/>
        </p:nvSpPr>
        <p:spPr>
          <a:xfrm xmlns:a="http://schemas.openxmlformats.org/drawingml/2006/main">
            <a:off x="1047750" y="3714750"/>
            <a:ext cx="16192500" cy="1066800"/>
          </a:xfrm>
          <a:prstGeom xmlns:a="http://schemas.openxmlformats.org/drawingml/2006/main" prst="rect">
            <a:avLst/>
          </a:prstGeom>
          <a:solidFill xmlns:a="http://schemas.openxmlformats.org/drawingml/2006/main">
            <a:srgbClr val="3620A2"/>
          </a:solidFill>
          <a:ln xmlns:a="http://schemas.openxmlformats.org/drawingml/2006/main" w="0">
            <a:noFill/>
          </a:ln>
        </p:spPr>
      </p:sp>
      <p:sp>
        <p:nvSpPr>
          <p:cNvPr id="4" name="layer-name-0">
            <a:extLst xmlns:a="http://schemas.openxmlformats.org/drawingml/2006/main">
              <a:ext uri="{FF2B5EF4-FFF2-40B4-BE49-F238E27FC236}">
                <a16:creationId xmlns:a16="http://schemas.microsoft.com/office/drawing/2014/main" id="{E4C4307D-BC6D-4E8D-A33E-BBFEE07246B8}"/>
              </a:ext>
            </a:extLst>
          </p:cNvPr>
          <p:cNvSpPr>
            <a:spLocks xmlns:a="http://schemas.openxmlformats.org/drawingml/2006/main" noGrp="1"/>
          </p:cNvSpPr>
          <p:nvPr/>
        </p:nvSpPr>
        <p:spPr>
          <a:xfrm xmlns:a="http://schemas.openxmlformats.org/drawingml/2006/main">
            <a:off x="1333500" y="392430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Sponsor</a:t>
            </a:r>
          </a:p>
        </p:txBody>
      </p:sp>
      <p:sp>
        <p:nvSpPr>
          <p:cNvPr id="5" name="layer-body-0">
            <a:extLst xmlns:a="http://schemas.openxmlformats.org/drawingml/2006/main">
              <a:ext uri="{FF2B5EF4-FFF2-40B4-BE49-F238E27FC236}">
                <a16:creationId xmlns:a16="http://schemas.microsoft.com/office/drawing/2014/main" id="{D430BBF6-35AB-48AA-92F2-AC2AE1C12753}"/>
              </a:ext>
            </a:extLst>
          </p:cNvPr>
          <p:cNvSpPr>
            <a:spLocks xmlns:a="http://schemas.openxmlformats.org/drawingml/2006/main" noGrp="1"/>
          </p:cNvSpPr>
          <p:nvPr/>
        </p:nvSpPr>
        <p:spPr>
          <a:xfrm xmlns:a="http://schemas.openxmlformats.org/drawingml/2006/main">
            <a:off x="6953250" y="39243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Government, telco, cloud provider or holding group</a:t>
            </a:r>
          </a:p>
        </p:txBody>
      </p:sp>
      <p:sp>
        <p:nvSpPr>
          <p:cNvPr id="6" name="layer-1">
            <a:extLst xmlns:a="http://schemas.openxmlformats.org/drawingml/2006/main">
              <a:ext uri="{FF2B5EF4-FFF2-40B4-BE49-F238E27FC236}">
                <a16:creationId xmlns:a16="http://schemas.microsoft.com/office/drawing/2014/main" id="{6E299391-57BE-42A0-ABDD-5B92F341DAFC}"/>
              </a:ext>
            </a:extLst>
          </p:cNvPr>
          <p:cNvSpPr>
            <a:spLocks xmlns:a="http://schemas.openxmlformats.org/drawingml/2006/main" noGrp="1"/>
          </p:cNvSpPr>
          <p:nvPr/>
        </p:nvSpPr>
        <p:spPr>
          <a:xfrm xmlns:a="http://schemas.openxmlformats.org/drawingml/2006/main">
            <a:off x="1047750" y="5143500"/>
            <a:ext cx="16192500" cy="1066800"/>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7" name="layer-name-1">
            <a:extLst xmlns:a="http://schemas.openxmlformats.org/drawingml/2006/main">
              <a:ext uri="{FF2B5EF4-FFF2-40B4-BE49-F238E27FC236}">
                <a16:creationId xmlns:a16="http://schemas.microsoft.com/office/drawing/2014/main" id="{A8E5FBB9-073A-4A95-B887-C3E341C5AC6D}"/>
              </a:ext>
            </a:extLst>
          </p:cNvPr>
          <p:cNvSpPr>
            <a:spLocks xmlns:a="http://schemas.openxmlformats.org/drawingml/2006/main" noGrp="1"/>
          </p:cNvSpPr>
          <p:nvPr/>
        </p:nvSpPr>
        <p:spPr>
          <a:xfrm xmlns:a="http://schemas.openxmlformats.org/drawingml/2006/main">
            <a:off x="1333500" y="53530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Common platform</a:t>
            </a:r>
          </a:p>
        </p:txBody>
      </p:sp>
      <p:sp>
        <p:nvSpPr>
          <p:cNvPr id="8" name="layer-body-1">
            <a:extLst xmlns:a="http://schemas.openxmlformats.org/drawingml/2006/main">
              <a:ext uri="{FF2B5EF4-FFF2-40B4-BE49-F238E27FC236}">
                <a16:creationId xmlns:a16="http://schemas.microsoft.com/office/drawing/2014/main" id="{0F13DDF1-E436-4A99-BBB7-2DB0810FD42B}"/>
              </a:ext>
            </a:extLst>
          </p:cNvPr>
          <p:cNvSpPr>
            <a:spLocks xmlns:a="http://schemas.openxmlformats.org/drawingml/2006/main" noGrp="1"/>
          </p:cNvSpPr>
          <p:nvPr/>
        </p:nvSpPr>
        <p:spPr>
          <a:xfrm xmlns:a="http://schemas.openxmlformats.org/drawingml/2006/main">
            <a:off x="6953250" y="535305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Circularo digital trust services</a:t>
            </a:r>
          </a:p>
        </p:txBody>
      </p:sp>
      <p:cxnSp>
        <p:nvCxnSpPr>
          <p:cNvPr id="29" name=""/>
          <p:cNvCxnSpPr>
            <a:stCxn xmlns:a="http://schemas.openxmlformats.org/drawingml/2006/main" id="3" idx="2"/>
            <a:endCxn xmlns:a="http://schemas.openxmlformats.org/drawingml/2006/main" id="6" idx="0"/>
          </p:cNvCxnSpPr>
          <p:nvPr/>
        </p:nvCxnSpPr>
        <p:spPr>
          <a:xfrm xmlns:a="http://schemas.openxmlformats.org/drawingml/2006/main">
            <a:off x="9144000" y="4781550"/>
            <a:ext cx="0" cy="36195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10" name="layer-2">
            <a:extLst xmlns:a="http://schemas.openxmlformats.org/drawingml/2006/main">
              <a:ext uri="{FF2B5EF4-FFF2-40B4-BE49-F238E27FC236}">
                <a16:creationId xmlns:a16="http://schemas.microsoft.com/office/drawing/2014/main" id="{F4251278-4265-40C2-B1B3-A10264350748}"/>
              </a:ext>
            </a:extLst>
          </p:cNvPr>
          <p:cNvSpPr>
            <a:spLocks xmlns:a="http://schemas.openxmlformats.org/drawingml/2006/main" noGrp="1"/>
          </p:cNvSpPr>
          <p:nvPr/>
        </p:nvSpPr>
        <p:spPr>
          <a:xfrm xmlns:a="http://schemas.openxmlformats.org/drawingml/2006/main">
            <a:off x="1047750" y="6572250"/>
            <a:ext cx="16192500" cy="1066800"/>
          </a:xfrm>
          <a:prstGeom xmlns:a="http://schemas.openxmlformats.org/drawingml/2006/main" prst="rect">
            <a:avLst/>
          </a:prstGeom>
          <a:solidFill xmlns:a="http://schemas.openxmlformats.org/drawingml/2006/main">
            <a:srgbClr val="3620A2"/>
          </a:solidFill>
          <a:ln xmlns:a="http://schemas.openxmlformats.org/drawingml/2006/main" w="0">
            <a:noFill/>
          </a:ln>
        </p:spPr>
      </p:sp>
      <p:sp>
        <p:nvSpPr>
          <p:cNvPr id="11" name="layer-name-2">
            <a:extLst xmlns:a="http://schemas.openxmlformats.org/drawingml/2006/main">
              <a:ext uri="{FF2B5EF4-FFF2-40B4-BE49-F238E27FC236}">
                <a16:creationId xmlns:a16="http://schemas.microsoft.com/office/drawing/2014/main" id="{F58F2D42-5184-4541-AE69-144F64940582}"/>
              </a:ext>
            </a:extLst>
          </p:cNvPr>
          <p:cNvSpPr>
            <a:spLocks xmlns:a="http://schemas.openxmlformats.org/drawingml/2006/main" noGrp="1"/>
          </p:cNvSpPr>
          <p:nvPr/>
        </p:nvSpPr>
        <p:spPr>
          <a:xfrm xmlns:a="http://schemas.openxmlformats.org/drawingml/2006/main">
            <a:off x="1333500" y="678180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Participating entities</a:t>
            </a:r>
          </a:p>
        </p:txBody>
      </p:sp>
      <p:sp>
        <p:nvSpPr>
          <p:cNvPr id="12" name="layer-body-2">
            <a:extLst xmlns:a="http://schemas.openxmlformats.org/drawingml/2006/main">
              <a:ext uri="{FF2B5EF4-FFF2-40B4-BE49-F238E27FC236}">
                <a16:creationId xmlns:a16="http://schemas.microsoft.com/office/drawing/2014/main" id="{4F60890D-91A3-4DB5-9028-6D2BDC6C8A85}"/>
              </a:ext>
            </a:extLst>
          </p:cNvPr>
          <p:cNvSpPr>
            <a:spLocks xmlns:a="http://schemas.openxmlformats.org/drawingml/2006/main" noGrp="1"/>
          </p:cNvSpPr>
          <p:nvPr/>
        </p:nvSpPr>
        <p:spPr>
          <a:xfrm xmlns:a="http://schemas.openxmlformats.org/drawingml/2006/main">
            <a:off x="6953250" y="67818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Organizations using the common service</a:t>
            </a:r>
          </a:p>
        </p:txBody>
      </p:sp>
      <p:cxnSp>
        <p:nvCxnSpPr>
          <p:cNvPr id="33" name=""/>
          <p:cNvCxnSpPr>
            <a:stCxn xmlns:a="http://schemas.openxmlformats.org/drawingml/2006/main" id="6" idx="2"/>
            <a:endCxn xmlns:a="http://schemas.openxmlformats.org/drawingml/2006/main" id="10" idx="0"/>
          </p:cNvCxnSpPr>
          <p:nvPr/>
        </p:nvCxnSpPr>
        <p:spPr>
          <a:xfrm xmlns:a="http://schemas.openxmlformats.org/drawingml/2006/main">
            <a:off x="9144000" y="6210300"/>
            <a:ext cx="0" cy="36195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14" name="footer">
            <a:extLst xmlns:a="http://schemas.openxmlformats.org/drawingml/2006/main">
              <a:ext uri="{FF2B5EF4-FFF2-40B4-BE49-F238E27FC236}">
                <a16:creationId xmlns:a16="http://schemas.microsoft.com/office/drawing/2014/main" id="{5619979B-680D-43A7-82D1-8C838168EB25}"/>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FFFFFF"/>
                </a:solidFill>
                <a:latin typeface="Mulish"/>
                <a:ea typeface="Mulish"/>
                <a:cs typeface="Mulish"/>
              </a:defRPr>
            </a:pPr>
            <a:r>
              <a:rPr sz="1500" b="0">
                <a:solidFill>
                  <a:srgbClr val="FFFFFF"/>
                </a:solidFill>
                <a:latin typeface="Mulish"/>
                <a:ea typeface="Mulish"/>
                <a:cs typeface="Mulish"/>
              </a:rPr>
              <a:t>CONFIDENTIAL • FOUNDER REVIEW DRAFT</a:t>
            </a:r>
          </a:p>
        </p:txBody>
      </p:sp>
      <p:sp>
        <p:nvSpPr>
          <p:cNvPr id="15" name="slide-number">
            <a:extLst xmlns:a="http://schemas.openxmlformats.org/drawingml/2006/main">
              <a:ext uri="{FF2B5EF4-FFF2-40B4-BE49-F238E27FC236}">
                <a16:creationId xmlns:a16="http://schemas.microsoft.com/office/drawing/2014/main" id="{7F4D1915-3F2A-4D3A-A07B-FFA7A2E9CD58}"/>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FFFFFF"/>
                </a:solidFill>
                <a:latin typeface="Mulish"/>
                <a:ea typeface="Mulish"/>
                <a:cs typeface="Mulish"/>
              </a:defRPr>
            </a:pPr>
            <a:r>
              <a:rPr sz="1500" b="0">
                <a:solidFill>
                  <a:srgbClr val="FFFFFF"/>
                </a:solidFill>
                <a:latin typeface="Mulish"/>
                <a:ea typeface="Mulish"/>
                <a:cs typeface="Mulish"/>
              </a:rPr>
              <a:t>07</a:t>
            </a:r>
          </a:p>
        </p:txBody>
      </p:sp>
      <p:sp>
        <p:nvSpPr>
          <p:cNvPr id="16" name="service-references">
            <a:extLst xmlns:a="http://schemas.openxmlformats.org/drawingml/2006/main">
              <a:ext uri="{FF2B5EF4-FFF2-40B4-BE49-F238E27FC236}">
                <a16:creationId xmlns:a16="http://schemas.microsoft.com/office/drawing/2014/main" id="{9B4F1FA6-60B9-4756-B19D-C83B57E66C74}"/>
              </a:ext>
            </a:extLst>
          </p:cNvPr>
          <p:cNvSpPr>
            <a:spLocks xmlns:a="http://schemas.openxmlformats.org/drawingml/2006/main" noGrp="1"/>
          </p:cNvSpPr>
          <p:nvPr/>
        </p:nvSpPr>
        <p:spPr>
          <a:xfrm xmlns:a="http://schemas.openxmlformats.org/drawingml/2006/main">
            <a:off x="1162050" y="8001000"/>
            <a:ext cx="1590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FFFFF"/>
                </a:solidFill>
                <a:latin typeface="Mulish"/>
                <a:ea typeface="Mulish"/>
                <a:cs typeface="Mulish"/>
              </a:defRPr>
            </a:pPr>
            <a:r>
              <a:rPr sz="2250" b="0">
                <a:solidFill>
                  <a:srgbClr val="FFFFFF"/>
                </a:solidFill>
                <a:latin typeface="Mulish"/>
                <a:ea typeface="Mulish"/>
                <a:cs typeface="Mulish"/>
              </a:rPr>
              <a:t>References: TDRA GovSign, Digital Dubai DigiSign and Sharjah Sign</a:t>
            </a:r>
          </a:p>
        </p:txBody>
      </p:sp>
      <p:sp>
        <p:nvSpPr>
          <p:cNvPr id="17" name="review-panel">
            <a:extLst xmlns:a="http://schemas.openxmlformats.org/drawingml/2006/main">
              <a:ext uri="{FF2B5EF4-FFF2-40B4-BE49-F238E27FC236}">
                <a16:creationId xmlns:a16="http://schemas.microsoft.com/office/drawing/2014/main" id="{E1E1F0D2-1BFD-431E-B171-5F94E495FDAB}"/>
              </a:ext>
            </a:extLst>
          </p:cNvPr>
          <p:cNvSpPr>
            <a:spLocks xmlns:a="http://schemas.openxmlformats.org/drawingml/2006/main" noGrp="1"/>
          </p:cNvSpPr>
          <p:nvPr/>
        </p:nvSpPr>
        <p:spPr>
          <a:xfrm xmlns:a="http://schemas.openxmlformats.org/drawingml/2006/main">
            <a:off x="1162050" y="8582025"/>
            <a:ext cx="15906750" cy="904875"/>
          </a:xfrm>
          <a:prstGeom xmlns:a="http://schemas.openxmlformats.org/drawingml/2006/main" prst="rect">
            <a:avLst/>
          </a:prstGeom>
          <a:solidFill xmlns:a="http://schemas.openxmlformats.org/drawingml/2006/main">
            <a:srgbClr val="3520A4"/>
          </a:solidFill>
          <a:ln xmlns:a="http://schemas.openxmlformats.org/drawingml/2006/main" w="0">
            <a:noFill/>
          </a:ln>
        </p:spPr>
      </p:sp>
      <p:sp>
        <p:nvSpPr>
          <p:cNvPr id="18" name="review-accent">
            <a:extLst xmlns:a="http://schemas.openxmlformats.org/drawingml/2006/main">
              <a:ext uri="{FF2B5EF4-FFF2-40B4-BE49-F238E27FC236}">
                <a16:creationId xmlns:a16="http://schemas.microsoft.com/office/drawing/2014/main" id="{C52D474E-6F3F-4F08-BF66-D9282D1DA609}"/>
              </a:ext>
            </a:extLst>
          </p:cNvPr>
          <p:cNvSpPr>
            <a:spLocks xmlns:a="http://schemas.openxmlformats.org/drawingml/2006/main" noGrp="1"/>
          </p:cNvSpPr>
          <p:nvPr/>
        </p:nvSpPr>
        <p:spPr>
          <a:xfrm xmlns:a="http://schemas.openxmlformats.org/drawingml/2006/main">
            <a:off x="1162050" y="8582025"/>
            <a:ext cx="38100" cy="904875"/>
          </a:xfrm>
          <a:prstGeom xmlns:a="http://schemas.openxmlformats.org/drawingml/2006/main" prst="rect">
            <a:avLst/>
          </a:prstGeom>
          <a:solidFill xmlns:a="http://schemas.openxmlformats.org/drawingml/2006/main">
            <a:srgbClr val="C9AEFF"/>
          </a:solidFill>
          <a:ln xmlns:a="http://schemas.openxmlformats.org/drawingml/2006/main" w="0">
            <a:noFill/>
          </a:ln>
        </p:spPr>
      </p:sp>
      <p:sp>
        <p:nvSpPr>
          <p:cNvPr id="19" name="review-label">
            <a:extLst xmlns:a="http://schemas.openxmlformats.org/drawingml/2006/main">
              <a:ext uri="{FF2B5EF4-FFF2-40B4-BE49-F238E27FC236}">
                <a16:creationId xmlns:a16="http://schemas.microsoft.com/office/drawing/2014/main" id="{812379C6-EC50-49D0-80B3-5E5FA6E4B962}"/>
              </a:ext>
            </a:extLst>
          </p:cNvPr>
          <p:cNvSpPr>
            <a:spLocks xmlns:a="http://schemas.openxmlformats.org/drawingml/2006/main" noGrp="1"/>
          </p:cNvSpPr>
          <p:nvPr/>
        </p:nvSpPr>
        <p:spPr>
          <a:xfrm xmlns:a="http://schemas.openxmlformats.org/drawingml/2006/main">
            <a:off x="1352550" y="8677275"/>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TO ADD [a sponsor-led deployment case]</a:t>
            </a:r>
          </a:p>
        </p:txBody>
      </p:sp>
      <p:sp>
        <p:nvSpPr>
          <p:cNvPr id="20" name="review-reason">
            <a:extLst xmlns:a="http://schemas.openxmlformats.org/drawingml/2006/main">
              <a:ext uri="{FF2B5EF4-FFF2-40B4-BE49-F238E27FC236}">
                <a16:creationId xmlns:a16="http://schemas.microsoft.com/office/drawing/2014/main" id="{3F2B935C-B44A-433A-8232-3B9D769ACE8C}"/>
              </a:ext>
            </a:extLst>
          </p:cNvPr>
          <p:cNvSpPr>
            <a:spLocks xmlns:a="http://schemas.openxmlformats.org/drawingml/2006/main" noGrp="1"/>
          </p:cNvSpPr>
          <p:nvPr/>
        </p:nvSpPr>
        <p:spPr>
          <a:xfrm xmlns:a="http://schemas.openxmlformats.org/drawingml/2006/main">
            <a:off x="1352550" y="9086850"/>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FFFFFF"/>
                </a:solidFill>
                <a:latin typeface="Mulish"/>
                <a:ea typeface="Mulish"/>
                <a:cs typeface="Mulish"/>
              </a:defRPr>
            </a:pPr>
            <a:r>
              <a:rPr sz="1950" b="0">
                <a:solidFill>
                  <a:srgbClr val="FFFFFF"/>
                </a:solidFill>
                <a:latin typeface="Mulish"/>
                <a:ea typeface="Mulish"/>
                <a:cs typeface="Mulish"/>
              </a:rPr>
              <a:t>Define entities, hosting, contracts and retained ARR to test whether this model can be repeated.</a:t>
            </a:r>
          </a:p>
        </p:txBody>
      </p:sp>
    </p:spTree>
    <p:extLst>
      <p:ext uri="{BB962C8B-B14F-4D97-AF65-F5344CB8AC3E}">
        <p14:creationId xmlns:p14="http://schemas.microsoft.com/office/powerpoint/2010/main" val="149399534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40a65569ad54244"/>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E4EF1B42-02B8-4C54-BCB0-FA4BAF403C6C}"/>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GCC and international expansion</a:t>
            </a:r>
          </a:p>
        </p:txBody>
      </p:sp>
      <p:graphicFrame>
        <p:nvGraphicFramePr>
          <p:cNvPr id="13" name=""/>
          <p:cNvGraphicFramePr/>
          <p:nvPr/>
        </p:nvGraphicFramePr>
        <p:xfrm>
          <a:off xmlns:a="http://schemas.openxmlformats.org/drawingml/2006/main" x="1162050" y="3476625"/>
          <a:ext xmlns:a="http://schemas.openxmlformats.org/drawingml/2006/main" cx="15906750" cy="4343400"/>
        </p:xfrm>
        <a:graphic xmlns:a="http://schemas.openxmlformats.org/drawingml/2006/main">
          <a:graphicData uri="http://schemas.openxmlformats.org/drawingml/2006/table">
            <a:tbl>
              <a:tblPr/>
              <a:tblGrid>
                <a:gridCol w="7953375"/>
                <a:gridCol w="7953375"/>
              </a:tblGrid>
              <a:tr h="1085850">
                <a:tc>
                  <a:txBody>
                    <a:bodyPr wrap="square" lIns="0" tIns="0" rIns="0" bIns="0">
                      <a:noAutofit/>
                    </a:bodyPr>
                    <a:lstStyle/>
                    <a:p>
                      <a:r>
                        <a:rPr sz="2400" b="1">
                          <a:solidFill>
                            <a:srgbClr val="FFFFFF"/>
                          </a:solidFill>
                          <a:latin typeface="Mulish"/>
                          <a:ea typeface="Mulish"/>
                          <a:cs typeface="Mulish"/>
                        </a:rPr>
                        <a:t>Priority market</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1D0090"/>
                    </a:solidFill>
                  </a:tcPr>
                </a:tc>
                <a:tc>
                  <a:txBody>
                    <a:bodyPr wrap="square" lIns="0" tIns="0" rIns="0" bIns="0">
                      <a:noAutofit/>
                    </a:bodyPr>
                    <a:lstStyle/>
                    <a:p>
                      <a:r>
                        <a:rPr sz="2400" b="1">
                          <a:solidFill>
                            <a:srgbClr val="FFFFFF"/>
                          </a:solidFill>
                          <a:latin typeface="Mulish"/>
                          <a:ea typeface="Mulish"/>
                          <a:cs typeface="Mulish"/>
                        </a:rPr>
                        <a:t>Potential partner contribution</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1D0090"/>
                    </a:solidFill>
                  </a:tcPr>
                </a:tc>
              </a:tr>
              <a:tr h="1085850">
                <a:tc>
                  <a:txBody>
                    <a:bodyPr wrap="square" lIns="0" tIns="0" rIns="0" bIns="0">
                      <a:noAutofit/>
                    </a:bodyPr>
                    <a:lstStyle/>
                    <a:p>
                      <a:r>
                        <a:rPr sz="2400" b="0">
                          <a:solidFill>
                            <a:srgbClr val="3D3D3D"/>
                          </a:solidFill>
                          <a:latin typeface="Mulish"/>
                          <a:ea typeface="Mulish"/>
                          <a:cs typeface="Mulish"/>
                        </a:rPr>
                        <a:t>UAE and KSA</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FFFFF"/>
                    </a:solidFill>
                  </a:tcPr>
                </a:tc>
                <a:tc>
                  <a:txBody>
                    <a:bodyPr wrap="square" lIns="0" tIns="0" rIns="0" bIns="0">
                      <a:noAutofit/>
                    </a:bodyPr>
                    <a:lstStyle/>
                    <a:p>
                      <a:r>
                        <a:rPr sz="2400" b="0">
                          <a:solidFill>
                            <a:srgbClr val="3D3D3D"/>
                          </a:solidFill>
                          <a:latin typeface="Mulish"/>
                          <a:ea typeface="Mulish"/>
                          <a:cs typeface="Mulish"/>
                        </a:rPr>
                        <a:t>Enterprise and government access, group adoption and a local commercial sponsor</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FFFFF"/>
                    </a:solidFill>
                  </a:tcPr>
                </a:tc>
              </a:tr>
              <a:tr h="1085850">
                <a:tc>
                  <a:txBody>
                    <a:bodyPr wrap="square" lIns="0" tIns="0" rIns="0" bIns="0">
                      <a:noAutofit/>
                    </a:bodyPr>
                    <a:lstStyle/>
                    <a:p>
                      <a:r>
                        <a:rPr sz="2400" b="0">
                          <a:solidFill>
                            <a:srgbClr val="3D3D3D"/>
                          </a:solidFill>
                          <a:latin typeface="Mulish"/>
                          <a:ea typeface="Mulish"/>
                          <a:cs typeface="Mulish"/>
                        </a:rPr>
                        <a:t>Wider GCC</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5EDFF"/>
                    </a:solidFill>
                  </a:tcPr>
                </a:tc>
                <a:tc>
                  <a:txBody>
                    <a:bodyPr wrap="square" lIns="0" tIns="0" rIns="0" bIns="0">
                      <a:noAutofit/>
                    </a:bodyPr>
                    <a:lstStyle/>
                    <a:p>
                      <a:r>
                        <a:rPr sz="2400" b="0">
                          <a:solidFill>
                            <a:srgbClr val="3D3D3D"/>
                          </a:solidFill>
                          <a:latin typeface="Mulish"/>
                          <a:ea typeface="Mulish"/>
                          <a:cs typeface="Mulish"/>
                        </a:rPr>
                        <a:t>Relevant relationships and support for suitable deployments</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5EDFF"/>
                    </a:solidFill>
                  </a:tcPr>
                </a:tc>
              </a:tr>
              <a:tr h="1085850">
                <a:tc>
                  <a:txBody>
                    <a:bodyPr wrap="square" lIns="0" tIns="0" rIns="0" bIns="0">
                      <a:noAutofit/>
                    </a:bodyPr>
                    <a:lstStyle/>
                    <a:p>
                      <a:r>
                        <a:rPr sz="2400" b="0">
                          <a:solidFill>
                            <a:srgbClr val="3D3D3D"/>
                          </a:solidFill>
                          <a:latin typeface="Mulish"/>
                          <a:ea typeface="Mulish"/>
                          <a:cs typeface="Mulish"/>
                        </a:rPr>
                        <a:t>Selected international markets</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FFFFF"/>
                    </a:solidFill>
                  </a:tcPr>
                </a:tc>
                <a:tc>
                  <a:txBody>
                    <a:bodyPr wrap="square" lIns="0" tIns="0" rIns="0" bIns="0">
                      <a:noAutofit/>
                    </a:bodyPr>
                    <a:lstStyle/>
                    <a:p>
                      <a:r>
                        <a:rPr sz="2400" b="0">
                          <a:solidFill>
                            <a:srgbClr val="3D3D3D"/>
                          </a:solidFill>
                          <a:latin typeface="Mulish"/>
                          <a:ea typeface="Mulish"/>
                          <a:cs typeface="Mulish"/>
                        </a:rPr>
                        <a:t>Customer access and resources for market entry and delivery</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FFFFF"/>
                    </a:solidFill>
                  </a:tcPr>
                </a:tc>
              </a:tr>
            </a:tbl>
          </a:graphicData>
        </a:graphic>
      </p:graphicFrame>
      <p:sp>
        <p:nvSpPr>
          <p:cNvPr id="4" name="market-scope">
            <a:extLst xmlns:a="http://schemas.openxmlformats.org/drawingml/2006/main">
              <a:ext uri="{FF2B5EF4-FFF2-40B4-BE49-F238E27FC236}">
                <a16:creationId xmlns:a16="http://schemas.microsoft.com/office/drawing/2014/main" id="{9FCDA1DE-FE14-4723-8D6A-AC698FE96E12}"/>
              </a:ext>
            </a:extLst>
          </p:cNvPr>
          <p:cNvSpPr>
            <a:spLocks xmlns:a="http://schemas.openxmlformats.org/drawingml/2006/main" noGrp="1"/>
          </p:cNvSpPr>
          <p:nvPr/>
        </p:nvSpPr>
        <p:spPr>
          <a:xfrm xmlns:a="http://schemas.openxmlformats.org/drawingml/2006/main">
            <a:off x="1162050" y="8029575"/>
            <a:ext cx="1590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Expansion priorities. Market selection follows identifiable demand and partner capability.</a:t>
            </a:r>
          </a:p>
        </p:txBody>
      </p:sp>
      <p:sp>
        <p:nvSpPr>
          <p:cNvPr id="5" name="review-panel">
            <a:extLst xmlns:a="http://schemas.openxmlformats.org/drawingml/2006/main">
              <a:ext uri="{FF2B5EF4-FFF2-40B4-BE49-F238E27FC236}">
                <a16:creationId xmlns:a16="http://schemas.microsoft.com/office/drawing/2014/main" id="{5A016B77-3610-4108-97BA-001950001071}"/>
              </a:ext>
            </a:extLst>
          </p:cNvPr>
          <p:cNvSpPr>
            <a:spLocks xmlns:a="http://schemas.openxmlformats.org/drawingml/2006/main" noGrp="1"/>
          </p:cNvSpPr>
          <p:nvPr/>
        </p:nvSpPr>
        <p:spPr>
          <a:xfrm xmlns:a="http://schemas.openxmlformats.org/drawingml/2006/main">
            <a:off x="1162050" y="8543925"/>
            <a:ext cx="15906750" cy="95250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6" name="review-accent">
            <a:extLst xmlns:a="http://schemas.openxmlformats.org/drawingml/2006/main">
              <a:ext uri="{FF2B5EF4-FFF2-40B4-BE49-F238E27FC236}">
                <a16:creationId xmlns:a16="http://schemas.microsoft.com/office/drawing/2014/main" id="{419C4ED6-0DC5-4463-B3AE-2BECF7BF24D1}"/>
              </a:ext>
            </a:extLst>
          </p:cNvPr>
          <p:cNvSpPr>
            <a:spLocks xmlns:a="http://schemas.openxmlformats.org/drawingml/2006/main" noGrp="1"/>
          </p:cNvSpPr>
          <p:nvPr/>
        </p:nvSpPr>
        <p:spPr>
          <a:xfrm xmlns:a="http://schemas.openxmlformats.org/drawingml/2006/main">
            <a:off x="1162050" y="8543925"/>
            <a:ext cx="38100" cy="952500"/>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7" name="review-label">
            <a:extLst xmlns:a="http://schemas.openxmlformats.org/drawingml/2006/main">
              <a:ext uri="{FF2B5EF4-FFF2-40B4-BE49-F238E27FC236}">
                <a16:creationId xmlns:a16="http://schemas.microsoft.com/office/drawing/2014/main" id="{0B52E03B-B50D-4F56-940C-6170CEBD3891}"/>
              </a:ext>
            </a:extLst>
          </p:cNvPr>
          <p:cNvSpPr>
            <a:spLocks xmlns:a="http://schemas.openxmlformats.org/drawingml/2006/main" noGrp="1"/>
          </p:cNvSpPr>
          <p:nvPr/>
        </p:nvSpPr>
        <p:spPr>
          <a:xfrm xmlns:a="http://schemas.openxmlformats.org/drawingml/2006/main">
            <a:off x="1352550" y="8639175"/>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[priority markets + accountable sponsors]</a:t>
            </a:r>
          </a:p>
        </p:txBody>
      </p:sp>
      <p:sp>
        <p:nvSpPr>
          <p:cNvPr id="8" name="review-reason">
            <a:extLst xmlns:a="http://schemas.openxmlformats.org/drawingml/2006/main">
              <a:ext uri="{FF2B5EF4-FFF2-40B4-BE49-F238E27FC236}">
                <a16:creationId xmlns:a16="http://schemas.microsoft.com/office/drawing/2014/main" id="{414A54D8-92FF-4484-8981-CD1832B5AEB9}"/>
              </a:ext>
            </a:extLst>
          </p:cNvPr>
          <p:cNvSpPr>
            <a:spLocks xmlns:a="http://schemas.openxmlformats.org/drawingml/2006/main" noGrp="1"/>
          </p:cNvSpPr>
          <p:nvPr/>
        </p:nvSpPr>
        <p:spPr>
          <a:xfrm xmlns:a="http://schemas.openxmlformats.org/drawingml/2006/main">
            <a:off x="1352550" y="9048750"/>
            <a:ext cx="1552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Rank verified demand and delivery readiness to focus expansion on achievable opportunities.</a:t>
            </a:r>
          </a:p>
        </p:txBody>
      </p:sp>
      <p:sp>
        <p:nvSpPr>
          <p:cNvPr id="9" name="footer">
            <a:extLst xmlns:a="http://schemas.openxmlformats.org/drawingml/2006/main">
              <a:ext uri="{FF2B5EF4-FFF2-40B4-BE49-F238E27FC236}">
                <a16:creationId xmlns:a16="http://schemas.microsoft.com/office/drawing/2014/main" id="{62D157B1-A5CB-431D-B03A-D6E227FA0BCF}"/>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0" name="slide-number">
            <a:extLst xmlns:a="http://schemas.openxmlformats.org/drawingml/2006/main">
              <a:ext uri="{FF2B5EF4-FFF2-40B4-BE49-F238E27FC236}">
                <a16:creationId xmlns:a16="http://schemas.microsoft.com/office/drawing/2014/main" id="{337946FF-BCC0-4434-B488-334E891E2BBE}"/>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08</a:t>
            </a:r>
          </a:p>
        </p:txBody>
      </p:sp>
    </p:spTree>
    <p:extLst>
      <p:ext uri="{BB962C8B-B14F-4D97-AF65-F5344CB8AC3E}">
        <p14:creationId xmlns:p14="http://schemas.microsoft.com/office/powerpoint/2010/main" val="147636469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5cd2ffaedcd4a13"/>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C66D48F2-A3C1-4499-9365-F7DA1129DD65}"/>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Live AI and eDocs capabilities</a:t>
            </a:r>
          </a:p>
        </p:txBody>
      </p:sp>
      <p:sp>
        <p:nvSpPr>
          <p:cNvPr id="3" name="product-rule-0">
            <a:extLst xmlns:a="http://schemas.openxmlformats.org/drawingml/2006/main">
              <a:ext uri="{FF2B5EF4-FFF2-40B4-BE49-F238E27FC236}">
                <a16:creationId xmlns:a16="http://schemas.microsoft.com/office/drawing/2014/main" id="{400F05DA-08FF-4ACA-95E3-AE161C5464D9}"/>
              </a:ext>
            </a:extLst>
          </p:cNvPr>
          <p:cNvSpPr>
            <a:spLocks xmlns:a="http://schemas.openxmlformats.org/drawingml/2006/main" noGrp="1"/>
          </p:cNvSpPr>
          <p:nvPr/>
        </p:nvSpPr>
        <p:spPr>
          <a:xfrm xmlns:a="http://schemas.openxmlformats.org/drawingml/2006/main">
            <a:off x="1162050" y="3333750"/>
            <a:ext cx="4810125" cy="285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4" name="product-name-0">
            <a:extLst xmlns:a="http://schemas.openxmlformats.org/drawingml/2006/main">
              <a:ext uri="{FF2B5EF4-FFF2-40B4-BE49-F238E27FC236}">
                <a16:creationId xmlns:a16="http://schemas.microsoft.com/office/drawing/2014/main" id="{45A1A110-35A3-4E36-9542-37EFE45C0240}"/>
              </a:ext>
            </a:extLst>
          </p:cNvPr>
          <p:cNvSpPr>
            <a:spLocks xmlns:a="http://schemas.openxmlformats.org/drawingml/2006/main" noGrp="1"/>
          </p:cNvSpPr>
          <p:nvPr/>
        </p:nvSpPr>
        <p:spPr>
          <a:xfrm xmlns:a="http://schemas.openxmlformats.org/drawingml/2006/main">
            <a:off x="1162050" y="371475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D0090"/>
                </a:solidFill>
                <a:latin typeface="Spartan"/>
                <a:ea typeface="Spartan"/>
                <a:cs typeface="Spartan"/>
              </a:defRPr>
            </a:pPr>
            <a:r>
              <a:rPr sz="3000" b="1">
                <a:solidFill>
                  <a:srgbClr val="1D0090"/>
                </a:solidFill>
                <a:latin typeface="Spartan"/>
                <a:ea typeface="Spartan"/>
                <a:cs typeface="Spartan"/>
              </a:rPr>
              <a:t>AI document</a:t>
            </a:r>
          </a:p>
          <a:p xmlns:a="http://schemas.openxmlformats.org/drawingml/2006/main">
            <a:pPr>
              <a:defRPr sz="3000" b="1">
                <a:solidFill>
                  <a:srgbClr val="1D0090"/>
                </a:solidFill>
                <a:latin typeface="Spartan"/>
                <a:ea typeface="Spartan"/>
                <a:cs typeface="Spartan"/>
              </a:defRPr>
            </a:pPr>
            <a:r>
              <a:rPr sz="3000" b="1">
                <a:solidFill>
                  <a:srgbClr val="1D0090"/>
                </a:solidFill>
                <a:latin typeface="Spartan"/>
                <a:ea typeface="Spartan"/>
                <a:cs typeface="Spartan"/>
              </a:rPr>
              <a:t>intelligence</a:t>
            </a:r>
          </a:p>
        </p:txBody>
      </p:sp>
      <p:sp>
        <p:nvSpPr>
          <p:cNvPr id="5" name="product-scope-0">
            <a:extLst xmlns:a="http://schemas.openxmlformats.org/drawingml/2006/main">
              <a:ext uri="{FF2B5EF4-FFF2-40B4-BE49-F238E27FC236}">
                <a16:creationId xmlns:a16="http://schemas.microsoft.com/office/drawing/2014/main" id="{EF55A9FE-8F22-431E-9DD5-702FDC65BCF2}"/>
              </a:ext>
            </a:extLst>
          </p:cNvPr>
          <p:cNvSpPr>
            <a:spLocks xmlns:a="http://schemas.openxmlformats.org/drawingml/2006/main" noGrp="1"/>
          </p:cNvSpPr>
          <p:nvPr/>
        </p:nvSpPr>
        <p:spPr>
          <a:xfrm xmlns:a="http://schemas.openxmlformats.org/drawingml/2006/main">
            <a:off x="1162050" y="528637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Working with document</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information</a:t>
            </a:r>
          </a:p>
        </p:txBody>
      </p:sp>
      <p:sp>
        <p:nvSpPr>
          <p:cNvPr id="6" name="product-rule-1">
            <a:extLst xmlns:a="http://schemas.openxmlformats.org/drawingml/2006/main">
              <a:ext uri="{FF2B5EF4-FFF2-40B4-BE49-F238E27FC236}">
                <a16:creationId xmlns:a16="http://schemas.microsoft.com/office/drawing/2014/main" id="{05698110-6338-4512-9B4B-0E599FCC87D6}"/>
              </a:ext>
            </a:extLst>
          </p:cNvPr>
          <p:cNvSpPr>
            <a:spLocks xmlns:a="http://schemas.openxmlformats.org/drawingml/2006/main" noGrp="1"/>
          </p:cNvSpPr>
          <p:nvPr/>
        </p:nvSpPr>
        <p:spPr>
          <a:xfrm xmlns:a="http://schemas.openxmlformats.org/drawingml/2006/main">
            <a:off x="6591300" y="3333750"/>
            <a:ext cx="4810125" cy="285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7" name="product-name-1">
            <a:extLst xmlns:a="http://schemas.openxmlformats.org/drawingml/2006/main">
              <a:ext uri="{FF2B5EF4-FFF2-40B4-BE49-F238E27FC236}">
                <a16:creationId xmlns:a16="http://schemas.microsoft.com/office/drawing/2014/main" id="{FBDBE458-B80F-4D6C-AD1A-3AD8782F4660}"/>
              </a:ext>
            </a:extLst>
          </p:cNvPr>
          <p:cNvSpPr>
            <a:spLocks xmlns:a="http://schemas.openxmlformats.org/drawingml/2006/main" noGrp="1"/>
          </p:cNvSpPr>
          <p:nvPr/>
        </p:nvSpPr>
        <p:spPr>
          <a:xfrm xmlns:a="http://schemas.openxmlformats.org/drawingml/2006/main">
            <a:off x="6591300" y="371475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D0090"/>
                </a:solidFill>
                <a:latin typeface="Spartan"/>
                <a:ea typeface="Spartan"/>
                <a:cs typeface="Spartan"/>
              </a:defRPr>
            </a:pPr>
            <a:r>
              <a:rPr sz="3000" b="1">
                <a:solidFill>
                  <a:srgbClr val="1D0090"/>
                </a:solidFill>
                <a:latin typeface="Spartan"/>
                <a:ea typeface="Spartan"/>
                <a:cs typeface="Spartan"/>
              </a:rPr>
              <a:t>eDocs</a:t>
            </a:r>
          </a:p>
        </p:txBody>
      </p:sp>
      <p:sp>
        <p:nvSpPr>
          <p:cNvPr id="8" name="product-scope-1">
            <a:extLst xmlns:a="http://schemas.openxmlformats.org/drawingml/2006/main">
              <a:ext uri="{FF2B5EF4-FFF2-40B4-BE49-F238E27FC236}">
                <a16:creationId xmlns:a16="http://schemas.microsoft.com/office/drawing/2014/main" id="{390DB534-D539-4624-9499-1EC20EA9DC34}"/>
              </a:ext>
            </a:extLst>
          </p:cNvPr>
          <p:cNvSpPr>
            <a:spLocks xmlns:a="http://schemas.openxmlformats.org/drawingml/2006/main" noGrp="1"/>
          </p:cNvSpPr>
          <p:nvPr/>
        </p:nvSpPr>
        <p:spPr>
          <a:xfrm xmlns:a="http://schemas.openxmlformats.org/drawingml/2006/main">
            <a:off x="6591300" y="528637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Structured digital document</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capabilities</a:t>
            </a:r>
          </a:p>
        </p:txBody>
      </p:sp>
      <p:sp>
        <p:nvSpPr>
          <p:cNvPr id="9" name="product-rule-2">
            <a:extLst xmlns:a="http://schemas.openxmlformats.org/drawingml/2006/main">
              <a:ext uri="{FF2B5EF4-FFF2-40B4-BE49-F238E27FC236}">
                <a16:creationId xmlns:a16="http://schemas.microsoft.com/office/drawing/2014/main" id="{E14C148B-0E87-47AF-8783-99827F74FF91}"/>
              </a:ext>
            </a:extLst>
          </p:cNvPr>
          <p:cNvSpPr>
            <a:spLocks xmlns:a="http://schemas.openxmlformats.org/drawingml/2006/main" noGrp="1"/>
          </p:cNvSpPr>
          <p:nvPr/>
        </p:nvSpPr>
        <p:spPr>
          <a:xfrm xmlns:a="http://schemas.openxmlformats.org/drawingml/2006/main">
            <a:off x="12020550" y="3333750"/>
            <a:ext cx="4810125" cy="285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0" name="product-name-2">
            <a:extLst xmlns:a="http://schemas.openxmlformats.org/drawingml/2006/main">
              <a:ext uri="{FF2B5EF4-FFF2-40B4-BE49-F238E27FC236}">
                <a16:creationId xmlns:a16="http://schemas.microsoft.com/office/drawing/2014/main" id="{C0F71B35-5779-4B92-BBB5-39D81C4D2ABC}"/>
              </a:ext>
            </a:extLst>
          </p:cNvPr>
          <p:cNvSpPr>
            <a:spLocks xmlns:a="http://schemas.openxmlformats.org/drawingml/2006/main" noGrp="1"/>
          </p:cNvSpPr>
          <p:nvPr/>
        </p:nvSpPr>
        <p:spPr>
          <a:xfrm xmlns:a="http://schemas.openxmlformats.org/drawingml/2006/main">
            <a:off x="12020550" y="371475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D0090"/>
                </a:solidFill>
                <a:latin typeface="Spartan"/>
                <a:ea typeface="Spartan"/>
                <a:cs typeface="Spartan"/>
              </a:defRPr>
            </a:pPr>
            <a:r>
              <a:rPr sz="3000" b="1">
                <a:solidFill>
                  <a:srgbClr val="1D0090"/>
                </a:solidFill>
                <a:latin typeface="Spartan"/>
                <a:ea typeface="Spartan"/>
                <a:cs typeface="Spartan"/>
              </a:rPr>
              <a:t>Agentic</a:t>
            </a:r>
          </a:p>
          <a:p xmlns:a="http://schemas.openxmlformats.org/drawingml/2006/main">
            <a:pPr>
              <a:defRPr sz="3000" b="1">
                <a:solidFill>
                  <a:srgbClr val="1D0090"/>
                </a:solidFill>
                <a:latin typeface="Spartan"/>
                <a:ea typeface="Spartan"/>
                <a:cs typeface="Spartan"/>
              </a:defRPr>
            </a:pPr>
            <a:r>
              <a:rPr sz="3000" b="1">
                <a:solidFill>
                  <a:srgbClr val="1D0090"/>
                </a:solidFill>
                <a:latin typeface="Spartan"/>
                <a:ea typeface="Spartan"/>
                <a:cs typeface="Spartan"/>
              </a:rPr>
              <a:t>execution</a:t>
            </a:r>
          </a:p>
        </p:txBody>
      </p:sp>
      <p:sp>
        <p:nvSpPr>
          <p:cNvPr id="11" name="product-scope-2">
            <a:extLst xmlns:a="http://schemas.openxmlformats.org/drawingml/2006/main">
              <a:ext uri="{FF2B5EF4-FFF2-40B4-BE49-F238E27FC236}">
                <a16:creationId xmlns:a16="http://schemas.microsoft.com/office/drawing/2014/main" id="{74A75710-95F9-4EB1-A56B-8F18771D7526}"/>
              </a:ext>
            </a:extLst>
          </p:cNvPr>
          <p:cNvSpPr>
            <a:spLocks xmlns:a="http://schemas.openxmlformats.org/drawingml/2006/main" noGrp="1"/>
          </p:cNvSpPr>
          <p:nvPr/>
        </p:nvSpPr>
        <p:spPr>
          <a:xfrm xmlns:a="http://schemas.openxmlformats.org/drawingml/2006/main">
            <a:off x="12020550" y="528637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Governed participation by AI</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agents in digital processes</a:t>
            </a:r>
          </a:p>
        </p:txBody>
      </p:sp>
      <p:sp>
        <p:nvSpPr>
          <p:cNvPr id="12" name="review-panel">
            <a:extLst xmlns:a="http://schemas.openxmlformats.org/drawingml/2006/main">
              <a:ext uri="{FF2B5EF4-FFF2-40B4-BE49-F238E27FC236}">
                <a16:creationId xmlns:a16="http://schemas.microsoft.com/office/drawing/2014/main" id="{D755E0A9-AB4B-46F2-8A07-8C4AC2693D71}"/>
              </a:ext>
            </a:extLst>
          </p:cNvPr>
          <p:cNvSpPr>
            <a:spLocks xmlns:a="http://schemas.openxmlformats.org/drawingml/2006/main" noGrp="1"/>
          </p:cNvSpPr>
          <p:nvPr/>
        </p:nvSpPr>
        <p:spPr>
          <a:xfrm xmlns:a="http://schemas.openxmlformats.org/drawingml/2006/main">
            <a:off x="1162050" y="7124700"/>
            <a:ext cx="15906750" cy="1381125"/>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3" name="review-accent">
            <a:extLst xmlns:a="http://schemas.openxmlformats.org/drawingml/2006/main">
              <a:ext uri="{FF2B5EF4-FFF2-40B4-BE49-F238E27FC236}">
                <a16:creationId xmlns:a16="http://schemas.microsoft.com/office/drawing/2014/main" id="{D625BF51-5A91-4D4C-9A1A-5D1F547028C2}"/>
              </a:ext>
            </a:extLst>
          </p:cNvPr>
          <p:cNvSpPr>
            <a:spLocks xmlns:a="http://schemas.openxmlformats.org/drawingml/2006/main" noGrp="1"/>
          </p:cNvSpPr>
          <p:nvPr/>
        </p:nvSpPr>
        <p:spPr>
          <a:xfrm xmlns:a="http://schemas.openxmlformats.org/drawingml/2006/main">
            <a:off x="1162050" y="7124700"/>
            <a:ext cx="38100" cy="138112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4" name="review-label">
            <a:extLst xmlns:a="http://schemas.openxmlformats.org/drawingml/2006/main">
              <a:ext uri="{FF2B5EF4-FFF2-40B4-BE49-F238E27FC236}">
                <a16:creationId xmlns:a16="http://schemas.microsoft.com/office/drawing/2014/main" id="{E49DA2F9-70E4-41A0-8552-B5F33DD5538C}"/>
              </a:ext>
            </a:extLst>
          </p:cNvPr>
          <p:cNvSpPr>
            <a:spLocks xmlns:a="http://schemas.openxmlformats.org/drawingml/2006/main" noGrp="1"/>
          </p:cNvSpPr>
          <p:nvPr/>
        </p:nvSpPr>
        <p:spPr>
          <a:xfrm xmlns:a="http://schemas.openxmlformats.org/drawingml/2006/main">
            <a:off x="1352550" y="7219950"/>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[approved product demonstration or customer example]</a:t>
            </a:r>
          </a:p>
        </p:txBody>
      </p:sp>
      <p:sp>
        <p:nvSpPr>
          <p:cNvPr id="15" name="review-reason">
            <a:extLst xmlns:a="http://schemas.openxmlformats.org/drawingml/2006/main">
              <a:ext uri="{FF2B5EF4-FFF2-40B4-BE49-F238E27FC236}">
                <a16:creationId xmlns:a16="http://schemas.microsoft.com/office/drawing/2014/main" id="{E54517D7-5962-4218-B26D-F0A261B636AD}"/>
              </a:ext>
            </a:extLst>
          </p:cNvPr>
          <p:cNvSpPr>
            <a:spLocks xmlns:a="http://schemas.openxmlformats.org/drawingml/2006/main" noGrp="1"/>
          </p:cNvSpPr>
          <p:nvPr/>
        </p:nvSpPr>
        <p:spPr>
          <a:xfrm xmlns:a="http://schemas.openxmlformats.org/drawingml/2006/main">
            <a:off x="1352550" y="7629525"/>
            <a:ext cx="1552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Show one real workflow, its supported scope and commercial packaging to make the opportunity concrete.</a:t>
            </a:r>
          </a:p>
        </p:txBody>
      </p:sp>
      <p:sp>
        <p:nvSpPr>
          <p:cNvPr id="16" name="product-status">
            <a:extLst xmlns:a="http://schemas.openxmlformats.org/drawingml/2006/main">
              <a:ext uri="{FF2B5EF4-FFF2-40B4-BE49-F238E27FC236}">
                <a16:creationId xmlns:a16="http://schemas.microsoft.com/office/drawing/2014/main" id="{B4EA39BE-E80E-4BCF-8A91-CA9B6FE498FF}"/>
              </a:ext>
            </a:extLst>
          </p:cNvPr>
          <p:cNvSpPr>
            <a:spLocks xmlns:a="http://schemas.openxmlformats.org/drawingml/2006/main" noGrp="1"/>
          </p:cNvSpPr>
          <p:nvPr/>
        </p:nvSpPr>
        <p:spPr>
          <a:xfrm xmlns:a="http://schemas.openxmlformats.org/drawingml/2006/main">
            <a:off x="1162050" y="8763000"/>
            <a:ext cx="1590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Live status reflects management confirmation. Adoption scale and product-specific ARR are not supplied.</a:t>
            </a:r>
          </a:p>
        </p:txBody>
      </p:sp>
      <p:sp>
        <p:nvSpPr>
          <p:cNvPr id="17" name="footer">
            <a:extLst xmlns:a="http://schemas.openxmlformats.org/drawingml/2006/main">
              <a:ext uri="{FF2B5EF4-FFF2-40B4-BE49-F238E27FC236}">
                <a16:creationId xmlns:a16="http://schemas.microsoft.com/office/drawing/2014/main" id="{477B5D57-4287-47AD-890D-78E052703A7C}"/>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8" name="slide-number">
            <a:extLst xmlns:a="http://schemas.openxmlformats.org/drawingml/2006/main">
              <a:ext uri="{FF2B5EF4-FFF2-40B4-BE49-F238E27FC236}">
                <a16:creationId xmlns:a16="http://schemas.microsoft.com/office/drawing/2014/main" id="{3EA85062-0F52-4E3E-ACAE-976E91511DD0}"/>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09</a:t>
            </a:r>
          </a:p>
        </p:txBody>
      </p:sp>
    </p:spTree>
    <p:extLst>
      <p:ext uri="{BB962C8B-B14F-4D97-AF65-F5344CB8AC3E}">
        <p14:creationId xmlns:p14="http://schemas.microsoft.com/office/powerpoint/2010/main" val="126938125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5e0fa6e764c439b">
            <a:extLst>
              <a:ext uri="{96DAC541-7B7A-43D3-8B79-37D633B846F1}">
                <asvg:svgBlip xmlns:asvg="http://schemas.microsoft.com/office/drawing/2016/SVG/main" r:embed="R6bebdf7054da4882"/>
              </a:ext>
            </a:extLst>
          </a:blip>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152afc5dfd841dc"/>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3" name="placeholder_1">
            <a:extLst xmlns:a="http://schemas.openxmlformats.org/drawingml/2006/main">
              <a:ext uri="{FF2B5EF4-FFF2-40B4-BE49-F238E27FC236}">
                <a16:creationId xmlns:a16="http://schemas.microsoft.com/office/drawing/2014/main" id="{1709B2E3-B32A-403E-B39D-F56E683DC5B6}"/>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A joint ARR growth ambition</a:t>
            </a:r>
          </a:p>
        </p:txBody>
      </p:sp>
      <p:sp>
        <p:nvSpPr>
          <p:cNvPr id="4" name="current-label">
            <a:extLst xmlns:a="http://schemas.openxmlformats.org/drawingml/2006/main">
              <a:ext uri="{FF2B5EF4-FFF2-40B4-BE49-F238E27FC236}">
                <a16:creationId xmlns:a16="http://schemas.microsoft.com/office/drawing/2014/main" id="{6BF90B54-561E-4D25-9872-F7EEF2212B3D}"/>
              </a:ext>
            </a:extLst>
          </p:cNvPr>
          <p:cNvSpPr>
            <a:spLocks xmlns:a="http://schemas.openxmlformats.org/drawingml/2006/main" noGrp="1"/>
          </p:cNvSpPr>
          <p:nvPr/>
        </p:nvSpPr>
        <p:spPr>
          <a:xfrm xmlns:a="http://schemas.openxmlformats.org/drawingml/2006/main">
            <a:off x="1162050" y="3352800"/>
            <a:ext cx="685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FFFFFF"/>
                </a:solidFill>
                <a:latin typeface="Mulish"/>
                <a:ea typeface="Mulish"/>
                <a:cs typeface="Mulish"/>
              </a:defRPr>
            </a:pPr>
            <a:r>
              <a:rPr sz="2400" b="1">
                <a:solidFill>
                  <a:srgbClr val="FFFFFF"/>
                </a:solidFill>
                <a:latin typeface="Mulish"/>
                <a:ea typeface="Mulish"/>
                <a:cs typeface="Mulish"/>
              </a:rPr>
              <a:t>Current ARR</a:t>
            </a:r>
          </a:p>
        </p:txBody>
      </p:sp>
      <p:sp>
        <p:nvSpPr>
          <p:cNvPr id="5" name="ambition-label">
            <a:extLst xmlns:a="http://schemas.openxmlformats.org/drawingml/2006/main">
              <a:ext uri="{FF2B5EF4-FFF2-40B4-BE49-F238E27FC236}">
                <a16:creationId xmlns:a16="http://schemas.microsoft.com/office/drawing/2014/main" id="{6FF80395-4770-4296-AC5A-031AD2E08D3C}"/>
              </a:ext>
            </a:extLst>
          </p:cNvPr>
          <p:cNvSpPr>
            <a:spLocks xmlns:a="http://schemas.openxmlformats.org/drawingml/2006/main" noGrp="1"/>
          </p:cNvSpPr>
          <p:nvPr/>
        </p:nvSpPr>
        <p:spPr>
          <a:xfrm xmlns:a="http://schemas.openxmlformats.org/drawingml/2006/main">
            <a:off x="10477500" y="335280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FFFFFF"/>
                </a:solidFill>
                <a:latin typeface="Mulish"/>
                <a:ea typeface="Mulish"/>
                <a:cs typeface="Mulish"/>
              </a:defRPr>
            </a:pPr>
            <a:r>
              <a:rPr sz="2400" b="1">
                <a:solidFill>
                  <a:srgbClr val="FFFFFF"/>
                </a:solidFill>
                <a:latin typeface="Mulish"/>
                <a:ea typeface="Mulish"/>
                <a:cs typeface="Mulish"/>
              </a:rPr>
              <a:t>Management ambition</a:t>
            </a:r>
          </a:p>
        </p:txBody>
      </p:sp>
      <p:sp>
        <p:nvSpPr>
          <p:cNvPr id="6" name="current-value">
            <a:extLst xmlns:a="http://schemas.openxmlformats.org/drawingml/2006/main">
              <a:ext uri="{FF2B5EF4-FFF2-40B4-BE49-F238E27FC236}">
                <a16:creationId xmlns:a16="http://schemas.microsoft.com/office/drawing/2014/main" id="{40C36527-96D6-4EF2-9C8A-C4C4DE9F4816}"/>
              </a:ext>
            </a:extLst>
          </p:cNvPr>
          <p:cNvSpPr>
            <a:spLocks xmlns:a="http://schemas.openxmlformats.org/drawingml/2006/main" noGrp="1"/>
          </p:cNvSpPr>
          <p:nvPr/>
        </p:nvSpPr>
        <p:spPr>
          <a:xfrm xmlns:a="http://schemas.openxmlformats.org/drawingml/2006/main">
            <a:off x="1162050" y="4095750"/>
            <a:ext cx="666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450" b="1">
                <a:solidFill>
                  <a:srgbClr val="FFFFFF"/>
                </a:solidFill>
                <a:latin typeface="Spartan"/>
                <a:ea typeface="Spartan"/>
                <a:cs typeface="Spartan"/>
              </a:defRPr>
            </a:pPr>
            <a:r>
              <a:rPr sz="9450" b="1">
                <a:solidFill>
                  <a:srgbClr val="FFFFFF"/>
                </a:solidFill>
                <a:latin typeface="Spartan"/>
                <a:ea typeface="Spartan"/>
                <a:cs typeface="Spartan"/>
              </a:rPr>
              <a:t>≈$3M</a:t>
            </a:r>
          </a:p>
        </p:txBody>
      </p:sp>
      <p:sp>
        <p:nvSpPr>
          <p:cNvPr id="7" name="ambition-value">
            <a:extLst xmlns:a="http://schemas.openxmlformats.org/drawingml/2006/main">
              <a:ext uri="{FF2B5EF4-FFF2-40B4-BE49-F238E27FC236}">
                <a16:creationId xmlns:a16="http://schemas.microsoft.com/office/drawing/2014/main" id="{28DC4E03-1576-45A9-BACC-291EA0680898}"/>
              </a:ext>
            </a:extLst>
          </p:cNvPr>
          <p:cNvSpPr>
            <a:spLocks xmlns:a="http://schemas.openxmlformats.org/drawingml/2006/main" noGrp="1"/>
          </p:cNvSpPr>
          <p:nvPr/>
        </p:nvSpPr>
        <p:spPr>
          <a:xfrm xmlns:a="http://schemas.openxmlformats.org/drawingml/2006/main">
            <a:off x="10477500" y="4095750"/>
            <a:ext cx="666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450" b="1">
                <a:solidFill>
                  <a:srgbClr val="FFFFFF"/>
                </a:solidFill>
                <a:latin typeface="Spartan"/>
                <a:ea typeface="Spartan"/>
                <a:cs typeface="Spartan"/>
              </a:defRPr>
            </a:pPr>
            <a:r>
              <a:rPr sz="9450" b="1">
                <a:solidFill>
                  <a:srgbClr val="FFFFFF"/>
                </a:solidFill>
                <a:latin typeface="Spartan"/>
                <a:ea typeface="Spartan"/>
                <a:cs typeface="Spartan"/>
              </a:rPr>
              <a:t>≈$9M</a:t>
            </a:r>
          </a:p>
        </p:txBody>
      </p:sp>
      <p:sp>
        <p:nvSpPr>
          <p:cNvPr id="8" name="current-basis">
            <a:extLst xmlns:a="http://schemas.openxmlformats.org/drawingml/2006/main">
              <a:ext uri="{FF2B5EF4-FFF2-40B4-BE49-F238E27FC236}">
                <a16:creationId xmlns:a16="http://schemas.microsoft.com/office/drawing/2014/main" id="{40847BA5-3535-483D-8C1B-E664DF3F1DDE}"/>
              </a:ext>
            </a:extLst>
          </p:cNvPr>
          <p:cNvSpPr>
            <a:spLocks xmlns:a="http://schemas.openxmlformats.org/drawingml/2006/main" noGrp="1"/>
          </p:cNvSpPr>
          <p:nvPr/>
        </p:nvSpPr>
        <p:spPr>
          <a:xfrm xmlns:a="http://schemas.openxmlformats.org/drawingml/2006/main">
            <a:off x="1162050" y="601027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FFFFF"/>
                </a:solidFill>
                <a:latin typeface="Mulish"/>
                <a:ea typeface="Mulish"/>
                <a:cs typeface="Mulish"/>
              </a:defRPr>
            </a:pPr>
            <a:r>
              <a:rPr sz="2250" b="0">
                <a:solidFill>
                  <a:srgbClr val="FFFFFF"/>
                </a:solidFill>
                <a:latin typeface="Mulish"/>
                <a:ea typeface="Mulish"/>
                <a:cs typeface="Mulish"/>
              </a:rPr>
              <a:t>Management approximation</a:t>
            </a:r>
          </a:p>
        </p:txBody>
      </p:sp>
      <p:sp>
        <p:nvSpPr>
          <p:cNvPr id="9" name="ambition-timing">
            <a:extLst xmlns:a="http://schemas.openxmlformats.org/drawingml/2006/main">
              <a:ext uri="{FF2B5EF4-FFF2-40B4-BE49-F238E27FC236}">
                <a16:creationId xmlns:a16="http://schemas.microsoft.com/office/drawing/2014/main" id="{8FFBEF3E-DE90-4AC1-AA84-E0A58A50B8F6}"/>
              </a:ext>
            </a:extLst>
          </p:cNvPr>
          <p:cNvSpPr>
            <a:spLocks xmlns:a="http://schemas.openxmlformats.org/drawingml/2006/main" noGrp="1"/>
          </p:cNvSpPr>
          <p:nvPr/>
        </p:nvSpPr>
        <p:spPr>
          <a:xfrm xmlns:a="http://schemas.openxmlformats.org/drawingml/2006/main">
            <a:off x="10477500" y="60102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FFFFF"/>
                </a:solidFill>
                <a:latin typeface="Mulish"/>
                <a:ea typeface="Mulish"/>
                <a:cs typeface="Mulish"/>
              </a:defRPr>
            </a:pPr>
            <a:r>
              <a:rPr sz="2250" b="0">
                <a:solidFill>
                  <a:srgbClr val="FFFFFF"/>
                </a:solidFill>
                <a:latin typeface="Mulish"/>
                <a:ea typeface="Mulish"/>
                <a:cs typeface="Mulish"/>
              </a:rPr>
              <a:t>Within 2–3 years</a:t>
            </a:r>
          </a:p>
        </p:txBody>
      </p:sp>
      <p:sp>
        <p:nvSpPr>
          <p:cNvPr id="10" name="growth-gap">
            <a:extLst xmlns:a="http://schemas.openxmlformats.org/drawingml/2006/main">
              <a:ext uri="{FF2B5EF4-FFF2-40B4-BE49-F238E27FC236}">
                <a16:creationId xmlns:a16="http://schemas.microsoft.com/office/drawing/2014/main" id="{F23D18BF-43F0-4541-A304-0D0C4B0B714F}"/>
              </a:ext>
            </a:extLst>
          </p:cNvPr>
          <p:cNvSpPr>
            <a:spLocks xmlns:a="http://schemas.openxmlformats.org/drawingml/2006/main" noGrp="1"/>
          </p:cNvSpPr>
          <p:nvPr/>
        </p:nvSpPr>
        <p:spPr>
          <a:xfrm xmlns:a="http://schemas.openxmlformats.org/drawingml/2006/main">
            <a:off x="1162050" y="7058025"/>
            <a:ext cx="1590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FFFFFF"/>
                </a:solidFill>
                <a:latin typeface="Spartan"/>
                <a:ea typeface="Spartan"/>
                <a:cs typeface="Spartan"/>
              </a:defRPr>
            </a:pPr>
            <a:r>
              <a:rPr sz="3000" b="1">
                <a:solidFill>
                  <a:srgbClr val="FFFFFF"/>
                </a:solidFill>
                <a:latin typeface="Spartan"/>
                <a:ea typeface="Spartan"/>
                <a:cs typeface="Spartan"/>
              </a:rPr>
              <a:t>Approximately $6M of net ARR growth across the business</a:t>
            </a:r>
          </a:p>
        </p:txBody>
      </p:sp>
      <p:sp>
        <p:nvSpPr>
          <p:cNvPr id="11" name="growth-caveat">
            <a:extLst xmlns:a="http://schemas.openxmlformats.org/drawingml/2006/main">
              <a:ext uri="{FF2B5EF4-FFF2-40B4-BE49-F238E27FC236}">
                <a16:creationId xmlns:a16="http://schemas.microsoft.com/office/drawing/2014/main" id="{09FF64FF-B7BF-4076-8B10-84C08893677F}"/>
              </a:ext>
            </a:extLst>
          </p:cNvPr>
          <p:cNvSpPr>
            <a:spLocks xmlns:a="http://schemas.openxmlformats.org/drawingml/2006/main" noGrp="1"/>
          </p:cNvSpPr>
          <p:nvPr/>
        </p:nvSpPr>
        <p:spPr>
          <a:xfrm xmlns:a="http://schemas.openxmlformats.org/drawingml/2006/main">
            <a:off x="1162050" y="7820025"/>
            <a:ext cx="1590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FFFFF"/>
                </a:solidFill>
                <a:latin typeface="Mulish"/>
                <a:ea typeface="Mulish"/>
                <a:cs typeface="Mulish"/>
              </a:defRPr>
            </a:pPr>
            <a:r>
              <a:rPr sz="2100" b="0">
                <a:solidFill>
                  <a:srgbClr val="FFFFFF"/>
                </a:solidFill>
                <a:latin typeface="Mulish"/>
                <a:ea typeface="Mulish"/>
                <a:cs typeface="Mulish"/>
              </a:rPr>
              <a:t>Management ambition, not a forecast. Partner contribution and timing remain to be validated.</a:t>
            </a:r>
          </a:p>
        </p:txBody>
      </p:sp>
      <p:sp>
        <p:nvSpPr>
          <p:cNvPr id="12" name="review-panel">
            <a:extLst xmlns:a="http://schemas.openxmlformats.org/drawingml/2006/main">
              <a:ext uri="{FF2B5EF4-FFF2-40B4-BE49-F238E27FC236}">
                <a16:creationId xmlns:a16="http://schemas.microsoft.com/office/drawing/2014/main" id="{005AD691-15BE-4CC2-A45B-9C8F59AEFAC3}"/>
              </a:ext>
            </a:extLst>
          </p:cNvPr>
          <p:cNvSpPr>
            <a:spLocks xmlns:a="http://schemas.openxmlformats.org/drawingml/2006/main" noGrp="1"/>
          </p:cNvSpPr>
          <p:nvPr/>
        </p:nvSpPr>
        <p:spPr>
          <a:xfrm xmlns:a="http://schemas.openxmlformats.org/drawingml/2006/main">
            <a:off x="1162050" y="8448675"/>
            <a:ext cx="15906750" cy="1028700"/>
          </a:xfrm>
          <a:prstGeom xmlns:a="http://schemas.openxmlformats.org/drawingml/2006/main" prst="rect">
            <a:avLst/>
          </a:prstGeom>
          <a:solidFill xmlns:a="http://schemas.openxmlformats.org/drawingml/2006/main">
            <a:srgbClr val="3520A4"/>
          </a:solidFill>
          <a:ln xmlns:a="http://schemas.openxmlformats.org/drawingml/2006/main" w="0">
            <a:noFill/>
          </a:ln>
        </p:spPr>
      </p:sp>
      <p:sp>
        <p:nvSpPr>
          <p:cNvPr id="13" name="review-accent">
            <a:extLst xmlns:a="http://schemas.openxmlformats.org/drawingml/2006/main">
              <a:ext uri="{FF2B5EF4-FFF2-40B4-BE49-F238E27FC236}">
                <a16:creationId xmlns:a16="http://schemas.microsoft.com/office/drawing/2014/main" id="{86B303AF-76F3-409E-964A-38BC4C020E11}"/>
              </a:ext>
            </a:extLst>
          </p:cNvPr>
          <p:cNvSpPr>
            <a:spLocks xmlns:a="http://schemas.openxmlformats.org/drawingml/2006/main" noGrp="1"/>
          </p:cNvSpPr>
          <p:nvPr/>
        </p:nvSpPr>
        <p:spPr>
          <a:xfrm xmlns:a="http://schemas.openxmlformats.org/drawingml/2006/main">
            <a:off x="1162050" y="8448675"/>
            <a:ext cx="38100" cy="1028700"/>
          </a:xfrm>
          <a:prstGeom xmlns:a="http://schemas.openxmlformats.org/drawingml/2006/main" prst="rect">
            <a:avLst/>
          </a:prstGeom>
          <a:solidFill xmlns:a="http://schemas.openxmlformats.org/drawingml/2006/main">
            <a:srgbClr val="C9AEFF"/>
          </a:solidFill>
          <a:ln xmlns:a="http://schemas.openxmlformats.org/drawingml/2006/main" w="0">
            <a:noFill/>
          </a:ln>
        </p:spPr>
      </p:sp>
      <p:sp>
        <p:nvSpPr>
          <p:cNvPr id="14" name="review-label">
            <a:extLst xmlns:a="http://schemas.openxmlformats.org/drawingml/2006/main">
              <a:ext uri="{FF2B5EF4-FFF2-40B4-BE49-F238E27FC236}">
                <a16:creationId xmlns:a16="http://schemas.microsoft.com/office/drawing/2014/main" id="{471071C1-FAC0-44F6-AA71-A1F9D2631F45}"/>
              </a:ext>
            </a:extLst>
          </p:cNvPr>
          <p:cNvSpPr>
            <a:spLocks xmlns:a="http://schemas.openxmlformats.org/drawingml/2006/main" noGrp="1"/>
          </p:cNvSpPr>
          <p:nvPr/>
        </p:nvSpPr>
        <p:spPr>
          <a:xfrm xmlns:a="http://schemas.openxmlformats.org/drawingml/2006/main">
            <a:off x="1352550" y="8543925"/>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TO ADD [a reconciled commercial growth model]</a:t>
            </a:r>
          </a:p>
        </p:txBody>
      </p:sp>
      <p:sp>
        <p:nvSpPr>
          <p:cNvPr id="15" name="review-reason">
            <a:extLst xmlns:a="http://schemas.openxmlformats.org/drawingml/2006/main">
              <a:ext uri="{FF2B5EF4-FFF2-40B4-BE49-F238E27FC236}">
                <a16:creationId xmlns:a16="http://schemas.microsoft.com/office/drawing/2014/main" id="{8643B54A-BD69-4BBC-A51F-49D8BC21AF19}"/>
              </a:ext>
            </a:extLst>
          </p:cNvPr>
          <p:cNvSpPr>
            <a:spLocks xmlns:a="http://schemas.openxmlformats.org/drawingml/2006/main" noGrp="1"/>
          </p:cNvSpPr>
          <p:nvPr/>
        </p:nvSpPr>
        <p:spPr>
          <a:xfrm xmlns:a="http://schemas.openxmlformats.org/drawingml/2006/main">
            <a:off x="1352550" y="8953500"/>
            <a:ext cx="15525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FFFFFF"/>
                </a:solidFill>
                <a:latin typeface="Mulish"/>
                <a:ea typeface="Mulish"/>
                <a:cs typeface="Mulish"/>
              </a:defRPr>
            </a:pPr>
            <a:r>
              <a:rPr sz="1950" b="0">
                <a:solidFill>
                  <a:srgbClr val="FFFFFF"/>
                </a:solidFill>
                <a:latin typeface="Mulish"/>
                <a:ea typeface="Mulish"/>
                <a:cs typeface="Mulish"/>
              </a:rPr>
              <a:t>Show churn, expansion, new contracts, timing and delivery capacity to substantiate the ambition.</a:t>
            </a:r>
          </a:p>
        </p:txBody>
      </p:sp>
      <p:sp>
        <p:nvSpPr>
          <p:cNvPr id="16" name="footer">
            <a:extLst xmlns:a="http://schemas.openxmlformats.org/drawingml/2006/main">
              <a:ext uri="{FF2B5EF4-FFF2-40B4-BE49-F238E27FC236}">
                <a16:creationId xmlns:a16="http://schemas.microsoft.com/office/drawing/2014/main" id="{680B5955-5F0E-46AF-B466-590F64D46D29}"/>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FFFFFF"/>
                </a:solidFill>
                <a:latin typeface="Mulish"/>
                <a:ea typeface="Mulish"/>
                <a:cs typeface="Mulish"/>
              </a:defRPr>
            </a:pPr>
            <a:r>
              <a:rPr sz="1500" b="0">
                <a:solidFill>
                  <a:srgbClr val="FFFFFF"/>
                </a:solidFill>
                <a:latin typeface="Mulish"/>
                <a:ea typeface="Mulish"/>
                <a:cs typeface="Mulish"/>
              </a:rPr>
              <a:t>CONFIDENTIAL • FOUNDER REVIEW DRAFT</a:t>
            </a:r>
          </a:p>
        </p:txBody>
      </p:sp>
      <p:sp>
        <p:nvSpPr>
          <p:cNvPr id="17" name="slide-number">
            <a:extLst xmlns:a="http://schemas.openxmlformats.org/drawingml/2006/main">
              <a:ext uri="{FF2B5EF4-FFF2-40B4-BE49-F238E27FC236}">
                <a16:creationId xmlns:a16="http://schemas.microsoft.com/office/drawing/2014/main" id="{E05EFEDF-40BA-47D9-83F9-E91D826A5F81}"/>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FFFFFF"/>
                </a:solidFill>
                <a:latin typeface="Mulish"/>
                <a:ea typeface="Mulish"/>
                <a:cs typeface="Mulish"/>
              </a:defRPr>
            </a:pPr>
            <a:r>
              <a:rPr sz="1500" b="0">
                <a:solidFill>
                  <a:srgbClr val="FFFFFF"/>
                </a:solidFill>
                <a:latin typeface="Mulish"/>
                <a:ea typeface="Mulish"/>
                <a:cs typeface="Mulish"/>
              </a:rPr>
              <a:t>10</a:t>
            </a:r>
          </a:p>
        </p:txBody>
      </p:sp>
    </p:spTree>
    <p:extLst>
      <p:ext uri="{BB962C8B-B14F-4D97-AF65-F5344CB8AC3E}">
        <p14:creationId xmlns:p14="http://schemas.microsoft.com/office/powerpoint/2010/main" val="70272369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52c977041764ce9"/>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C6C26FC5-ED85-48CE-A865-44EDAC975997}"/>
              </a:ext>
            </a:extLst>
          </p:cNvPr>
          <p:cNvSpPr>
            <a:spLocks xmlns:a="http://schemas.openxmlformats.org/drawingml/2006/main" noGrp="1"/>
          </p:cNvSpPr>
          <p:nvPr>
            <p:ph type="title" idx="0"/>
          </p:nvPr>
        </p:nvSpPr>
        <p:spPr>
          <a:xfrm xmlns:a="http://schemas.openxmlformats.org/drawingml/2006/main">
            <a:off x="1162050" y="2190750"/>
            <a:ext cx="7905750" cy="2952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$10–15M</a:t>
            </a:r>
          </a:p>
        </p:txBody>
      </p:sp>
      <p:sp>
        <p:nvSpPr>
          <p:cNvPr id="3" name="signature-divider">
            <a:extLst xmlns:a="http://schemas.openxmlformats.org/drawingml/2006/main">
              <a:ext uri="{FF2B5EF4-FFF2-40B4-BE49-F238E27FC236}">
                <a16:creationId xmlns:a16="http://schemas.microsoft.com/office/drawing/2014/main" id="{BEF7FEAE-8A0D-45B2-A626-14B9A34BAAA1}"/>
              </a:ext>
            </a:extLst>
          </p:cNvPr>
          <p:cNvSpPr>
            <a:spLocks xmlns:a="http://schemas.openxmlformats.org/drawingml/2006/main" noGrp="1"/>
          </p:cNvSpPr>
          <p:nvPr/>
        </p:nvSpPr>
        <p:spPr>
          <a:xfrm xmlns:a="http://schemas.openxmlformats.org/drawingml/2006/main">
            <a:off x="9715500" y="1209675"/>
            <a:ext cx="19050" cy="785812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4" name="feature-0">
            <a:extLst xmlns:a="http://schemas.openxmlformats.org/drawingml/2006/main">
              <a:ext uri="{FF2B5EF4-FFF2-40B4-BE49-F238E27FC236}">
                <a16:creationId xmlns:a16="http://schemas.microsoft.com/office/drawing/2014/main" id="{4416E920-CC19-4E29-B7C8-4DDC3D1D74A2}"/>
              </a:ext>
            </a:extLst>
          </p:cNvPr>
          <p:cNvSpPr>
            <a:spLocks xmlns:a="http://schemas.openxmlformats.org/drawingml/2006/main" noGrp="1"/>
          </p:cNvSpPr>
          <p:nvPr>
            <p:ph idx="3"/>
          </p:nvPr>
        </p:nvSpPr>
        <p:spPr>
          <a:xfrm xmlns:a="http://schemas.openxmlformats.org/drawingml/2006/main">
            <a:off x="10458450" y="12763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Commercial role:</a:t>
            </a:r>
            <a:r>
              <a:rPr sz="2100" b="0">
                <a:solidFill>
                  <a:srgbClr val="3D3D3D"/>
                </a:solidFill>
                <a:latin typeface="Mulish"/>
                <a:ea typeface="Mulish"/>
                <a:cs typeface="Mulish"/>
              </a:rPr>
              <a:t> The shareholder could adopt the</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platform or distribute it to customers.</a:t>
            </a:r>
          </a:p>
        </p:txBody>
      </p:sp>
      <p:sp>
        <p:nvSpPr>
          <p:cNvPr id="5" name="feature-1">
            <a:extLst xmlns:a="http://schemas.openxmlformats.org/drawingml/2006/main">
              <a:ext uri="{FF2B5EF4-FFF2-40B4-BE49-F238E27FC236}">
                <a16:creationId xmlns:a16="http://schemas.microsoft.com/office/drawing/2014/main" id="{986BDD14-B5DB-4CEC-A8B9-243136B75EEF}"/>
              </a:ext>
            </a:extLst>
          </p:cNvPr>
          <p:cNvSpPr>
            <a:spLocks xmlns:a="http://schemas.openxmlformats.org/drawingml/2006/main" noGrp="1"/>
          </p:cNvSpPr>
          <p:nvPr>
            <p:ph idx="4"/>
          </p:nvPr>
        </p:nvSpPr>
        <p:spPr>
          <a:xfrm xmlns:a="http://schemas.openxmlformats.org/drawingml/2006/main">
            <a:off x="10458450" y="33528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Shared ownership:</a:t>
            </a:r>
            <a:r>
              <a:rPr sz="2100" b="0">
                <a:solidFill>
                  <a:srgbClr val="3D3D3D"/>
                </a:solidFill>
                <a:latin typeface="Mulish"/>
                <a:ea typeface="Mulish"/>
                <a:cs typeface="Mulish"/>
              </a:rPr>
              <a:t> Participation in the equity value</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created through successful expansion.</a:t>
            </a:r>
          </a:p>
        </p:txBody>
      </p:sp>
      <p:sp>
        <p:nvSpPr>
          <p:cNvPr id="6" name="feature-2">
            <a:extLst xmlns:a="http://schemas.openxmlformats.org/drawingml/2006/main">
              <a:ext uri="{FF2B5EF4-FFF2-40B4-BE49-F238E27FC236}">
                <a16:creationId xmlns:a16="http://schemas.microsoft.com/office/drawing/2014/main" id="{248424B7-0D70-4A93-83D2-0109CBBE3C88}"/>
              </a:ext>
            </a:extLst>
          </p:cNvPr>
          <p:cNvSpPr>
            <a:spLocks xmlns:a="http://schemas.openxmlformats.org/drawingml/2006/main" noGrp="1"/>
          </p:cNvSpPr>
          <p:nvPr>
            <p:ph idx="5"/>
          </p:nvPr>
        </p:nvSpPr>
        <p:spPr>
          <a:xfrm xmlns:a="http://schemas.openxmlformats.org/drawingml/2006/main">
            <a:off x="10458450" y="54292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Flexible structure:</a:t>
            </a:r>
            <a:r>
              <a:rPr sz="2100" b="0">
                <a:solidFill>
                  <a:srgbClr val="3D3D3D"/>
                </a:solidFill>
                <a:latin typeface="Mulish"/>
                <a:ea typeface="Mulish"/>
                <a:cs typeface="Mulish"/>
              </a:rPr>
              <a:t> Strategic fit remains central. Final</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terms and valuation are subject to agreement.</a:t>
            </a:r>
          </a:p>
        </p:txBody>
      </p:sp>
      <p:sp>
        <p:nvSpPr>
          <p:cNvPr id="7" name="feature-3">
            <a:extLst xmlns:a="http://schemas.openxmlformats.org/drawingml/2006/main">
              <a:ext uri="{FF2B5EF4-FFF2-40B4-BE49-F238E27FC236}">
                <a16:creationId xmlns:a16="http://schemas.microsoft.com/office/drawing/2014/main" id="{293C9F9C-F337-4FBB-8AFE-F46D26B16038}"/>
              </a:ext>
            </a:extLst>
          </p:cNvPr>
          <p:cNvSpPr>
            <a:spLocks xmlns:a="http://schemas.openxmlformats.org/drawingml/2006/main" noGrp="1"/>
          </p:cNvSpPr>
          <p:nvPr>
            <p:ph idx="6"/>
          </p:nvPr>
        </p:nvSpPr>
        <p:spPr>
          <a:xfrm xmlns:a="http://schemas.openxmlformats.org/drawingml/2006/main">
            <a:off x="10458450" y="75057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Execution commitment:</a:t>
            </a:r>
            <a:r>
              <a:rPr sz="2100" b="0">
                <a:solidFill>
                  <a:srgbClr val="3D3D3D"/>
                </a:solidFill>
                <a:latin typeface="Mulish"/>
                <a:ea typeface="Mulish"/>
                <a:cs typeface="Mulish"/>
              </a:rPr>
              <a:t> An active commercial</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sponsor and an agreed plan turn access into</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deployment.</a:t>
            </a:r>
          </a:p>
        </p:txBody>
      </p:sp>
      <p:sp>
        <p:nvSpPr>
          <p:cNvPr id="8" name="lead-heading">
            <a:extLst xmlns:a="http://schemas.openxmlformats.org/drawingml/2006/main">
              <a:ext uri="{FF2B5EF4-FFF2-40B4-BE49-F238E27FC236}">
                <a16:creationId xmlns:a16="http://schemas.microsoft.com/office/drawing/2014/main" id="{A59AFB9D-E012-4A00-9B7E-BF0ADC7F7AEB}"/>
              </a:ext>
            </a:extLst>
          </p:cNvPr>
          <p:cNvSpPr>
            <a:spLocks xmlns:a="http://schemas.openxmlformats.org/drawingml/2006/main" noGrp="1"/>
          </p:cNvSpPr>
          <p:nvPr>
            <p:ph idx="1"/>
          </p:nvPr>
        </p:nvSpPr>
        <p:spPr>
          <a:xfrm xmlns:a="http://schemas.openxmlformats.org/drawingml/2006/main">
            <a:off x="1162050" y="5276850"/>
            <a:ext cx="7715250" cy="5715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Up to 25% minority ownership</a:t>
            </a:r>
          </a:p>
        </p:txBody>
      </p:sp>
      <p:sp>
        <p:nvSpPr>
          <p:cNvPr id="9" name="lead-body">
            <a:extLst xmlns:a="http://schemas.openxmlformats.org/drawingml/2006/main">
              <a:ext uri="{FF2B5EF4-FFF2-40B4-BE49-F238E27FC236}">
                <a16:creationId xmlns:a16="http://schemas.microsoft.com/office/drawing/2014/main" id="{2EB3ACD7-1D52-4596-846C-643C6F966F59}"/>
              </a:ext>
            </a:extLst>
          </p:cNvPr>
          <p:cNvSpPr>
            <a:spLocks xmlns:a="http://schemas.openxmlformats.org/drawingml/2006/main" noGrp="1"/>
          </p:cNvSpPr>
          <p:nvPr>
            <p:ph idx="2"/>
          </p:nvPr>
        </p:nvSpPr>
        <p:spPr>
          <a:xfrm xmlns:a="http://schemas.openxmlformats.org/drawingml/2006/main">
            <a:off x="1162050" y="5953125"/>
            <a:ext cx="7239000" cy="131445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Primarily founder secondary. Founders continue as CEO</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and CSO (Chief of Sales).</a:t>
            </a:r>
          </a:p>
        </p:txBody>
      </p:sp>
      <p:sp>
        <p:nvSpPr>
          <p:cNvPr id="10" name="footer">
            <a:extLst xmlns:a="http://schemas.openxmlformats.org/drawingml/2006/main">
              <a:ext uri="{FF2B5EF4-FFF2-40B4-BE49-F238E27FC236}">
                <a16:creationId xmlns:a16="http://schemas.microsoft.com/office/drawing/2014/main" id="{11A4F3BE-9C91-4B15-83A4-D366A047CCCB}"/>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1" name="slide-number">
            <a:extLst xmlns:a="http://schemas.openxmlformats.org/drawingml/2006/main">
              <a:ext uri="{FF2B5EF4-FFF2-40B4-BE49-F238E27FC236}">
                <a16:creationId xmlns:a16="http://schemas.microsoft.com/office/drawing/2014/main" id="{926A6745-5D8A-4EC9-9039-28336A15E3BF}"/>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11</a:t>
            </a:r>
          </a:p>
        </p:txBody>
      </p:sp>
      <p:sp>
        <p:nvSpPr>
          <p:cNvPr id="12" name="review-panel">
            <a:extLst xmlns:a="http://schemas.openxmlformats.org/drawingml/2006/main">
              <a:ext uri="{FF2B5EF4-FFF2-40B4-BE49-F238E27FC236}">
                <a16:creationId xmlns:a16="http://schemas.microsoft.com/office/drawing/2014/main" id="{A51E1602-C30B-4E38-8962-CCEAE044EC80}"/>
              </a:ext>
            </a:extLst>
          </p:cNvPr>
          <p:cNvSpPr>
            <a:spLocks xmlns:a="http://schemas.openxmlformats.org/drawingml/2006/main" noGrp="1"/>
          </p:cNvSpPr>
          <p:nvPr/>
        </p:nvSpPr>
        <p:spPr>
          <a:xfrm xmlns:a="http://schemas.openxmlformats.org/drawingml/2006/main">
            <a:off x="1162050" y="7572375"/>
            <a:ext cx="7715250" cy="1857375"/>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3" name="review-accent">
            <a:extLst xmlns:a="http://schemas.openxmlformats.org/drawingml/2006/main">
              <a:ext uri="{FF2B5EF4-FFF2-40B4-BE49-F238E27FC236}">
                <a16:creationId xmlns:a16="http://schemas.microsoft.com/office/drawing/2014/main" id="{61404CF6-4857-4321-9A06-D30A37B20EE8}"/>
              </a:ext>
            </a:extLst>
          </p:cNvPr>
          <p:cNvSpPr>
            <a:spLocks xmlns:a="http://schemas.openxmlformats.org/drawingml/2006/main" noGrp="1"/>
          </p:cNvSpPr>
          <p:nvPr/>
        </p:nvSpPr>
        <p:spPr>
          <a:xfrm xmlns:a="http://schemas.openxmlformats.org/drawingml/2006/main">
            <a:off x="1162050" y="7572375"/>
            <a:ext cx="38100" cy="18573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4" name="review-label">
            <a:extLst xmlns:a="http://schemas.openxmlformats.org/drawingml/2006/main">
              <a:ext uri="{FF2B5EF4-FFF2-40B4-BE49-F238E27FC236}">
                <a16:creationId xmlns:a16="http://schemas.microsoft.com/office/drawing/2014/main" id="{F75099C5-EF50-46BB-B59B-81ED965FD0B5}"/>
              </a:ext>
            </a:extLst>
          </p:cNvPr>
          <p:cNvSpPr>
            <a:spLocks xmlns:a="http://schemas.openxmlformats.org/drawingml/2006/main" noGrp="1"/>
          </p:cNvSpPr>
          <p:nvPr/>
        </p:nvSpPr>
        <p:spPr>
          <a:xfrm xmlns:a="http://schemas.openxmlformats.org/drawingml/2006/main">
            <a:off x="1352550" y="766762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[expansion funding + ownership plan]</a:t>
            </a:r>
          </a:p>
        </p:txBody>
      </p:sp>
      <p:sp>
        <p:nvSpPr>
          <p:cNvPr id="15" name="review-reason">
            <a:extLst xmlns:a="http://schemas.openxmlformats.org/drawingml/2006/main">
              <a:ext uri="{FF2B5EF4-FFF2-40B4-BE49-F238E27FC236}">
                <a16:creationId xmlns:a16="http://schemas.microsoft.com/office/drawing/2014/main" id="{999DDCD5-61EF-40C3-B871-B0DEF75CF233}"/>
              </a:ext>
            </a:extLst>
          </p:cNvPr>
          <p:cNvSpPr>
            <a:spLocks xmlns:a="http://schemas.openxmlformats.org/drawingml/2006/main" noGrp="1"/>
          </p:cNvSpPr>
          <p:nvPr/>
        </p:nvSpPr>
        <p:spPr>
          <a:xfrm xmlns:a="http://schemas.openxmlformats.org/drawingml/2006/main">
            <a:off x="1352550" y="8077200"/>
            <a:ext cx="73342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Clarify any primary component and governance. Secondary</a:t>
            </a:r>
          </a:p>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proceeds go mainly to selling founders.</a:t>
            </a:r>
          </a:p>
        </p:txBody>
      </p:sp>
      <p:sp>
        <p:nvSpPr>
          <p:cNvPr id="16" name="transaction-subject">
            <a:extLst xmlns:a="http://schemas.openxmlformats.org/drawingml/2006/main">
              <a:ext uri="{FF2B5EF4-FFF2-40B4-BE49-F238E27FC236}">
                <a16:creationId xmlns:a16="http://schemas.microsoft.com/office/drawing/2014/main" id="{2512F6BB-B8DB-446C-91BC-2BABA9B1C275}"/>
              </a:ext>
            </a:extLst>
          </p:cNvPr>
          <p:cNvSpPr>
            <a:spLocks xmlns:a="http://schemas.openxmlformats.org/drawingml/2006/main" noGrp="1"/>
          </p:cNvSpPr>
          <p:nvPr/>
        </p:nvSpPr>
        <p:spPr>
          <a:xfrm xmlns:a="http://schemas.openxmlformats.org/drawingml/2006/main">
            <a:off x="1162050" y="1524000"/>
            <a:ext cx="771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Preferred transaction (USD)</a:t>
            </a:r>
          </a:p>
        </p:txBody>
      </p:sp>
    </p:spTree>
    <p:extLst>
      <p:ext uri="{BB962C8B-B14F-4D97-AF65-F5344CB8AC3E}">
        <p14:creationId xmlns:p14="http://schemas.microsoft.com/office/powerpoint/2010/main" val="43240933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ae7c940901545f2"/>
          <a:stretch xmlns:a="http://schemas.openxmlformats.org/drawingml/2006/main"/>
        </p:blipFill>
        <p:spPr>
          <a:xfrm xmlns:a="http://schemas.openxmlformats.org/drawingml/2006/main">
            <a:off x="0" y="0"/>
            <a:ext cx="18288000" cy="1024890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1fa5da24f144afa"/>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3" name="placeholder_1">
            <a:extLst xmlns:a="http://schemas.openxmlformats.org/drawingml/2006/main">
              <a:ext uri="{FF2B5EF4-FFF2-40B4-BE49-F238E27FC236}">
                <a16:creationId xmlns:a16="http://schemas.microsoft.com/office/drawing/2014/main" id="{AF18E0C0-8199-47C2-A210-C806BCACCB83}"/>
              </a:ext>
            </a:extLst>
          </p:cNvPr>
          <p:cNvSpPr>
            <a:spLocks xmlns:a="http://schemas.openxmlformats.org/drawingml/2006/main" noGrp="1"/>
          </p:cNvSpPr>
          <p:nvPr>
            <p:ph type="title" idx="0"/>
          </p:nvPr>
        </p:nvSpPr>
        <p:spPr>
          <a:xfrm xmlns:a="http://schemas.openxmlformats.org/drawingml/2006/main">
            <a:off x="1162050" y="2857500"/>
            <a:ext cx="7000875" cy="319087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8250" b="1">
                <a:solidFill>
                  <a:srgbClr val="1D0090"/>
                </a:solidFill>
                <a:latin typeface="Spartan"/>
                <a:ea typeface="Spartan"/>
                <a:cs typeface="Spartan"/>
              </a:defRPr>
            </a:pPr>
            <a:r>
              <a:rPr sz="8250" b="1">
                <a:solidFill>
                  <a:srgbClr val="1D0090"/>
                </a:solidFill>
                <a:latin typeface="Spartan"/>
                <a:ea typeface="Spartan"/>
                <a:cs typeface="Spartan"/>
              </a:rPr>
              <a:t>Partnership</a:t>
            </a:r>
          </a:p>
          <a:p xmlns:a="http://schemas.openxmlformats.org/drawingml/2006/main">
            <a:pPr>
              <a:defRPr sz="8250" b="1">
                <a:solidFill>
                  <a:srgbClr val="1D0090"/>
                </a:solidFill>
                <a:latin typeface="Spartan"/>
                <a:ea typeface="Spartan"/>
                <a:cs typeface="Spartan"/>
              </a:defRPr>
            </a:pPr>
            <a:r>
              <a:rPr sz="8250" b="1">
                <a:solidFill>
                  <a:srgbClr val="1D0090"/>
                </a:solidFill>
                <a:latin typeface="Spartan"/>
                <a:ea typeface="Spartan"/>
                <a:cs typeface="Spartan"/>
              </a:rPr>
              <a:t>discussion</a:t>
            </a:r>
          </a:p>
        </p:txBody>
      </p:sp>
      <p:sp>
        <p:nvSpPr>
          <p:cNvPr id="4" name="close-body">
            <a:extLst xmlns:a="http://schemas.openxmlformats.org/drawingml/2006/main">
              <a:ext uri="{FF2B5EF4-FFF2-40B4-BE49-F238E27FC236}">
                <a16:creationId xmlns:a16="http://schemas.microsoft.com/office/drawing/2014/main" id="{04065333-C860-4085-A630-0B228A8FE006}"/>
              </a:ext>
            </a:extLst>
          </p:cNvPr>
          <p:cNvSpPr>
            <a:spLocks xmlns:a="http://schemas.openxmlformats.org/drawingml/2006/main" noGrp="1"/>
          </p:cNvSpPr>
          <p:nvPr>
            <p:ph idx="1"/>
          </p:nvPr>
        </p:nvSpPr>
        <p:spPr>
          <a:xfrm xmlns:a="http://schemas.openxmlformats.org/drawingml/2006/main">
            <a:off x="1162050" y="6381750"/>
            <a:ext cx="6381750" cy="1381125"/>
          </a:xfrm>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3D3D3D"/>
                </a:solidFill>
                <a:latin typeface="Mulish"/>
                <a:ea typeface="Mulish"/>
                <a:cs typeface="Mulish"/>
              </a:defRPr>
            </a:pPr>
            <a:r>
              <a:rPr sz="2550" b="0">
                <a:solidFill>
                  <a:srgbClr val="3D3D3D"/>
                </a:solidFill>
                <a:latin typeface="Mulish"/>
                <a:ea typeface="Mulish"/>
                <a:cs typeface="Mulish"/>
              </a:rPr>
              <a:t>Agree opportunities, commercial owners,</a:t>
            </a:r>
          </a:p>
          <a:p xmlns:a="http://schemas.openxmlformats.org/drawingml/2006/main">
            <a:pPr>
              <a:defRPr sz="2550" b="0">
                <a:solidFill>
                  <a:srgbClr val="3D3D3D"/>
                </a:solidFill>
                <a:latin typeface="Mulish"/>
                <a:ea typeface="Mulish"/>
                <a:cs typeface="Mulish"/>
              </a:defRPr>
            </a:pPr>
            <a:r>
              <a:rPr sz="2550" b="0">
                <a:solidFill>
                  <a:srgbClr val="3D3D3D"/>
                </a:solidFill>
                <a:latin typeface="Mulish"/>
                <a:ea typeface="Mulish"/>
                <a:cs typeface="Mulish"/>
              </a:rPr>
              <a:t>resources and an ARR plan.</a:t>
            </a:r>
          </a:p>
        </p:txBody>
      </p:sp>
      <p:sp>
        <p:nvSpPr>
          <p:cNvPr id="5" name="contact-label">
            <a:extLst xmlns:a="http://schemas.openxmlformats.org/drawingml/2006/main">
              <a:ext uri="{FF2B5EF4-FFF2-40B4-BE49-F238E27FC236}">
                <a16:creationId xmlns:a16="http://schemas.microsoft.com/office/drawing/2014/main" id="{8F2F7DE3-A741-4CC0-ACCB-C263AD6F25D5}"/>
              </a:ext>
            </a:extLst>
          </p:cNvPr>
          <p:cNvSpPr>
            <a:spLocks xmlns:a="http://schemas.openxmlformats.org/drawingml/2006/main" noGrp="1"/>
          </p:cNvSpPr>
          <p:nvPr/>
        </p:nvSpPr>
        <p:spPr>
          <a:xfrm xmlns:a="http://schemas.openxmlformats.org/drawingml/2006/main">
            <a:off x="1162050" y="8048625"/>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Start the discussion</a:t>
            </a:r>
          </a:p>
        </p:txBody>
      </p:sp>
      <p:sp>
        <p:nvSpPr>
          <p:cNvPr id="6" name="contact-detail">
            <a:extLst xmlns:a="http://schemas.openxmlformats.org/drawingml/2006/main">
              <a:ext uri="{FF2B5EF4-FFF2-40B4-BE49-F238E27FC236}">
                <a16:creationId xmlns:a16="http://schemas.microsoft.com/office/drawing/2014/main" id="{D13CADE6-2C86-4EF9-BF89-9044259DDEBB}"/>
              </a:ext>
            </a:extLst>
          </p:cNvPr>
          <p:cNvSpPr>
            <a:spLocks xmlns:a="http://schemas.openxmlformats.org/drawingml/2006/main" noGrp="1"/>
          </p:cNvSpPr>
          <p:nvPr/>
        </p:nvSpPr>
        <p:spPr>
          <a:xfrm xmlns:a="http://schemas.openxmlformats.org/drawingml/2006/main">
            <a:off x="1162050" y="8667750"/>
            <a:ext cx="638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investors@circularo.com</a:t>
            </a:r>
          </a:p>
        </p:txBody>
      </p:sp>
      <p:sp>
        <p:nvSpPr>
          <p:cNvPr id="7" name="footer">
            <a:extLst xmlns:a="http://schemas.openxmlformats.org/drawingml/2006/main">
              <a:ext uri="{FF2B5EF4-FFF2-40B4-BE49-F238E27FC236}">
                <a16:creationId xmlns:a16="http://schemas.microsoft.com/office/drawing/2014/main" id="{F1E69F3B-181C-485C-9706-B8A5E1AA45D2}"/>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8" name="slide-number">
            <a:extLst xmlns:a="http://schemas.openxmlformats.org/drawingml/2006/main">
              <a:ext uri="{FF2B5EF4-FFF2-40B4-BE49-F238E27FC236}">
                <a16:creationId xmlns:a16="http://schemas.microsoft.com/office/drawing/2014/main" id="{7634AD5C-AE52-4506-8D15-1B7D5DEFB3E8}"/>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12</a:t>
            </a:r>
          </a:p>
        </p:txBody>
      </p:sp>
      <p:sp>
        <p:nvSpPr>
          <p:cNvPr id="9" name="future-options">
            <a:extLst xmlns:a="http://schemas.openxmlformats.org/drawingml/2006/main">
              <a:ext uri="{FF2B5EF4-FFF2-40B4-BE49-F238E27FC236}">
                <a16:creationId xmlns:a16="http://schemas.microsoft.com/office/drawing/2014/main" id="{7A57F0AD-A687-40DA-BF2C-C96B141D3CAC}"/>
              </a:ext>
            </a:extLst>
          </p:cNvPr>
          <p:cNvSpPr>
            <a:spLocks xmlns:a="http://schemas.openxmlformats.org/drawingml/2006/main" noGrp="1"/>
          </p:cNvSpPr>
          <p:nvPr/>
        </p:nvSpPr>
        <p:spPr>
          <a:xfrm xmlns:a="http://schemas.openxmlformats.org/drawingml/2006/main">
            <a:off x="1162050" y="1619250"/>
            <a:ext cx="15906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Potential future paths: IPO, private equity or a further strategic investment. Route and timing remain open.</a:t>
            </a:r>
          </a:p>
        </p:txBody>
      </p:sp>
    </p:spTree>
    <p:extLst>
      <p:ext uri="{BB962C8B-B14F-4D97-AF65-F5344CB8AC3E}">
        <p14:creationId xmlns:p14="http://schemas.microsoft.com/office/powerpoint/2010/main" val="1745533871"/>
      </p:ext>
    </p:extLst>
  </p:cSld>
</p:sld>
</file>

<file path=ppt/theme/theme1.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2026-09-11T10:54:39.1640000Z</dcterms:created>
  <dcterms:modified xsi:type="dcterms:W3CDTF">2026-09-11T10:54:39.1640000Z</dcterms:modified>
</coreProperties>
</file>