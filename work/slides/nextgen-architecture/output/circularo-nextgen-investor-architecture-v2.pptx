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832229a19b4d7e" /><Relationship Type="http://schemas.openxmlformats.org/officeDocument/2006/relationships/extended-properties" Target="/docProps/app.xml" Id="Re2a6c21161b142d7" /><Relationship Type="http://schemas.openxmlformats.org/officeDocument/2006/relationships/officeDocument" Target="/ppt/presentation.xml" Id="R6e9b1770ef974f56" /></Relationships>
</file>

<file path=ppt/presentation.xml><?xml version="1.0" encoding="utf-8"?>
<p:presentation xmlns:p="http://schemas.openxmlformats.org/presentationml/2006/main">
  <p:sldMasterIdLst>
    <p:sldMasterId xmlns:r="http://schemas.openxmlformats.org/officeDocument/2006/relationships" id="2147483648" r:id="R28de9e48b0354e81"/>
  </p:sldMasterIdLst>
  <p:notesMasterIdLst>
    <p:notesMasterId xmlns:r="http://schemas.openxmlformats.org/officeDocument/2006/relationships" r:id="Ra744b23095b448b2"/>
  </p:notesMasterIdLst>
  <p:sldIdLst>
    <p:sldId xmlns:r="http://schemas.openxmlformats.org/officeDocument/2006/relationships" id="256" r:id="Rab459d4d894d4c6d"/>
    <p:sldId xmlns:r="http://schemas.openxmlformats.org/officeDocument/2006/relationships" id="257" r:id="R52b0f7d8f93e49c6"/>
    <p:sldId xmlns:r="http://schemas.openxmlformats.org/officeDocument/2006/relationships" id="258" r:id="R8b65e39fd7154bd7"/>
    <p:sldId xmlns:r="http://schemas.openxmlformats.org/officeDocument/2006/relationships" id="259" r:id="R9e74d760056848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c1e60e9bb04e62" /><Relationship Type="http://schemas.openxmlformats.org/officeDocument/2006/relationships/slideMaster" Target="/ppt/slideMasters/slideMaster1.xml" Id="R28de9e48b0354e81" /><Relationship Type="http://schemas.openxmlformats.org/officeDocument/2006/relationships/notesMaster" Target="/ppt/notesMasters/notesMaster1.xml" Id="Ra744b23095b448b2" /><Relationship Type="http://schemas.openxmlformats.org/officeDocument/2006/relationships/presProps" Target="/ppt/presProps.xml" Id="R285e64ddec1d4485" /><Relationship Type="http://schemas.openxmlformats.org/officeDocument/2006/relationships/tableStyles" Target="/ppt/tableStyles.xml" Id="R3d56b361cae44fc8" /><Relationship Type="http://schemas.openxmlformats.org/officeDocument/2006/relationships/slide" Target="/ppt/slides/slide1.xml" Id="Rab459d4d894d4c6d" /><Relationship Type="http://schemas.openxmlformats.org/officeDocument/2006/relationships/slide" Target="/ppt/slides/slide2.xml" Id="R52b0f7d8f93e49c6" /><Relationship Type="http://schemas.openxmlformats.org/officeDocument/2006/relationships/slide" Target="/ppt/slides/slide3.xml" Id="R8b65e39fd7154bd7" /><Relationship Type="http://schemas.openxmlformats.org/officeDocument/2006/relationships/slide" Target="/ppt/slides/slide4.xml" Id="R9e74d760056848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2ddfa525d84b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a9e46fc4f14245" /><Relationship Type="http://schemas.openxmlformats.org/officeDocument/2006/relationships/notesMaster" Target="/ppt/notesMasters/notesMaster1.xml" Id="R017b1c91da524b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89f3b09ca3499c" /><Relationship Type="http://schemas.openxmlformats.org/officeDocument/2006/relationships/notesMaster" Target="/ppt/notesMasters/notesMaster1.xml" Id="R97307aef03504c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181859512b4971" /><Relationship Type="http://schemas.openxmlformats.org/officeDocument/2006/relationships/notesMaster" Target="/ppt/notesMasters/notesMaster1.xml" Id="R6ea04c112ad942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53df9541fa4274" /><Relationship Type="http://schemas.openxmlformats.org/officeDocument/2006/relationships/notesMaster" Target="/ppt/notesMasters/notesMaster1.xml" Id="Re089431aa0fd40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Investor thesis: Circularo is extending an already-deployed digital trust infrastructure into the control and evidence layer required when humans, enterprise systems and autonomous agents execute consequential actions.</a:t>
            </a:r>
          </a:p>
          <a:p xmlns:a="http://schemas.openxmlformats.org/drawingml/2006/main">
            <a:r>
              <a:t>- The horizontal reading order is an investor simplification of the supplied vertical architecture. SANTOS orchestrates, ACTUS is the trusted execution layer, eDoc is the canonical trust object, and trusted records preserve institutional evidence. This is a conceptual relationship, not a prescribed API sequence.</a:t>
            </a:r>
          </a:p>
          <a:p xmlns:a="http://schemas.openxmlformats.org/drawingml/2006/main">
            <a:r>
              <a:t>- HOROS supplies organizational context and AUTHOS supplies authority and policy. The connectors emphasize these inputs to governed execution. They do not imply that the other architecture components ignore context or policy.</a:t>
            </a:r>
          </a:p>
          <a:p xmlns:a="http://schemas.openxmlformats.org/drawingml/2006/main">
            <a:r>
              <a:t>- Category expansion: the brief describes ACTUS as not document-specific, with potential uses in payments, ERP changes, access provisioning, procurement, government services and agent-to-agent actions. These are proposed opportunities, not a claim of current availability.</a:t>
            </a:r>
          </a:p>
          <a:p xmlns:a="http://schemas.openxmlformats.org/drawingml/2006/main">
            <a:r>
              <a:t>- Source: user-provided investor architecture brief and two reference slide images in this conversation, 29 September 2026. The architectural concepts are proposed direction. Deployment references are management-reported, not independently verified governed records.</a:t>
            </a:r>
          </a:p>
          <a:p xmlns:a="http://schemas.openxmlformats.org/drawingml/2006/main">
            <a:r>
              <a:t>- Architecture image: /var/folders/nc/qchftdf551d24chvqb96fs0c0000gn/T/codex-clipboard-4fb763e5-996b-4adb-b7b7-43a908f9860c.png. Progression image: /var/folders/nc/qchftdf551d24chvqb96fs0c0000gn/T/codex-clipboard-c7858ebd-e6a9-4436-a91f-b6e7470133da.png.</a:t>
            </a:r>
          </a:p>
          <a:p xmlns:a="http://schemas.openxmlformats.org/drawingml/2006/main">
            <a:r>
              <a:t>- The foundational architecture Markdown document mentioned in the brief was not supplied. Definitions here stay within the brief and the supplied images. Internal working material, non-canonical.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The first three stages represent the existing foundation reported by management. The last two stages are the proposed next-generation direction. The staircase communicates category progression, not quantitative scale, revenue, chronology or a dated delivery commitment.</a:t>
            </a:r>
          </a:p>
          <a:p xmlns:a="http://schemas.openxmlformats.org/drawingml/2006/main">
            <a:r>
              <a:t>- The five named foundations are supplied by the user: TDRA GovSign, Digital Dubai DigiSign, Sharjah Sign, e&amp; and KSA/Nafath. Counts, certification claims, rollout details and licensing claims from the reference image are not asserted here.</a:t>
            </a:r>
          </a:p>
          <a:p xmlns:a="http://schemas.openxmlformats.org/drawingml/2006/main">
            <a:r>
              <a:t>- Economic thesis: the opportunity is to reuse existing trust capabilities and institutional relationships across a broader set of consequential actions. This is a strategic hypothesis, not quantified revenue, margin or valuation evidence.</a:t>
            </a:r>
          </a:p>
          <a:p xmlns:a="http://schemas.openxmlformats.org/drawingml/2006/main">
            <a:r>
              <a:t>- AI agents can add more actors capable of consequential actions. The investor argument is that governed authority, trusted execution and verifiable evidence become more important as that actor population expands.</a:t>
            </a:r>
          </a:p>
          <a:p xmlns:a="http://schemas.openxmlformats.org/drawingml/2006/main">
            <a:r>
              <a:t>- Source: user-provided investor architecture brief and two reference slide images in this conversation, 29 September 2026. The architectural concepts are proposed direction. Deployment references are management-reported, not independently verified governed records.</a:t>
            </a:r>
          </a:p>
          <a:p xmlns:a="http://schemas.openxmlformats.org/drawingml/2006/main">
            <a:r>
              <a:t>- Architecture image: /var/folders/nc/qchftdf551d24chvqb96fs0c0000gn/T/codex-clipboard-4fb763e5-996b-4adb-b7b7-43a908f9860c.png. Progression image: /var/folders/nc/qchftdf551d24chvqb96fs0c0000gn/T/codex-clipboard-c7858ebd-e6a9-4436-a91f-b6e7470133da.png.</a:t>
            </a:r>
          </a:p>
          <a:p xmlns:a="http://schemas.openxmlformats.org/drawingml/2006/main">
            <a:r>
              <a:t>- The foundational architecture Markdown document mentioned in the brief was not supplied. Definitions here stay within the brief and the supplied images. Internal working material, non-canonical.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HOROS, as described in the supplied diagram: organizational structure, roles and positions, organizational units, relationships, delegations, humans and agents. The key investor concept is organizational context.</a:t>
            </a:r>
          </a:p>
          <a:p xmlns:a="http://schemas.openxmlformats.org/drawingml/2006/main">
            <a:r>
              <a:t>- AUTHOS, as described in the supplied diagram: authority to act, delegated authority, approval rights, policies and constraints, authority limits, human and AI permissions, and context-dependent authorization.</a:t>
            </a:r>
          </a:p>
          <a:p xmlns:a="http://schemas.openxmlformats.org/drawingml/2006/main">
            <a:r>
              <a:t>- SANTOS, as described in the supplied diagram: intelligent orchestration, including understand, plan, coordinate, assist, invoke and explain. It is identified as sentient interaction and orchestration in the reference image.</a:t>
            </a:r>
          </a:p>
          <a:p xmlns:a="http://schemas.openxmlformats.org/drawingml/2006/main">
            <a:r>
              <a:t>- The three questions are illustrative explanations of the proposed roles. They are not a specification of implemented behavior. In this conceptual framing, organizational context, authorization and orchestration are distinct responsibilities.</a:t>
            </a:r>
          </a:p>
          <a:p xmlns:a="http://schemas.openxmlformats.org/drawingml/2006/main">
            <a:r>
              <a:t>- Icon artwork: Circularo skill assets/icons/circularo/users.svg, policy.svg, and assets/icons/sovereign/sovereign-ai.svg. The AI asset uses an expanded viewport to show its original paths without clipping.</a:t>
            </a:r>
          </a:p>
          <a:p xmlns:a="http://schemas.openxmlformats.org/drawingml/2006/main">
            <a:r>
              <a:t>- Source: user-provided investor architecture brief and two reference slide images in this conversation, 29 September 2026. The architectural concepts are proposed direction. Deployment references are management-reported, not independently verified governed records.</a:t>
            </a:r>
          </a:p>
          <a:p xmlns:a="http://schemas.openxmlformats.org/drawingml/2006/main">
            <a:r>
              <a:t>- Architecture image: /var/folders/nc/qchftdf551d24chvqb96fs0c0000gn/T/codex-clipboard-4fb763e5-996b-4adb-b7b7-43a908f9860c.png. Progression image: /var/folders/nc/qchftdf551d24chvqb96fs0c0000gn/T/codex-clipboard-c7858ebd-e6a9-4436-a91f-b6e7470133da.png.</a:t>
            </a:r>
          </a:p>
          <a:p xmlns:a="http://schemas.openxmlformats.org/drawingml/2006/main">
            <a:r>
              <a:t>- The foundational architecture Markdown document mentioned in the brief was not supplied. Definitions here stay within the brief and the supplied images. Internal working material, non-canonical.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ACTUS is the trusted execution layer or protocol. The supplied reference gives its core flow as Request, Govern, Execute, Evidence. The user brief explicitly describes it as not document-specific.</a:t>
            </a:r>
          </a:p>
          <a:p xmlns:a="http://schemas.openxmlformats.org/drawingml/2006/main">
            <a:r>
              <a:t>- eDoc is the canonical transaction and evidence object. Its source fields are Intent, Content, Parties, State, Signatures and Lifecycle. It is the shared object that represents the transaction, not merely a document file.</a:t>
            </a:r>
          </a:p>
          <a:p xmlns:a="http://schemas.openxmlformats.org/drawingml/2006/main">
            <a:r>
              <a:t>- Trusted records and evidence are described in the supplied diagram as immutable, verifiable and long-term institutional evidence. These are intended properties of the proposed architecture, not independently validated implementation guarantees.</a:t>
            </a:r>
          </a:p>
          <a:p xmlns:a="http://schemas.openxmlformats.org/drawingml/2006/main">
            <a:r>
              <a:t>- Illustrative future scenario: an agent requests a supplier payment. HOROS provides its organizational context, AUTHOS determines permitted authority and policy constraints, SANTOS coordinates the steps, and ACTUS governs the action and captures evidence. eDoc represents the transaction and its state, while trusted records preserve the evidence. This example explains the proposed role boundaries, not an implemented product workflow.</a:t>
            </a:r>
          </a:p>
          <a:p xmlns:a="http://schemas.openxmlformats.org/drawingml/2006/main">
            <a:r>
              <a:t>- Icon artwork: Circularo skill assets/icons/circularo/gear.svg, document.svg and database.svg.</a:t>
            </a:r>
          </a:p>
          <a:p xmlns:a="http://schemas.openxmlformats.org/drawingml/2006/main">
            <a:r>
              <a:t>- Source: user-provided investor architecture brief and two reference slide images in this conversation, 29 September 2026. The architectural concepts are proposed direction. Deployment references are management-reported, not independently verified governed records.</a:t>
            </a:r>
          </a:p>
          <a:p xmlns:a="http://schemas.openxmlformats.org/drawingml/2006/main">
            <a:r>
              <a:t>- Architecture image: /var/folders/nc/qchftdf551d24chvqb96fs0c0000gn/T/codex-clipboard-4fb763e5-996b-4adb-b7b7-43a908f9860c.png. Progression image: /var/folders/nc/qchftdf551d24chvqb96fs0c0000gn/T/codex-clipboard-c7858ebd-e6a9-4436-a91f-b6e7470133da.png.</a:t>
            </a:r>
          </a:p>
          <a:p xmlns:a="http://schemas.openxmlformats.org/drawingml/2006/main">
            <a:r>
              <a:t>- The foundational architecture Markdown document mentioned in the brief was not supplied. Definitions here stay within the brief and the supplied images. Internal working material, non-canonical.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97553aedfd44d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c046f9d4fdd46d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50f07acc86e47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2fc368a844d424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fd83303daa144d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ca5ca3cfae847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20FA5F4-8626-47C4-B2C5-EB36DD759B30}"/>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9CAC08A-D721-4C8E-857A-EE648FD3DB6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4AFFB06B-3335-4C86-8116-9F54AE770C5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8879040B-AAA2-42E7-90E5-D8989D8822C8}"/>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59210110-3DC7-42FB-84AB-A81AFFEA862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CBD72FF-A5ED-44E0-8495-38E6D16EE208}"/>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56B24D7-B131-4394-B4AA-E96B2A7736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F7B8E5CC-12F0-4B6B-A14E-38F0F68899C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73A69B3B-BFAF-41AC-A376-AC0B6897BE1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CDDADC8-E0C0-43F7-998A-94DF86035C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B4B6B80-EECD-489C-847D-B9E4FB0ADA5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C8B95E49-BF43-48E8-84B5-DE8D2EAFDBA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C5F34E3-1719-46B9-9F5B-0D1F137A745E}"/>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E6CD4FBE-269E-401B-ACAB-4983CBD836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AB84E78A-96AE-4DDF-B5BC-E94DB6F91E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cc8e86e9f54467" /><Relationship Type="http://schemas.openxmlformats.org/officeDocument/2006/relationships/slideLayout" Target="/ppt/slideLayouts/slideLayout1.xml" Id="Rdea876ab4d3641b4" /><Relationship Type="http://schemas.openxmlformats.org/officeDocument/2006/relationships/slideLayout" Target="/ppt/slideLayouts/slideLayout2.xml" Id="R8ffafa0e1c754202" /><Relationship Type="http://schemas.openxmlformats.org/officeDocument/2006/relationships/slideLayout" Target="/ppt/slideLayouts/slideLayout3.xml" Id="R64a8039a48d04668" /><Relationship Type="http://schemas.openxmlformats.org/officeDocument/2006/relationships/slideLayout" Target="/ppt/slideLayouts/slideLayout4.xml" Id="R0d40b97f2f774704" /><Relationship Type="http://schemas.openxmlformats.org/officeDocument/2006/relationships/slideLayout" Target="/ppt/slideLayouts/slideLayout5.xml" Id="R9ec03b8596c742c8" /><Relationship Type="http://schemas.openxmlformats.org/officeDocument/2006/relationships/slideLayout" Target="/ppt/slideLayouts/slideLayout6.xml" Id="R37239abfd2fe42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a876ab4d3641b4"/>
    <p:sldLayoutId xmlns:r="http://schemas.openxmlformats.org/officeDocument/2006/relationships" id="2147483650" r:id="R8ffafa0e1c754202"/>
    <p:sldLayoutId xmlns:r="http://schemas.openxmlformats.org/officeDocument/2006/relationships" id="2147483651" r:id="R64a8039a48d04668"/>
    <p:sldLayoutId xmlns:r="http://schemas.openxmlformats.org/officeDocument/2006/relationships" id="2147483652" r:id="R0d40b97f2f774704"/>
    <p:sldLayoutId xmlns:r="http://schemas.openxmlformats.org/officeDocument/2006/relationships" id="2147483653" r:id="R9ec03b8596c742c8"/>
    <p:sldLayoutId xmlns:r="http://schemas.openxmlformats.org/officeDocument/2006/relationships" id="2147483654" r:id="R37239abfd2fe42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ea341726b06488f" /><Relationship Type="http://schemas.openxmlformats.org/officeDocument/2006/relationships/image" Target="/ppt/media/image.png" Id="R2e16ce48799c49f5" /><Relationship Type="http://schemas.openxmlformats.org/officeDocument/2006/relationships/notesSlide" Target="/ppt/notesSlides/notesSlide1.xml" Id="R1ae98b20af8d43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e65886f19ba4416" /><Relationship Type="http://schemas.openxmlformats.org/officeDocument/2006/relationships/image" Target="/ppt/media/image2.png" Id="Rf209e43fe8c24163" /><Relationship Type="http://schemas.openxmlformats.org/officeDocument/2006/relationships/notesSlide" Target="/ppt/notesSlides/notesSlide2.xml" Id="R69dcb537f3e84e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b94b749fc764768" /><Relationship Type="http://schemas.openxmlformats.org/officeDocument/2006/relationships/image" Target="/ppt/media/image3.png" Id="R286c8e409d46447f" /><Relationship Type="http://schemas.openxmlformats.org/officeDocument/2006/relationships/image" Target="/ppt/media/image4.png" Id="R28f9ebb02a8946f1" /><Relationship Type="http://schemas.openxmlformats.org/officeDocument/2006/relationships/image" Target="/ppt/media/image5.png" Id="R149694e0b8d44321" /><Relationship Type="http://schemas.openxmlformats.org/officeDocument/2006/relationships/image" Target="/ppt/media/image6.png" Id="R4b36df393af9427a" /><Relationship Type="http://schemas.openxmlformats.org/officeDocument/2006/relationships/notesSlide" Target="/ppt/notesSlides/notesSlide3.xml" Id="Ra3d7197e398e4a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7de5c6502b94fd0" /><Relationship Type="http://schemas.openxmlformats.org/officeDocument/2006/relationships/image" Target="/ppt/media/image7.png" Id="Rd0e87c18f26047ea" /><Relationship Type="http://schemas.openxmlformats.org/officeDocument/2006/relationships/image" Target="/ppt/media/image8.png" Id="Rb415267a7eee4177" /><Relationship Type="http://schemas.openxmlformats.org/officeDocument/2006/relationships/image" Target="/ppt/media/image9.png" Id="R62ccbd70bdb0478d" /><Relationship Type="http://schemas.openxmlformats.org/officeDocument/2006/relationships/image" Target="/ppt/media/image10.png" Id="Rfc2aad44d5234882" /><Relationship Type="http://schemas.openxmlformats.org/officeDocument/2006/relationships/notesSlide" Target="/ppt/notesSlides/notesSlide4.xml" Id="Rf5495bf37a2446d1" /></Relationships>
</file>

<file path=ppt/slides/slide1.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cxnSp>
        <p:nvCxnSpPr>
          <p:cNvPr id="34" name=""/>
          <p:cNvCxnSpPr>
            <a:stCxn xmlns:a="http://schemas.openxmlformats.org/drawingml/2006/main" id="8" idx="2"/>
            <a:endCxn xmlns:a="http://schemas.openxmlformats.org/drawingml/2006/main" id="16" idx="0"/>
          </p:cNvCxnSpPr>
          <p:nvPr/>
        </p:nvCxnSpPr>
        <p:spPr>
          <a:xfrm xmlns:a="http://schemas.openxmlformats.org/drawingml/2006/main" flipH="1">
            <a:off x="4657725" y="3429000"/>
            <a:ext cx="2876550" cy="323850"/>
          </a:xfrm>
          <a:prstGeom xmlns:a="http://schemas.openxmlformats.org/drawingml/2006/main" prst="bentConnector4">
            <a:avLst>
              <a:gd name="adj1" fmla="val 0"/>
              <a:gd name="adj2" fmla="val 50000"/>
            </a:avLst>
          </a:prstGeom>
          <a:ln xmlns:a="http://schemas.openxmlformats.org/drawingml/2006/main" w="19050">
            <a:solidFill>
              <a:srgbClr val="F5EDFF"/>
            </a:solidFill>
            <a:tailEnd type="triangle" w="sm" len="sm"/>
          </a:ln>
        </p:spPr>
      </p:cxnSp>
      <p:cxnSp>
        <p:nvCxnSpPr>
          <p:cNvPr id="35" name=""/>
          <p:cNvCxnSpPr>
            <a:stCxn xmlns:a="http://schemas.openxmlformats.org/drawingml/2006/main" id="7" idx="2"/>
            <a:endCxn xmlns:a="http://schemas.openxmlformats.org/drawingml/2006/main" id="16" idx="0"/>
          </p:cNvCxnSpPr>
          <p:nvPr/>
        </p:nvCxnSpPr>
        <p:spPr>
          <a:xfrm xmlns:a="http://schemas.openxmlformats.org/drawingml/2006/main">
            <a:off x="4657725" y="3429000"/>
            <a:ext cx="0" cy="323850"/>
          </a:xfrm>
          <a:prstGeom xmlns:a="http://schemas.openxmlformats.org/drawingml/2006/main" prst="straightConnector1">
            <a:avLst/>
          </a:prstGeom>
          <a:ln xmlns:a="http://schemas.openxmlformats.org/drawingml/2006/main" w="19050">
            <a:solidFill>
              <a:srgbClr val="F5EDFF"/>
            </a:solidFill>
            <a:tailEnd type="triangle" w="sm" len="sm"/>
          </a:ln>
        </p:spPr>
      </p:cxnSp>
      <p:cxnSp>
        <p:nvCxnSpPr>
          <p:cNvPr id="36" name=""/>
          <p:cNvCxnSpPr>
            <a:stCxn xmlns:a="http://schemas.openxmlformats.org/drawingml/2006/main" id="19" idx="3"/>
            <a:endCxn xmlns:a="http://schemas.openxmlformats.org/drawingml/2006/main" id="22" idx="1"/>
          </p:cNvCxnSpPr>
          <p:nvPr/>
        </p:nvCxnSpPr>
        <p:spPr>
          <a:xfrm xmlns:a="http://schemas.openxmlformats.org/drawingml/2006/main">
            <a:off x="8858250" y="4295775"/>
            <a:ext cx="228600" cy="0"/>
          </a:xfrm>
          <a:prstGeom xmlns:a="http://schemas.openxmlformats.org/drawingml/2006/main" prst="straightConnector1">
            <a:avLst/>
          </a:prstGeom>
          <a:ln xmlns:a="http://schemas.openxmlformats.org/drawingml/2006/main" w="19050">
            <a:solidFill>
              <a:srgbClr val="FFFFFF"/>
            </a:solidFill>
            <a:tailEnd type="triangle" w="sm" len="sm"/>
          </a:ln>
        </p:spPr>
      </p:cxnSp>
      <p:cxnSp>
        <p:nvCxnSpPr>
          <p:cNvPr id="37" name=""/>
          <p:cNvCxnSpPr>
            <a:stCxn xmlns:a="http://schemas.openxmlformats.org/drawingml/2006/main" id="16" idx="3"/>
            <a:endCxn xmlns:a="http://schemas.openxmlformats.org/drawingml/2006/main" id="19" idx="1"/>
          </p:cNvCxnSpPr>
          <p:nvPr/>
        </p:nvCxnSpPr>
        <p:spPr>
          <a:xfrm xmlns:a="http://schemas.openxmlformats.org/drawingml/2006/main">
            <a:off x="5981700" y="4295775"/>
            <a:ext cx="228600" cy="0"/>
          </a:xfrm>
          <a:prstGeom xmlns:a="http://schemas.openxmlformats.org/drawingml/2006/main" prst="straightConnector1">
            <a:avLst/>
          </a:prstGeom>
          <a:ln xmlns:a="http://schemas.openxmlformats.org/drawingml/2006/main" w="19050">
            <a:solidFill>
              <a:srgbClr val="FFFFFF"/>
            </a:solidFill>
            <a:tailEnd type="triangle" w="sm" len="sm"/>
          </a:ln>
        </p:spPr>
      </p:cxnSp>
      <p:cxnSp>
        <p:nvCxnSpPr>
          <p:cNvPr id="38" name=""/>
          <p:cNvCxnSpPr>
            <a:stCxn xmlns:a="http://schemas.openxmlformats.org/drawingml/2006/main" id="13" idx="3"/>
            <a:endCxn xmlns:a="http://schemas.openxmlformats.org/drawingml/2006/main" id="16" idx="1"/>
          </p:cNvCxnSpPr>
          <p:nvPr/>
        </p:nvCxnSpPr>
        <p:spPr>
          <a:xfrm xmlns:a="http://schemas.openxmlformats.org/drawingml/2006/main">
            <a:off x="3105150" y="4295775"/>
            <a:ext cx="228600" cy="0"/>
          </a:xfrm>
          <a:prstGeom xmlns:a="http://schemas.openxmlformats.org/drawingml/2006/main" prst="straightConnector1">
            <a:avLst/>
          </a:prstGeom>
          <a:ln xmlns:a="http://schemas.openxmlformats.org/drawingml/2006/main" w="19050">
            <a:solidFill>
              <a:srgbClr val="FFFFFF"/>
            </a:solidFill>
            <a:tailEnd type="triangle" w="sm" len="sm"/>
          </a:ln>
        </p:spPr>
      </p:cxn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2e16ce48799c49f5"/>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656C462A-653D-4DB3-B304-D7F6F7088DAD}"/>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01</a:t>
            </a:r>
          </a:p>
        </p:txBody>
      </p:sp>
      <p:sp>
        <p:nvSpPr>
          <p:cNvPr id="3" name="copy-1">
            <a:extLst xmlns:a="http://schemas.openxmlformats.org/drawingml/2006/main">
              <a:ext uri="{FF2B5EF4-FFF2-40B4-BE49-F238E27FC236}">
                <a16:creationId xmlns:a16="http://schemas.microsoft.com/office/drawing/2014/main" id="{6E21B40B-8BF0-4BEF-97B1-A5EA0CCED8C1}"/>
              </a:ext>
            </a:extLst>
          </p:cNvPr>
          <p:cNvSpPr>
            <a:spLocks xmlns:a="http://schemas.openxmlformats.org/drawingml/2006/main" noGrp="1"/>
          </p:cNvSpPr>
          <p:nvPr/>
        </p:nvSpPr>
        <p:spPr>
          <a:xfrm xmlns:a="http://schemas.openxmlformats.org/drawingml/2006/main">
            <a:off x="990600" y="295275"/>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F5EDFF"/>
                </a:solidFill>
                <a:latin typeface="Mulish"/>
                <a:ea typeface="Mulish"/>
                <a:cs typeface="Mulish"/>
              </a:defRPr>
            </a:pPr>
            <a:r>
              <a:rPr sz="1350" b="1">
                <a:solidFill>
                  <a:srgbClr val="F5EDFF"/>
                </a:solidFill>
                <a:latin typeface="Mulish"/>
                <a:ea typeface="Mulish"/>
                <a:cs typeface="Mulish"/>
              </a:rPr>
              <a:t>NEXT-GENERATION CIRCULARO  /  PROPOSED ARCHITECTURE</a:t>
            </a:r>
          </a:p>
        </p:txBody>
      </p:sp>
      <p:sp>
        <p:nvSpPr>
          <p:cNvPr id="4" name="copy-2">
            <a:extLst xmlns:a="http://schemas.openxmlformats.org/drawingml/2006/main">
              <a:ext uri="{FF2B5EF4-FFF2-40B4-BE49-F238E27FC236}">
                <a16:creationId xmlns:a16="http://schemas.microsoft.com/office/drawing/2014/main" id="{218364C2-F7D2-4854-8902-30D1D1CAF3C2}"/>
              </a:ext>
            </a:extLst>
          </p:cNvPr>
          <p:cNvSpPr>
            <a:spLocks xmlns:a="http://schemas.openxmlformats.org/drawingml/2006/main" noGrp="1"/>
          </p:cNvSpPr>
          <p:nvPr/>
        </p:nvSpPr>
        <p:spPr>
          <a:xfrm xmlns:a="http://schemas.openxmlformats.org/drawingml/2006/main">
            <a:off x="457200" y="914400"/>
            <a:ext cx="11277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FFFFFF"/>
                </a:solidFill>
                <a:latin typeface="Spartan"/>
                <a:ea typeface="Spartan"/>
                <a:cs typeface="Spartan"/>
              </a:defRPr>
            </a:pPr>
            <a:r>
              <a:rPr sz="3600" b="1">
                <a:solidFill>
                  <a:srgbClr val="FFFFFF"/>
                </a:solidFill>
                <a:latin typeface="Spartan"/>
                <a:ea typeface="Spartan"/>
                <a:cs typeface="Spartan"/>
              </a:rPr>
              <a:t>From eSignatures to</a:t>
            </a:r>
          </a:p>
          <a:p xmlns:a="http://schemas.openxmlformats.org/drawingml/2006/main">
            <a:pPr algn="l">
              <a:defRPr sz="3600" b="1">
                <a:solidFill>
                  <a:srgbClr val="FFFFFF"/>
                </a:solidFill>
                <a:latin typeface="Spartan"/>
                <a:ea typeface="Spartan"/>
                <a:cs typeface="Spartan"/>
              </a:defRPr>
            </a:pPr>
            <a:r>
              <a:rPr sz="3600" b="1">
                <a:solidFill>
                  <a:srgbClr val="FFFFFF"/>
                </a:solidFill>
                <a:latin typeface="Spartan"/>
                <a:ea typeface="Spartan"/>
                <a:cs typeface="Spartan"/>
              </a:rPr>
              <a:t>Agentic Trusted Execution</a:t>
            </a:r>
          </a:p>
        </p:txBody>
      </p:sp>
      <p:sp>
        <p:nvSpPr>
          <p:cNvPr id="5" name="copy-3">
            <a:extLst xmlns:a="http://schemas.openxmlformats.org/drawingml/2006/main">
              <a:ext uri="{FF2B5EF4-FFF2-40B4-BE49-F238E27FC236}">
                <a16:creationId xmlns:a16="http://schemas.microsoft.com/office/drawing/2014/main" id="{8B2FD53B-63D2-4FC3-BDD1-2DE1B4182E86}"/>
              </a:ext>
            </a:extLst>
          </p:cNvPr>
          <p:cNvSpPr>
            <a:spLocks xmlns:a="http://schemas.openxmlformats.org/drawingml/2006/main" noGrp="1"/>
          </p:cNvSpPr>
          <p:nvPr/>
        </p:nvSpPr>
        <p:spPr>
          <a:xfrm xmlns:a="http://schemas.openxmlformats.org/drawingml/2006/main">
            <a:off x="457200" y="2133600"/>
            <a:ext cx="112776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Trust infrastructure for humans, enterprise systems and AI agents</a:t>
            </a:r>
          </a:p>
        </p:txBody>
      </p:sp>
      <p:sp>
        <p:nvSpPr>
          <p:cNvPr id="6" name="copy-4">
            <a:extLst xmlns:a="http://schemas.openxmlformats.org/drawingml/2006/main">
              <a:ext uri="{FF2B5EF4-FFF2-40B4-BE49-F238E27FC236}">
                <a16:creationId xmlns:a16="http://schemas.microsoft.com/office/drawing/2014/main" id="{FD988C68-A387-4984-9BCB-9D580A4B5532}"/>
              </a:ext>
            </a:extLst>
          </p:cNvPr>
          <p:cNvSpPr>
            <a:spLocks xmlns:a="http://schemas.openxmlformats.org/drawingml/2006/main" noGrp="1"/>
          </p:cNvSpPr>
          <p:nvPr/>
        </p:nvSpPr>
        <p:spPr>
          <a:xfrm xmlns:a="http://schemas.openxmlformats.org/drawingml/2006/main">
            <a:off x="457200" y="2943225"/>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F5EDFF"/>
                </a:solidFill>
                <a:latin typeface="Mulish"/>
                <a:ea typeface="Mulish"/>
                <a:cs typeface="Mulish"/>
              </a:defRPr>
            </a:pPr>
            <a:r>
              <a:rPr sz="1600" b="1">
                <a:solidFill>
                  <a:srgbClr val="F5EDFF"/>
                </a:solidFill>
                <a:latin typeface="Mulish"/>
                <a:ea typeface="Mulish"/>
                <a:cs typeface="Mulish"/>
              </a:rPr>
              <a:t>GOVERNED BY</a:t>
            </a:r>
          </a:p>
        </p:txBody>
      </p:sp>
      <p:sp>
        <p:nvSpPr>
          <p:cNvPr id="7" name="organizational-context">
            <a:extLst xmlns:a="http://schemas.openxmlformats.org/drawingml/2006/main">
              <a:ext uri="{FF2B5EF4-FFF2-40B4-BE49-F238E27FC236}">
                <a16:creationId xmlns:a16="http://schemas.microsoft.com/office/drawing/2014/main" id="{FC4466C4-53AE-47EE-B44E-1D907C49B792}"/>
              </a:ext>
            </a:extLst>
          </p:cNvPr>
          <p:cNvSpPr>
            <a:spLocks xmlns:a="http://schemas.openxmlformats.org/drawingml/2006/main" noGrp="1"/>
          </p:cNvSpPr>
          <p:nvPr/>
        </p:nvSpPr>
        <p:spPr>
          <a:xfrm xmlns:a="http://schemas.openxmlformats.org/drawingml/2006/main">
            <a:off x="3333750" y="2705100"/>
            <a:ext cx="2647950" cy="723900"/>
          </a:xfrm>
          <a:prstGeom xmlns:a="http://schemas.openxmlformats.org/drawingml/2006/main" prst="rect">
            <a:avLst/>
          </a:prstGeom>
          <a:solidFill xmlns:a="http://schemas.openxmlformats.org/drawingml/2006/main">
            <a:srgbClr val="1D0090"/>
          </a:solidFill>
          <a:ln xmlns:a="http://schemas.openxmlformats.org/drawingml/2006/main" w="9525">
            <a:solidFill>
              <a:srgbClr val="F5EDFF"/>
            </a:solidFill>
            <a:prstDash val="solid"/>
          </a:ln>
        </p:spPr>
      </p:sp>
      <p:sp>
        <p:nvSpPr>
          <p:cNvPr id="8" name="authority-policy">
            <a:extLst xmlns:a="http://schemas.openxmlformats.org/drawingml/2006/main">
              <a:ext uri="{FF2B5EF4-FFF2-40B4-BE49-F238E27FC236}">
                <a16:creationId xmlns:a16="http://schemas.microsoft.com/office/drawing/2014/main" id="{694AA234-C100-4D85-A3A6-D44538759E69}"/>
              </a:ext>
            </a:extLst>
          </p:cNvPr>
          <p:cNvSpPr>
            <a:spLocks xmlns:a="http://schemas.openxmlformats.org/drawingml/2006/main" noGrp="1"/>
          </p:cNvSpPr>
          <p:nvPr/>
        </p:nvSpPr>
        <p:spPr>
          <a:xfrm xmlns:a="http://schemas.openxmlformats.org/drawingml/2006/main">
            <a:off x="6210300" y="2705100"/>
            <a:ext cx="2647950" cy="723900"/>
          </a:xfrm>
          <a:prstGeom xmlns:a="http://schemas.openxmlformats.org/drawingml/2006/main" prst="rect">
            <a:avLst/>
          </a:prstGeom>
          <a:solidFill xmlns:a="http://schemas.openxmlformats.org/drawingml/2006/main">
            <a:srgbClr val="1D0090"/>
          </a:solidFill>
          <a:ln xmlns:a="http://schemas.openxmlformats.org/drawingml/2006/main" w="9525">
            <a:solidFill>
              <a:srgbClr val="F5EDFF"/>
            </a:solidFill>
            <a:prstDash val="solid"/>
          </a:ln>
        </p:spPr>
      </p:sp>
      <p:sp>
        <p:nvSpPr>
          <p:cNvPr id="9" name="copy-5">
            <a:extLst xmlns:a="http://schemas.openxmlformats.org/drawingml/2006/main">
              <a:ext uri="{FF2B5EF4-FFF2-40B4-BE49-F238E27FC236}">
                <a16:creationId xmlns:a16="http://schemas.microsoft.com/office/drawing/2014/main" id="{D03D6F19-F42C-450A-BC3D-121DD96C2472}"/>
              </a:ext>
            </a:extLst>
          </p:cNvPr>
          <p:cNvSpPr>
            <a:spLocks xmlns:a="http://schemas.openxmlformats.org/drawingml/2006/main" noGrp="1"/>
          </p:cNvSpPr>
          <p:nvPr/>
        </p:nvSpPr>
        <p:spPr>
          <a:xfrm xmlns:a="http://schemas.openxmlformats.org/drawingml/2006/main">
            <a:off x="3486150" y="2819400"/>
            <a:ext cx="2438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FFFFFF"/>
                </a:solidFill>
                <a:latin typeface="Mulish"/>
                <a:ea typeface="Mulish"/>
                <a:cs typeface="Mulish"/>
              </a:defRPr>
            </a:pPr>
            <a:r>
              <a:rPr sz="1725" b="1">
                <a:solidFill>
                  <a:srgbClr val="FFFFFF"/>
                </a:solidFill>
                <a:latin typeface="Mulish"/>
                <a:ea typeface="Mulish"/>
                <a:cs typeface="Mulish"/>
              </a:rPr>
              <a:t>Organizational context</a:t>
            </a:r>
          </a:p>
        </p:txBody>
      </p:sp>
      <p:sp>
        <p:nvSpPr>
          <p:cNvPr id="10" name="copy-6">
            <a:extLst xmlns:a="http://schemas.openxmlformats.org/drawingml/2006/main">
              <a:ext uri="{FF2B5EF4-FFF2-40B4-BE49-F238E27FC236}">
                <a16:creationId xmlns:a16="http://schemas.microsoft.com/office/drawing/2014/main" id="{9B7D8A92-0B0F-4400-8727-986364DE02D6}"/>
              </a:ext>
            </a:extLst>
          </p:cNvPr>
          <p:cNvSpPr>
            <a:spLocks xmlns:a="http://schemas.openxmlformats.org/drawingml/2006/main" noGrp="1"/>
          </p:cNvSpPr>
          <p:nvPr/>
        </p:nvSpPr>
        <p:spPr>
          <a:xfrm xmlns:a="http://schemas.openxmlformats.org/drawingml/2006/main">
            <a:off x="3486150" y="3143250"/>
            <a:ext cx="2362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F5EDFF"/>
                </a:solidFill>
                <a:latin typeface="Mulish"/>
                <a:ea typeface="Mulish"/>
                <a:cs typeface="Mulish"/>
              </a:defRPr>
            </a:pPr>
            <a:r>
              <a:rPr sz="1600" b="0">
                <a:solidFill>
                  <a:srgbClr val="F5EDFF"/>
                </a:solidFill>
                <a:latin typeface="Mulish"/>
                <a:ea typeface="Mulish"/>
                <a:cs typeface="Mulish"/>
              </a:rPr>
              <a:t>HOROS</a:t>
            </a:r>
          </a:p>
        </p:txBody>
      </p:sp>
      <p:sp>
        <p:nvSpPr>
          <p:cNvPr id="11" name="copy-7">
            <a:extLst xmlns:a="http://schemas.openxmlformats.org/drawingml/2006/main">
              <a:ext uri="{FF2B5EF4-FFF2-40B4-BE49-F238E27FC236}">
                <a16:creationId xmlns:a16="http://schemas.microsoft.com/office/drawing/2014/main" id="{89B1AB99-2338-4699-862E-C6763899B9C7}"/>
              </a:ext>
            </a:extLst>
          </p:cNvPr>
          <p:cNvSpPr>
            <a:spLocks xmlns:a="http://schemas.openxmlformats.org/drawingml/2006/main" noGrp="1"/>
          </p:cNvSpPr>
          <p:nvPr/>
        </p:nvSpPr>
        <p:spPr>
          <a:xfrm xmlns:a="http://schemas.openxmlformats.org/drawingml/2006/main">
            <a:off x="6362700" y="2819400"/>
            <a:ext cx="2362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FFFFFF"/>
                </a:solidFill>
                <a:latin typeface="Mulish"/>
                <a:ea typeface="Mulish"/>
                <a:cs typeface="Mulish"/>
              </a:defRPr>
            </a:pPr>
            <a:r>
              <a:rPr sz="1725" b="1">
                <a:solidFill>
                  <a:srgbClr val="FFFFFF"/>
                </a:solidFill>
                <a:latin typeface="Mulish"/>
                <a:ea typeface="Mulish"/>
                <a:cs typeface="Mulish"/>
              </a:rPr>
              <a:t>Authority &amp; policy</a:t>
            </a:r>
          </a:p>
        </p:txBody>
      </p:sp>
      <p:sp>
        <p:nvSpPr>
          <p:cNvPr id="12" name="copy-8">
            <a:extLst xmlns:a="http://schemas.openxmlformats.org/drawingml/2006/main">
              <a:ext uri="{FF2B5EF4-FFF2-40B4-BE49-F238E27FC236}">
                <a16:creationId xmlns:a16="http://schemas.microsoft.com/office/drawing/2014/main" id="{D57D8BB7-CE22-4B15-882B-91D4D33BBCAF}"/>
              </a:ext>
            </a:extLst>
          </p:cNvPr>
          <p:cNvSpPr>
            <a:spLocks xmlns:a="http://schemas.openxmlformats.org/drawingml/2006/main" noGrp="1"/>
          </p:cNvSpPr>
          <p:nvPr/>
        </p:nvSpPr>
        <p:spPr>
          <a:xfrm xmlns:a="http://schemas.openxmlformats.org/drawingml/2006/main">
            <a:off x="6362700" y="3143250"/>
            <a:ext cx="2362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F5EDFF"/>
                </a:solidFill>
                <a:latin typeface="Mulish"/>
                <a:ea typeface="Mulish"/>
                <a:cs typeface="Mulish"/>
              </a:defRPr>
            </a:pPr>
            <a:r>
              <a:rPr sz="1600" b="0">
                <a:solidFill>
                  <a:srgbClr val="F5EDFF"/>
                </a:solidFill>
                <a:latin typeface="Mulish"/>
                <a:ea typeface="Mulish"/>
                <a:cs typeface="Mulish"/>
              </a:rPr>
              <a:t>AUTHOS</a:t>
            </a:r>
          </a:p>
        </p:txBody>
      </p:sp>
      <p:sp>
        <p:nvSpPr>
          <p:cNvPr id="13" name="architecture-stage-0">
            <a:extLst xmlns:a="http://schemas.openxmlformats.org/drawingml/2006/main">
              <a:ext uri="{FF2B5EF4-FFF2-40B4-BE49-F238E27FC236}">
                <a16:creationId xmlns:a16="http://schemas.microsoft.com/office/drawing/2014/main" id="{BBF04565-8E79-4AEA-BE3E-7BFCBC84C854}"/>
              </a:ext>
            </a:extLst>
          </p:cNvPr>
          <p:cNvSpPr>
            <a:spLocks xmlns:a="http://schemas.openxmlformats.org/drawingml/2006/main" noGrp="1"/>
          </p:cNvSpPr>
          <p:nvPr/>
        </p:nvSpPr>
        <p:spPr>
          <a:xfrm xmlns:a="http://schemas.openxmlformats.org/drawingml/2006/main">
            <a:off x="457200" y="3752850"/>
            <a:ext cx="2647950" cy="10858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 name="copy-9">
            <a:extLst xmlns:a="http://schemas.openxmlformats.org/drawingml/2006/main">
              <a:ext uri="{FF2B5EF4-FFF2-40B4-BE49-F238E27FC236}">
                <a16:creationId xmlns:a16="http://schemas.microsoft.com/office/drawing/2014/main" id="{76A17022-D79C-4D6B-BFF6-7C699DB3AB1D}"/>
              </a:ext>
            </a:extLst>
          </p:cNvPr>
          <p:cNvSpPr>
            <a:spLocks xmlns:a="http://schemas.openxmlformats.org/drawingml/2006/main" noGrp="1"/>
          </p:cNvSpPr>
          <p:nvPr/>
        </p:nvSpPr>
        <p:spPr>
          <a:xfrm xmlns:a="http://schemas.openxmlformats.org/drawingml/2006/main">
            <a:off x="609600" y="3886200"/>
            <a:ext cx="23526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D0090"/>
                </a:solidFill>
                <a:latin typeface="Spartan"/>
                <a:ea typeface="Spartan"/>
                <a:cs typeface="Spartan"/>
              </a:defRPr>
            </a:pPr>
            <a:r>
              <a:rPr sz="1800" b="1">
                <a:solidFill>
                  <a:srgbClr val="1D0090"/>
                </a:solidFill>
                <a:latin typeface="Spartan"/>
                <a:ea typeface="Spartan"/>
                <a:cs typeface="Spartan"/>
              </a:rPr>
              <a:t>Intelligent</a:t>
            </a:r>
          </a:p>
          <a:p xmlns:a="http://schemas.openxmlformats.org/drawingml/2006/main">
            <a:pPr algn="l">
              <a:defRPr sz="1800" b="1">
                <a:solidFill>
                  <a:srgbClr val="1D0090"/>
                </a:solidFill>
                <a:latin typeface="Spartan"/>
                <a:ea typeface="Spartan"/>
                <a:cs typeface="Spartan"/>
              </a:defRPr>
            </a:pPr>
            <a:r>
              <a:rPr sz="1800" b="1">
                <a:solidFill>
                  <a:srgbClr val="1D0090"/>
                </a:solidFill>
                <a:latin typeface="Spartan"/>
                <a:ea typeface="Spartan"/>
                <a:cs typeface="Spartan"/>
              </a:rPr>
              <a:t>orchestration</a:t>
            </a:r>
          </a:p>
        </p:txBody>
      </p:sp>
      <p:sp>
        <p:nvSpPr>
          <p:cNvPr id="15" name="copy-10">
            <a:extLst xmlns:a="http://schemas.openxmlformats.org/drawingml/2006/main">
              <a:ext uri="{FF2B5EF4-FFF2-40B4-BE49-F238E27FC236}">
                <a16:creationId xmlns:a16="http://schemas.microsoft.com/office/drawing/2014/main" id="{A6647FE3-733A-42CA-9B1A-F91656E5FD08}"/>
              </a:ext>
            </a:extLst>
          </p:cNvPr>
          <p:cNvSpPr>
            <a:spLocks xmlns:a="http://schemas.openxmlformats.org/drawingml/2006/main" noGrp="1"/>
          </p:cNvSpPr>
          <p:nvPr/>
        </p:nvSpPr>
        <p:spPr>
          <a:xfrm xmlns:a="http://schemas.openxmlformats.org/drawingml/2006/main">
            <a:off x="609600" y="4552950"/>
            <a:ext cx="23526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667085"/>
                </a:solidFill>
                <a:latin typeface="Mulish"/>
                <a:ea typeface="Mulish"/>
                <a:cs typeface="Mulish"/>
              </a:defRPr>
            </a:pPr>
            <a:r>
              <a:rPr sz="1600" b="0">
                <a:solidFill>
                  <a:srgbClr val="667085"/>
                </a:solidFill>
                <a:latin typeface="Mulish"/>
                <a:ea typeface="Mulish"/>
                <a:cs typeface="Mulish"/>
              </a:rPr>
              <a:t>SANTOS</a:t>
            </a:r>
          </a:p>
        </p:txBody>
      </p:sp>
      <p:sp>
        <p:nvSpPr>
          <p:cNvPr id="16" name="architecture-stage-1">
            <a:extLst xmlns:a="http://schemas.openxmlformats.org/drawingml/2006/main">
              <a:ext uri="{FF2B5EF4-FFF2-40B4-BE49-F238E27FC236}">
                <a16:creationId xmlns:a16="http://schemas.microsoft.com/office/drawing/2014/main" id="{D80C9C40-17CB-4F20-BDB0-9A79FB6167B3}"/>
              </a:ext>
            </a:extLst>
          </p:cNvPr>
          <p:cNvSpPr>
            <a:spLocks xmlns:a="http://schemas.openxmlformats.org/drawingml/2006/main" noGrp="1"/>
          </p:cNvSpPr>
          <p:nvPr/>
        </p:nvSpPr>
        <p:spPr>
          <a:xfrm xmlns:a="http://schemas.openxmlformats.org/drawingml/2006/main">
            <a:off x="3333750" y="3752850"/>
            <a:ext cx="2647950" cy="1085850"/>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17" name="copy-11">
            <a:extLst xmlns:a="http://schemas.openxmlformats.org/drawingml/2006/main">
              <a:ext uri="{FF2B5EF4-FFF2-40B4-BE49-F238E27FC236}">
                <a16:creationId xmlns:a16="http://schemas.microsoft.com/office/drawing/2014/main" id="{4EF900EE-45EF-414B-9A2D-A2E1365C0F00}"/>
              </a:ext>
            </a:extLst>
          </p:cNvPr>
          <p:cNvSpPr>
            <a:spLocks xmlns:a="http://schemas.openxmlformats.org/drawingml/2006/main" noGrp="1"/>
          </p:cNvSpPr>
          <p:nvPr/>
        </p:nvSpPr>
        <p:spPr>
          <a:xfrm xmlns:a="http://schemas.openxmlformats.org/drawingml/2006/main">
            <a:off x="3486150" y="3886200"/>
            <a:ext cx="23526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FFFFF"/>
                </a:solidFill>
                <a:latin typeface="Spartan"/>
                <a:ea typeface="Spartan"/>
                <a:cs typeface="Spartan"/>
              </a:defRPr>
            </a:pPr>
            <a:r>
              <a:rPr sz="1800" b="1">
                <a:solidFill>
                  <a:srgbClr val="FFFFFF"/>
                </a:solidFill>
                <a:latin typeface="Spartan"/>
                <a:ea typeface="Spartan"/>
                <a:cs typeface="Spartan"/>
              </a:rPr>
              <a:t>Trusted</a:t>
            </a:r>
          </a:p>
          <a:p xmlns:a="http://schemas.openxmlformats.org/drawingml/2006/main">
            <a:pPr algn="l">
              <a:defRPr sz="1800" b="1">
                <a:solidFill>
                  <a:srgbClr val="FFFFFF"/>
                </a:solidFill>
                <a:latin typeface="Spartan"/>
                <a:ea typeface="Spartan"/>
                <a:cs typeface="Spartan"/>
              </a:defRPr>
            </a:pPr>
            <a:r>
              <a:rPr sz="1800" b="1">
                <a:solidFill>
                  <a:srgbClr val="FFFFFF"/>
                </a:solidFill>
                <a:latin typeface="Spartan"/>
                <a:ea typeface="Spartan"/>
                <a:cs typeface="Spartan"/>
              </a:rPr>
              <a:t>execution</a:t>
            </a:r>
          </a:p>
        </p:txBody>
      </p:sp>
      <p:sp>
        <p:nvSpPr>
          <p:cNvPr id="18" name="copy-12">
            <a:extLst xmlns:a="http://schemas.openxmlformats.org/drawingml/2006/main">
              <a:ext uri="{FF2B5EF4-FFF2-40B4-BE49-F238E27FC236}">
                <a16:creationId xmlns:a16="http://schemas.microsoft.com/office/drawing/2014/main" id="{969D3FEA-99A1-444D-BB89-EE6CAF97A81C}"/>
              </a:ext>
            </a:extLst>
          </p:cNvPr>
          <p:cNvSpPr>
            <a:spLocks xmlns:a="http://schemas.openxmlformats.org/drawingml/2006/main" noGrp="1"/>
          </p:cNvSpPr>
          <p:nvPr/>
        </p:nvSpPr>
        <p:spPr>
          <a:xfrm xmlns:a="http://schemas.openxmlformats.org/drawingml/2006/main">
            <a:off x="3486150" y="4552950"/>
            <a:ext cx="23526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FFFFFF"/>
                </a:solidFill>
                <a:latin typeface="Mulish"/>
                <a:ea typeface="Mulish"/>
                <a:cs typeface="Mulish"/>
              </a:defRPr>
            </a:pPr>
            <a:r>
              <a:rPr sz="1600" b="0">
                <a:solidFill>
                  <a:srgbClr val="FFFFFF"/>
                </a:solidFill>
                <a:latin typeface="Mulish"/>
                <a:ea typeface="Mulish"/>
                <a:cs typeface="Mulish"/>
              </a:rPr>
              <a:t>ACTUS</a:t>
            </a:r>
          </a:p>
        </p:txBody>
      </p:sp>
      <p:sp>
        <p:nvSpPr>
          <p:cNvPr id="19" name="architecture-stage-2">
            <a:extLst xmlns:a="http://schemas.openxmlformats.org/drawingml/2006/main">
              <a:ext uri="{FF2B5EF4-FFF2-40B4-BE49-F238E27FC236}">
                <a16:creationId xmlns:a16="http://schemas.microsoft.com/office/drawing/2014/main" id="{B261577D-FB26-4E28-91BB-22229227B165}"/>
              </a:ext>
            </a:extLst>
          </p:cNvPr>
          <p:cNvSpPr>
            <a:spLocks xmlns:a="http://schemas.openxmlformats.org/drawingml/2006/main" noGrp="1"/>
          </p:cNvSpPr>
          <p:nvPr/>
        </p:nvSpPr>
        <p:spPr>
          <a:xfrm xmlns:a="http://schemas.openxmlformats.org/drawingml/2006/main">
            <a:off x="6210300" y="3752850"/>
            <a:ext cx="2647950" cy="10858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 name="copy-13">
            <a:extLst xmlns:a="http://schemas.openxmlformats.org/drawingml/2006/main">
              <a:ext uri="{FF2B5EF4-FFF2-40B4-BE49-F238E27FC236}">
                <a16:creationId xmlns:a16="http://schemas.microsoft.com/office/drawing/2014/main" id="{CC070361-1896-4CFF-BF37-45AA47DD2D6F}"/>
              </a:ext>
            </a:extLst>
          </p:cNvPr>
          <p:cNvSpPr>
            <a:spLocks xmlns:a="http://schemas.openxmlformats.org/drawingml/2006/main" noGrp="1"/>
          </p:cNvSpPr>
          <p:nvPr/>
        </p:nvSpPr>
        <p:spPr>
          <a:xfrm xmlns:a="http://schemas.openxmlformats.org/drawingml/2006/main">
            <a:off x="6362700" y="3886200"/>
            <a:ext cx="23526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D0090"/>
                </a:solidFill>
                <a:latin typeface="Spartan"/>
                <a:ea typeface="Spartan"/>
                <a:cs typeface="Spartan"/>
              </a:defRPr>
            </a:pPr>
            <a:r>
              <a:rPr sz="1800" b="1">
                <a:solidFill>
                  <a:srgbClr val="1D0090"/>
                </a:solidFill>
                <a:latin typeface="Spartan"/>
                <a:ea typeface="Spartan"/>
                <a:cs typeface="Spartan"/>
              </a:rPr>
              <a:t>Canonical</a:t>
            </a:r>
          </a:p>
          <a:p xmlns:a="http://schemas.openxmlformats.org/drawingml/2006/main">
            <a:pPr algn="l">
              <a:defRPr sz="1800" b="1">
                <a:solidFill>
                  <a:srgbClr val="1D0090"/>
                </a:solidFill>
                <a:latin typeface="Spartan"/>
                <a:ea typeface="Spartan"/>
                <a:cs typeface="Spartan"/>
              </a:defRPr>
            </a:pPr>
            <a:r>
              <a:rPr sz="1800" b="1">
                <a:solidFill>
                  <a:srgbClr val="1D0090"/>
                </a:solidFill>
                <a:latin typeface="Spartan"/>
                <a:ea typeface="Spartan"/>
                <a:cs typeface="Spartan"/>
              </a:rPr>
              <a:t>trust object</a:t>
            </a:r>
          </a:p>
        </p:txBody>
      </p:sp>
      <p:sp>
        <p:nvSpPr>
          <p:cNvPr id="21" name="copy-14">
            <a:extLst xmlns:a="http://schemas.openxmlformats.org/drawingml/2006/main">
              <a:ext uri="{FF2B5EF4-FFF2-40B4-BE49-F238E27FC236}">
                <a16:creationId xmlns:a16="http://schemas.microsoft.com/office/drawing/2014/main" id="{F922460D-0936-46A0-AACB-528142F25884}"/>
              </a:ext>
            </a:extLst>
          </p:cNvPr>
          <p:cNvSpPr>
            <a:spLocks xmlns:a="http://schemas.openxmlformats.org/drawingml/2006/main" noGrp="1"/>
          </p:cNvSpPr>
          <p:nvPr/>
        </p:nvSpPr>
        <p:spPr>
          <a:xfrm xmlns:a="http://schemas.openxmlformats.org/drawingml/2006/main">
            <a:off x="6362700" y="4552950"/>
            <a:ext cx="23526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667085"/>
                </a:solidFill>
                <a:latin typeface="Mulish"/>
                <a:ea typeface="Mulish"/>
                <a:cs typeface="Mulish"/>
              </a:defRPr>
            </a:pPr>
            <a:r>
              <a:rPr sz="1600" b="0">
                <a:solidFill>
                  <a:srgbClr val="667085"/>
                </a:solidFill>
                <a:latin typeface="Mulish"/>
                <a:ea typeface="Mulish"/>
                <a:cs typeface="Mulish"/>
              </a:rPr>
              <a:t>eDoc</a:t>
            </a:r>
          </a:p>
        </p:txBody>
      </p:sp>
      <p:sp>
        <p:nvSpPr>
          <p:cNvPr id="22" name="architecture-stage-3">
            <a:extLst xmlns:a="http://schemas.openxmlformats.org/drawingml/2006/main">
              <a:ext uri="{FF2B5EF4-FFF2-40B4-BE49-F238E27FC236}">
                <a16:creationId xmlns:a16="http://schemas.microsoft.com/office/drawing/2014/main" id="{09AA548E-ACC0-4764-A788-2F6E127EEBA1}"/>
              </a:ext>
            </a:extLst>
          </p:cNvPr>
          <p:cNvSpPr>
            <a:spLocks xmlns:a="http://schemas.openxmlformats.org/drawingml/2006/main" noGrp="1"/>
          </p:cNvSpPr>
          <p:nvPr/>
        </p:nvSpPr>
        <p:spPr>
          <a:xfrm xmlns:a="http://schemas.openxmlformats.org/drawingml/2006/main">
            <a:off x="9086850" y="3752850"/>
            <a:ext cx="2647950" cy="10858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 name="copy-15">
            <a:extLst xmlns:a="http://schemas.openxmlformats.org/drawingml/2006/main">
              <a:ext uri="{FF2B5EF4-FFF2-40B4-BE49-F238E27FC236}">
                <a16:creationId xmlns:a16="http://schemas.microsoft.com/office/drawing/2014/main" id="{CC536690-1EF3-4404-A879-19BB9E783C0F}"/>
              </a:ext>
            </a:extLst>
          </p:cNvPr>
          <p:cNvSpPr>
            <a:spLocks xmlns:a="http://schemas.openxmlformats.org/drawingml/2006/main" noGrp="1"/>
          </p:cNvSpPr>
          <p:nvPr/>
        </p:nvSpPr>
        <p:spPr>
          <a:xfrm xmlns:a="http://schemas.openxmlformats.org/drawingml/2006/main">
            <a:off x="9239250" y="3886200"/>
            <a:ext cx="23526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D0090"/>
                </a:solidFill>
                <a:latin typeface="Spartan"/>
                <a:ea typeface="Spartan"/>
                <a:cs typeface="Spartan"/>
              </a:defRPr>
            </a:pPr>
            <a:r>
              <a:rPr sz="1800" b="1">
                <a:solidFill>
                  <a:srgbClr val="1D0090"/>
                </a:solidFill>
                <a:latin typeface="Spartan"/>
                <a:ea typeface="Spartan"/>
                <a:cs typeface="Spartan"/>
              </a:rPr>
              <a:t>Trusted records</a:t>
            </a:r>
          </a:p>
          <a:p xmlns:a="http://schemas.openxmlformats.org/drawingml/2006/main">
            <a:pPr algn="l">
              <a:defRPr sz="1800" b="1">
                <a:solidFill>
                  <a:srgbClr val="1D0090"/>
                </a:solidFill>
                <a:latin typeface="Spartan"/>
                <a:ea typeface="Spartan"/>
                <a:cs typeface="Spartan"/>
              </a:defRPr>
            </a:pPr>
            <a:r>
              <a:rPr sz="1800" b="1">
                <a:solidFill>
                  <a:srgbClr val="1D0090"/>
                </a:solidFill>
                <a:latin typeface="Spartan"/>
                <a:ea typeface="Spartan"/>
                <a:cs typeface="Spartan"/>
              </a:rPr>
              <a:t>&amp; evidence</a:t>
            </a:r>
          </a:p>
        </p:txBody>
      </p:sp>
      <p:sp>
        <p:nvSpPr>
          <p:cNvPr id="24" name="copy-16">
            <a:extLst xmlns:a="http://schemas.openxmlformats.org/drawingml/2006/main">
              <a:ext uri="{FF2B5EF4-FFF2-40B4-BE49-F238E27FC236}">
                <a16:creationId xmlns:a16="http://schemas.microsoft.com/office/drawing/2014/main" id="{96D6CBE6-3E53-4D08-AD4B-2E837E4B9288}"/>
              </a:ext>
            </a:extLst>
          </p:cNvPr>
          <p:cNvSpPr>
            <a:spLocks xmlns:a="http://schemas.openxmlformats.org/drawingml/2006/main" noGrp="1"/>
          </p:cNvSpPr>
          <p:nvPr/>
        </p:nvSpPr>
        <p:spPr>
          <a:xfrm xmlns:a="http://schemas.openxmlformats.org/drawingml/2006/main">
            <a:off x="9239250" y="4552950"/>
            <a:ext cx="23526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667085"/>
                </a:solidFill>
                <a:latin typeface="Mulish"/>
                <a:ea typeface="Mulish"/>
                <a:cs typeface="Mulish"/>
              </a:defRPr>
            </a:pPr>
            <a:r>
              <a:rPr sz="1600" b="0">
                <a:solidFill>
                  <a:srgbClr val="667085"/>
                </a:solidFill>
                <a:latin typeface="Mulish"/>
                <a:ea typeface="Mulish"/>
                <a:cs typeface="Mulish"/>
              </a:rPr>
              <a:t>Institutional memory</a:t>
            </a:r>
          </a:p>
        </p:txBody>
      </p:sp>
      <p:sp>
        <p:nvSpPr>
          <p:cNvPr id="30" name="deployed-trust-foundation">
            <a:extLst xmlns:a="http://schemas.openxmlformats.org/drawingml/2006/main">
              <a:ext uri="{FF2B5EF4-FFF2-40B4-BE49-F238E27FC236}">
                <a16:creationId xmlns:a16="http://schemas.microsoft.com/office/drawing/2014/main" id="{FD6F4FE3-2612-4D28-A8D1-0B73724C5A83}"/>
              </a:ext>
            </a:extLst>
          </p:cNvPr>
          <p:cNvSpPr>
            <a:spLocks xmlns:a="http://schemas.openxmlformats.org/drawingml/2006/main" noGrp="1"/>
          </p:cNvSpPr>
          <p:nvPr/>
        </p:nvSpPr>
        <p:spPr>
          <a:xfrm xmlns:a="http://schemas.openxmlformats.org/drawingml/2006/main">
            <a:off x="457200" y="5181600"/>
            <a:ext cx="11277600" cy="9144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 name="copy-17">
            <a:extLst xmlns:a="http://schemas.openxmlformats.org/drawingml/2006/main">
              <a:ext uri="{FF2B5EF4-FFF2-40B4-BE49-F238E27FC236}">
                <a16:creationId xmlns:a16="http://schemas.microsoft.com/office/drawing/2014/main" id="{1784633D-77BB-4E32-B579-B51541A98E31}"/>
              </a:ext>
            </a:extLst>
          </p:cNvPr>
          <p:cNvSpPr>
            <a:spLocks xmlns:a="http://schemas.openxmlformats.org/drawingml/2006/main" noGrp="1"/>
          </p:cNvSpPr>
          <p:nvPr/>
        </p:nvSpPr>
        <p:spPr>
          <a:xfrm xmlns:a="http://schemas.openxmlformats.org/drawingml/2006/main">
            <a:off x="609600" y="5353050"/>
            <a:ext cx="24669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D0090"/>
                </a:solidFill>
                <a:latin typeface="Mulish"/>
                <a:ea typeface="Mulish"/>
                <a:cs typeface="Mulish"/>
              </a:defRPr>
            </a:pPr>
            <a:r>
              <a:rPr sz="1650" b="1">
                <a:solidFill>
                  <a:srgbClr val="1D0090"/>
                </a:solidFill>
                <a:latin typeface="Mulish"/>
                <a:ea typeface="Mulish"/>
                <a:cs typeface="Mulish"/>
              </a:rPr>
              <a:t>EXISTING TRUST</a:t>
            </a:r>
          </a:p>
          <a:p xmlns:a="http://schemas.openxmlformats.org/drawingml/2006/main">
            <a:pPr algn="l">
              <a:defRPr sz="1650" b="1">
                <a:solidFill>
                  <a:srgbClr val="1D0090"/>
                </a:solidFill>
                <a:latin typeface="Mulish"/>
                <a:ea typeface="Mulish"/>
                <a:cs typeface="Mulish"/>
              </a:defRPr>
            </a:pPr>
            <a:r>
              <a:rPr sz="1650" b="1">
                <a:solidFill>
                  <a:srgbClr val="1D0090"/>
                </a:solidFill>
                <a:latin typeface="Mulish"/>
                <a:ea typeface="Mulish"/>
                <a:cs typeface="Mulish"/>
              </a:rPr>
              <a:t>FOUNDATION</a:t>
            </a:r>
          </a:p>
        </p:txBody>
      </p:sp>
      <p:sp>
        <p:nvSpPr>
          <p:cNvPr id="32" name="copy-18">
            <a:extLst xmlns:a="http://schemas.openxmlformats.org/drawingml/2006/main">
              <a:ext uri="{FF2B5EF4-FFF2-40B4-BE49-F238E27FC236}">
                <a16:creationId xmlns:a16="http://schemas.microsoft.com/office/drawing/2014/main" id="{38CB8137-912D-4B0C-AD3B-11D51CE80DE9}"/>
              </a:ext>
            </a:extLst>
          </p:cNvPr>
          <p:cNvSpPr>
            <a:spLocks xmlns:a="http://schemas.openxmlformats.org/drawingml/2006/main" noGrp="1"/>
          </p:cNvSpPr>
          <p:nvPr/>
        </p:nvSpPr>
        <p:spPr>
          <a:xfrm xmlns:a="http://schemas.openxmlformats.org/drawingml/2006/main">
            <a:off x="3333750" y="5353050"/>
            <a:ext cx="8096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D0090"/>
                </a:solidFill>
                <a:latin typeface="Mulish"/>
                <a:ea typeface="Mulish"/>
                <a:cs typeface="Mulish"/>
              </a:defRPr>
            </a:pPr>
            <a:r>
              <a:rPr sz="1725" b="0">
                <a:solidFill>
                  <a:srgbClr val="1D0090"/>
                </a:solidFill>
                <a:latin typeface="Mulish"/>
                <a:ea typeface="Mulish"/>
                <a:cs typeface="Mulish"/>
              </a:rPr>
              <a:t>Identity, signatures, seals, timestamps and evidence</a:t>
            </a:r>
          </a:p>
          <a:p xmlns:a="http://schemas.openxmlformats.org/drawingml/2006/main">
            <a:pPr algn="l">
              <a:defRPr sz="1725" b="0">
                <a:solidFill>
                  <a:srgbClr val="1D0090"/>
                </a:solidFill>
                <a:latin typeface="Mulish"/>
                <a:ea typeface="Mulish"/>
                <a:cs typeface="Mulish"/>
              </a:defRPr>
            </a:pPr>
            <a:r>
              <a:rPr sz="1725" b="0">
                <a:solidFill>
                  <a:srgbClr val="1D0090"/>
                </a:solidFill>
                <a:latin typeface="Mulish"/>
                <a:ea typeface="Mulish"/>
                <a:cs typeface="Mulish"/>
              </a:rPr>
              <a:t>Authority, audit, APIs and sovereign infrastructure</a:t>
            </a:r>
          </a:p>
        </p:txBody>
      </p:sp>
      <p:sp>
        <p:nvSpPr>
          <p:cNvPr id="33" name="copy-19">
            <a:extLst xmlns:a="http://schemas.openxmlformats.org/drawingml/2006/main">
              <a:ext uri="{FF2B5EF4-FFF2-40B4-BE49-F238E27FC236}">
                <a16:creationId xmlns:a16="http://schemas.microsoft.com/office/drawing/2014/main" id="{54A39225-3A47-4B9C-9221-9B2F62C3ED8C}"/>
              </a:ext>
            </a:extLst>
          </p:cNvPr>
          <p:cNvSpPr>
            <a:spLocks xmlns:a="http://schemas.openxmlformats.org/drawingml/2006/main" noGrp="1"/>
          </p:cNvSpPr>
          <p:nvPr/>
        </p:nvSpPr>
        <p:spPr>
          <a:xfrm xmlns:a="http://schemas.openxmlformats.org/drawingml/2006/main">
            <a:off x="457200" y="6286500"/>
            <a:ext cx="10810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Expansion beyond documents: payments, ERP changes, procurement and government services</a:t>
            </a:r>
          </a:p>
        </p:txBody>
      </p:sp>
    </p:spTree>
    <p:extLst>
      <p:ext uri="{BB962C8B-B14F-4D97-AF65-F5344CB8AC3E}">
        <p14:creationId xmlns:p14="http://schemas.microsoft.com/office/powerpoint/2010/main" val="10030865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deployment-foundation-band">
            <a:extLst xmlns:a="http://schemas.openxmlformats.org/drawingml/2006/main">
              <a:ext uri="{FF2B5EF4-FFF2-40B4-BE49-F238E27FC236}">
                <a16:creationId xmlns:a16="http://schemas.microsoft.com/office/drawing/2014/main" id="{66139087-DBBF-41BD-A8B2-C003BBA8BF7C}"/>
              </a:ext>
            </a:extLst>
          </p:cNvPr>
          <p:cNvSpPr>
            <a:spLocks xmlns:a="http://schemas.openxmlformats.org/drawingml/2006/main" noGrp="1"/>
          </p:cNvSpPr>
          <p:nvPr/>
        </p:nvSpPr>
        <p:spPr>
          <a:xfrm xmlns:a="http://schemas.openxmlformats.org/drawingml/2006/main">
            <a:off x="0" y="5600700"/>
            <a:ext cx="12192000" cy="1257300"/>
          </a:xfrm>
          <a:prstGeom xmlns:a="http://schemas.openxmlformats.org/drawingml/2006/main" prst="rect">
            <a:avLst/>
          </a:prstGeom>
          <a:solidFill xmlns:a="http://schemas.openxmlformats.org/drawingml/2006/main">
            <a:srgbClr val="1D0090"/>
          </a:solidFill>
          <a:ln xmlns:a="http://schemas.openxmlformats.org/drawingml/2006/main" w="0">
            <a:no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f209e43fe8c24163"/>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3" name="page-number">
            <a:extLst xmlns:a="http://schemas.openxmlformats.org/drawingml/2006/main">
              <a:ext uri="{FF2B5EF4-FFF2-40B4-BE49-F238E27FC236}">
                <a16:creationId xmlns:a16="http://schemas.microsoft.com/office/drawing/2014/main" id="{C511E617-B0E0-4D8E-85ED-B6AD4ECFD7A9}"/>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FFFFFF"/>
                </a:solidFill>
                <a:latin typeface="Mulish"/>
                <a:ea typeface="Mulish"/>
                <a:cs typeface="Mulish"/>
              </a:rPr>
              <a:t>02</a:t>
            </a:r>
          </a:p>
        </p:txBody>
      </p:sp>
      <p:sp>
        <p:nvSpPr>
          <p:cNvPr id="4" name="copy-20">
            <a:extLst xmlns:a="http://schemas.openxmlformats.org/drawingml/2006/main">
              <a:ext uri="{FF2B5EF4-FFF2-40B4-BE49-F238E27FC236}">
                <a16:creationId xmlns:a16="http://schemas.microsoft.com/office/drawing/2014/main" id="{9192DB07-3F5C-48D4-AAD2-FB16868AC711}"/>
              </a:ext>
            </a:extLst>
          </p:cNvPr>
          <p:cNvSpPr>
            <a:spLocks xmlns:a="http://schemas.openxmlformats.org/drawingml/2006/main" noGrp="1"/>
          </p:cNvSpPr>
          <p:nvPr/>
        </p:nvSpPr>
        <p:spPr>
          <a:xfrm xmlns:a="http://schemas.openxmlformats.org/drawingml/2006/main">
            <a:off x="990600" y="295275"/>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7000FF"/>
                </a:solidFill>
                <a:latin typeface="Mulish"/>
                <a:ea typeface="Mulish"/>
                <a:cs typeface="Mulish"/>
              </a:defRPr>
            </a:pPr>
            <a:r>
              <a:rPr sz="1350" b="1">
                <a:solidFill>
                  <a:srgbClr val="7000FF"/>
                </a:solidFill>
                <a:latin typeface="Mulish"/>
                <a:ea typeface="Mulish"/>
                <a:cs typeface="Mulish"/>
              </a:rPr>
              <a:t>THE FOUNDATION FOR CATEGORY EXPANSION</a:t>
            </a:r>
          </a:p>
        </p:txBody>
      </p:sp>
      <p:sp>
        <p:nvSpPr>
          <p:cNvPr id="5" name="copy-21">
            <a:extLst xmlns:a="http://schemas.openxmlformats.org/drawingml/2006/main">
              <a:ext uri="{FF2B5EF4-FFF2-40B4-BE49-F238E27FC236}">
                <a16:creationId xmlns:a16="http://schemas.microsoft.com/office/drawing/2014/main" id="{9227A856-56B6-4F00-9E5E-F7A2729F274A}"/>
              </a:ext>
            </a:extLst>
          </p:cNvPr>
          <p:cNvSpPr>
            <a:spLocks xmlns:a="http://schemas.openxmlformats.org/drawingml/2006/main" noGrp="1"/>
          </p:cNvSpPr>
          <p:nvPr/>
        </p:nvSpPr>
        <p:spPr>
          <a:xfrm xmlns:a="http://schemas.openxmlformats.org/drawingml/2006/main">
            <a:off x="457200" y="914400"/>
            <a:ext cx="11277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Why Circularo can</a:t>
            </a:r>
          </a:p>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credibly build this</a:t>
            </a:r>
          </a:p>
        </p:txBody>
      </p:sp>
      <p:sp>
        <p:nvSpPr>
          <p:cNvPr id="6" name="copy-22">
            <a:extLst xmlns:a="http://schemas.openxmlformats.org/drawingml/2006/main">
              <a:ext uri="{FF2B5EF4-FFF2-40B4-BE49-F238E27FC236}">
                <a16:creationId xmlns:a16="http://schemas.microsoft.com/office/drawing/2014/main" id="{22C61C8F-A5BD-409D-8D5D-67741A543BB6}"/>
              </a:ext>
            </a:extLst>
          </p:cNvPr>
          <p:cNvSpPr>
            <a:spLocks xmlns:a="http://schemas.openxmlformats.org/drawingml/2006/main" noGrp="1"/>
          </p:cNvSpPr>
          <p:nvPr/>
        </p:nvSpPr>
        <p:spPr>
          <a:xfrm xmlns:a="http://schemas.openxmlformats.org/drawingml/2006/main">
            <a:off x="457200" y="2105025"/>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Reuse the trust foundation as the scope of consequential actions expands</a:t>
            </a:r>
          </a:p>
        </p:txBody>
      </p:sp>
      <p:sp>
        <p:nvSpPr>
          <p:cNvPr id="7" name="copy-23">
            <a:extLst xmlns:a="http://schemas.openxmlformats.org/drawingml/2006/main">
              <a:ext uri="{FF2B5EF4-FFF2-40B4-BE49-F238E27FC236}">
                <a16:creationId xmlns:a16="http://schemas.microsoft.com/office/drawing/2014/main" id="{83522195-6EEC-490E-AD73-E49E1B54B4DF}"/>
              </a:ext>
            </a:extLst>
          </p:cNvPr>
          <p:cNvSpPr>
            <a:spLocks xmlns:a="http://schemas.openxmlformats.org/drawingml/2006/main" noGrp="1"/>
          </p:cNvSpPr>
          <p:nvPr/>
        </p:nvSpPr>
        <p:spPr>
          <a:xfrm xmlns:a="http://schemas.openxmlformats.org/drawingml/2006/main">
            <a:off x="457200" y="2705100"/>
            <a:ext cx="6286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667085"/>
                </a:solidFill>
                <a:latin typeface="Mulish"/>
                <a:ea typeface="Mulish"/>
                <a:cs typeface="Mulish"/>
              </a:defRPr>
            </a:pPr>
            <a:r>
              <a:rPr sz="1600" b="1">
                <a:solidFill>
                  <a:srgbClr val="667085"/>
                </a:solidFill>
                <a:latin typeface="Mulish"/>
                <a:ea typeface="Mulish"/>
                <a:cs typeface="Mulish"/>
              </a:rPr>
              <a:t>ESTABLISHED FOUNDATION</a:t>
            </a:r>
          </a:p>
        </p:txBody>
      </p:sp>
      <p:sp>
        <p:nvSpPr>
          <p:cNvPr id="8" name="evolution-step-0">
            <a:extLst xmlns:a="http://schemas.openxmlformats.org/drawingml/2006/main">
              <a:ext uri="{FF2B5EF4-FFF2-40B4-BE49-F238E27FC236}">
                <a16:creationId xmlns:a16="http://schemas.microsoft.com/office/drawing/2014/main" id="{EB2EF549-B695-43AC-9303-131A3ECA28D6}"/>
              </a:ext>
            </a:extLst>
          </p:cNvPr>
          <p:cNvSpPr>
            <a:spLocks xmlns:a="http://schemas.openxmlformats.org/drawingml/2006/main" noGrp="1"/>
          </p:cNvSpPr>
          <p:nvPr/>
        </p:nvSpPr>
        <p:spPr>
          <a:xfrm xmlns:a="http://schemas.openxmlformats.org/drawingml/2006/main">
            <a:off x="457200" y="3562350"/>
            <a:ext cx="2133600" cy="1714500"/>
          </a:xfrm>
          <a:prstGeom xmlns:a="http://schemas.openxmlformats.org/drawingml/2006/main" prst="rect">
            <a:avLst/>
          </a:prstGeom>
          <a:solidFill xmlns:a="http://schemas.openxmlformats.org/drawingml/2006/main">
            <a:srgbClr val="F5EDFF"/>
          </a:solidFill>
          <a:ln xmlns:a="http://schemas.openxmlformats.org/drawingml/2006/main" w="0">
            <a:noFill/>
            <a:prstDash val="solid"/>
          </a:ln>
        </p:spPr>
      </p:sp>
      <p:sp>
        <p:nvSpPr>
          <p:cNvPr id="9" name="copy-24">
            <a:extLst xmlns:a="http://schemas.openxmlformats.org/drawingml/2006/main">
              <a:ext uri="{FF2B5EF4-FFF2-40B4-BE49-F238E27FC236}">
                <a16:creationId xmlns:a16="http://schemas.microsoft.com/office/drawing/2014/main" id="{08B931A0-5333-4562-A889-2F49C3F95282}"/>
              </a:ext>
            </a:extLst>
          </p:cNvPr>
          <p:cNvSpPr>
            <a:spLocks xmlns:a="http://schemas.openxmlformats.org/drawingml/2006/main" noGrp="1"/>
          </p:cNvSpPr>
          <p:nvPr/>
        </p:nvSpPr>
        <p:spPr>
          <a:xfrm xmlns:a="http://schemas.openxmlformats.org/drawingml/2006/main">
            <a:off x="590550" y="3714750"/>
            <a:ext cx="19240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Digital</a:t>
            </a:r>
          </a:p>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signatures</a:t>
            </a:r>
          </a:p>
        </p:txBody>
      </p:sp>
      <p:sp>
        <p:nvSpPr>
          <p:cNvPr id="10" name="copy-25">
            <a:extLst xmlns:a="http://schemas.openxmlformats.org/drawingml/2006/main">
              <a:ext uri="{FF2B5EF4-FFF2-40B4-BE49-F238E27FC236}">
                <a16:creationId xmlns:a16="http://schemas.microsoft.com/office/drawing/2014/main" id="{0184FB3A-1A35-440E-AFBB-5E6540DB0469}"/>
              </a:ext>
            </a:extLst>
          </p:cNvPr>
          <p:cNvSpPr>
            <a:spLocks xmlns:a="http://schemas.openxmlformats.org/drawingml/2006/main" noGrp="1"/>
          </p:cNvSpPr>
          <p:nvPr/>
        </p:nvSpPr>
        <p:spPr>
          <a:xfrm xmlns:a="http://schemas.openxmlformats.org/drawingml/2006/main">
            <a:off x="590550" y="4438650"/>
            <a:ext cx="19240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Identity, signing</a:t>
            </a:r>
          </a:p>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and timestamps</a:t>
            </a:r>
          </a:p>
        </p:txBody>
      </p:sp>
      <p:sp>
        <p:nvSpPr>
          <p:cNvPr id="11" name="evolution-step-1">
            <a:extLst xmlns:a="http://schemas.openxmlformats.org/drawingml/2006/main">
              <a:ext uri="{FF2B5EF4-FFF2-40B4-BE49-F238E27FC236}">
                <a16:creationId xmlns:a16="http://schemas.microsoft.com/office/drawing/2014/main" id="{CA1DD5BE-CDCC-40E3-8847-278B16919133}"/>
              </a:ext>
            </a:extLst>
          </p:cNvPr>
          <p:cNvSpPr>
            <a:spLocks xmlns:a="http://schemas.openxmlformats.org/drawingml/2006/main" noGrp="1"/>
          </p:cNvSpPr>
          <p:nvPr/>
        </p:nvSpPr>
        <p:spPr>
          <a:xfrm xmlns:a="http://schemas.openxmlformats.org/drawingml/2006/main">
            <a:off x="2743200" y="3314700"/>
            <a:ext cx="2133600" cy="1962150"/>
          </a:xfrm>
          <a:prstGeom xmlns:a="http://schemas.openxmlformats.org/drawingml/2006/main" prst="rect">
            <a:avLst/>
          </a:prstGeom>
          <a:solidFill xmlns:a="http://schemas.openxmlformats.org/drawingml/2006/main">
            <a:srgbClr val="F5EDFF"/>
          </a:solidFill>
          <a:ln xmlns:a="http://schemas.openxmlformats.org/drawingml/2006/main" w="0">
            <a:noFill/>
            <a:prstDash val="solid"/>
          </a:ln>
        </p:spPr>
      </p:sp>
      <p:sp>
        <p:nvSpPr>
          <p:cNvPr id="12" name="copy-26">
            <a:extLst xmlns:a="http://schemas.openxmlformats.org/drawingml/2006/main">
              <a:ext uri="{FF2B5EF4-FFF2-40B4-BE49-F238E27FC236}">
                <a16:creationId xmlns:a16="http://schemas.microsoft.com/office/drawing/2014/main" id="{E116B386-AC0F-4B33-A115-2BEE15FF8C01}"/>
              </a:ext>
            </a:extLst>
          </p:cNvPr>
          <p:cNvSpPr>
            <a:spLocks xmlns:a="http://schemas.openxmlformats.org/drawingml/2006/main" noGrp="1"/>
          </p:cNvSpPr>
          <p:nvPr/>
        </p:nvSpPr>
        <p:spPr>
          <a:xfrm xmlns:a="http://schemas.openxmlformats.org/drawingml/2006/main">
            <a:off x="2876550" y="3467100"/>
            <a:ext cx="19240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Trusted</a:t>
            </a:r>
          </a:p>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collaboration</a:t>
            </a:r>
          </a:p>
        </p:txBody>
      </p:sp>
      <p:sp>
        <p:nvSpPr>
          <p:cNvPr id="13" name="copy-27">
            <a:extLst xmlns:a="http://schemas.openxmlformats.org/drawingml/2006/main">
              <a:ext uri="{FF2B5EF4-FFF2-40B4-BE49-F238E27FC236}">
                <a16:creationId xmlns:a16="http://schemas.microsoft.com/office/drawing/2014/main" id="{243C819B-FA38-4C1F-A79D-E08D6F292ED1}"/>
              </a:ext>
            </a:extLst>
          </p:cNvPr>
          <p:cNvSpPr>
            <a:spLocks xmlns:a="http://schemas.openxmlformats.org/drawingml/2006/main" noGrp="1"/>
          </p:cNvSpPr>
          <p:nvPr/>
        </p:nvSpPr>
        <p:spPr>
          <a:xfrm xmlns:a="http://schemas.openxmlformats.org/drawingml/2006/main">
            <a:off x="2876550" y="4191000"/>
            <a:ext cx="19240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Approvals and</a:t>
            </a:r>
          </a:p>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multi-party</a:t>
            </a:r>
          </a:p>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workflows</a:t>
            </a:r>
          </a:p>
        </p:txBody>
      </p:sp>
      <p:sp>
        <p:nvSpPr>
          <p:cNvPr id="14" name="evolution-step-2">
            <a:extLst xmlns:a="http://schemas.openxmlformats.org/drawingml/2006/main">
              <a:ext uri="{FF2B5EF4-FFF2-40B4-BE49-F238E27FC236}">
                <a16:creationId xmlns:a16="http://schemas.microsoft.com/office/drawing/2014/main" id="{C789E7ED-E311-4C8A-8334-E3A933C4574D}"/>
              </a:ext>
            </a:extLst>
          </p:cNvPr>
          <p:cNvSpPr>
            <a:spLocks xmlns:a="http://schemas.openxmlformats.org/drawingml/2006/main" noGrp="1"/>
          </p:cNvSpPr>
          <p:nvPr/>
        </p:nvSpPr>
        <p:spPr>
          <a:xfrm xmlns:a="http://schemas.openxmlformats.org/drawingml/2006/main">
            <a:off x="5029200" y="3067050"/>
            <a:ext cx="2133600" cy="2209800"/>
          </a:xfrm>
          <a:prstGeom xmlns:a="http://schemas.openxmlformats.org/drawingml/2006/main" prst="rect">
            <a:avLst/>
          </a:prstGeom>
          <a:solidFill xmlns:a="http://schemas.openxmlformats.org/drawingml/2006/main">
            <a:srgbClr val="F5EDFF"/>
          </a:solidFill>
          <a:ln xmlns:a="http://schemas.openxmlformats.org/drawingml/2006/main" w="0">
            <a:noFill/>
            <a:prstDash val="solid"/>
          </a:ln>
        </p:spPr>
      </p:sp>
      <p:sp>
        <p:nvSpPr>
          <p:cNvPr id="15" name="copy-28">
            <a:extLst xmlns:a="http://schemas.openxmlformats.org/drawingml/2006/main">
              <a:ext uri="{FF2B5EF4-FFF2-40B4-BE49-F238E27FC236}">
                <a16:creationId xmlns:a16="http://schemas.microsoft.com/office/drawing/2014/main" id="{6A2D3561-26D4-4BBC-BEF2-14D4EAD37D82}"/>
              </a:ext>
            </a:extLst>
          </p:cNvPr>
          <p:cNvSpPr>
            <a:spLocks xmlns:a="http://schemas.openxmlformats.org/drawingml/2006/main" noGrp="1"/>
          </p:cNvSpPr>
          <p:nvPr/>
        </p:nvSpPr>
        <p:spPr>
          <a:xfrm xmlns:a="http://schemas.openxmlformats.org/drawingml/2006/main">
            <a:off x="5162550" y="3219450"/>
            <a:ext cx="19240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Sovereign trust</a:t>
            </a:r>
          </a:p>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infrastructure</a:t>
            </a:r>
          </a:p>
        </p:txBody>
      </p:sp>
      <p:sp>
        <p:nvSpPr>
          <p:cNvPr id="16" name="copy-29">
            <a:extLst xmlns:a="http://schemas.openxmlformats.org/drawingml/2006/main">
              <a:ext uri="{FF2B5EF4-FFF2-40B4-BE49-F238E27FC236}">
                <a16:creationId xmlns:a16="http://schemas.microsoft.com/office/drawing/2014/main" id="{320D1C94-77F8-41E9-8B1B-2A7C77CCF572}"/>
              </a:ext>
            </a:extLst>
          </p:cNvPr>
          <p:cNvSpPr>
            <a:spLocks xmlns:a="http://schemas.openxmlformats.org/drawingml/2006/main" noGrp="1"/>
          </p:cNvSpPr>
          <p:nvPr/>
        </p:nvSpPr>
        <p:spPr>
          <a:xfrm xmlns:a="http://schemas.openxmlformats.org/drawingml/2006/main">
            <a:off x="5162550" y="3943350"/>
            <a:ext cx="19240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Shared services,</a:t>
            </a:r>
          </a:p>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identity integration</a:t>
            </a:r>
          </a:p>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and evidence</a:t>
            </a:r>
          </a:p>
        </p:txBody>
      </p:sp>
      <p:sp>
        <p:nvSpPr>
          <p:cNvPr id="17" name="evolution-step-3">
            <a:extLst xmlns:a="http://schemas.openxmlformats.org/drawingml/2006/main">
              <a:ext uri="{FF2B5EF4-FFF2-40B4-BE49-F238E27FC236}">
                <a16:creationId xmlns:a16="http://schemas.microsoft.com/office/drawing/2014/main" id="{A1C97AE4-1071-4E4A-BBB5-688D8CE9A91F}"/>
              </a:ext>
            </a:extLst>
          </p:cNvPr>
          <p:cNvSpPr>
            <a:spLocks xmlns:a="http://schemas.openxmlformats.org/drawingml/2006/main" noGrp="1"/>
          </p:cNvSpPr>
          <p:nvPr/>
        </p:nvSpPr>
        <p:spPr>
          <a:xfrm xmlns:a="http://schemas.openxmlformats.org/drawingml/2006/main">
            <a:off x="7315200" y="2819400"/>
            <a:ext cx="2133600" cy="2457450"/>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18" name="copy-30">
            <a:extLst xmlns:a="http://schemas.openxmlformats.org/drawingml/2006/main">
              <a:ext uri="{FF2B5EF4-FFF2-40B4-BE49-F238E27FC236}">
                <a16:creationId xmlns:a16="http://schemas.microsoft.com/office/drawing/2014/main" id="{9F4070F1-7557-48AE-BABF-12CF46DEAF37}"/>
              </a:ext>
            </a:extLst>
          </p:cNvPr>
          <p:cNvSpPr>
            <a:spLocks xmlns:a="http://schemas.openxmlformats.org/drawingml/2006/main" noGrp="1"/>
          </p:cNvSpPr>
          <p:nvPr/>
        </p:nvSpPr>
        <p:spPr>
          <a:xfrm xmlns:a="http://schemas.openxmlformats.org/drawingml/2006/main">
            <a:off x="7448550" y="2971800"/>
            <a:ext cx="19240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FFFFF"/>
                </a:solidFill>
                <a:latin typeface="Mulish"/>
                <a:ea typeface="Mulish"/>
                <a:cs typeface="Mulish"/>
              </a:defRPr>
            </a:pPr>
            <a:r>
              <a:rPr sz="1800" b="1">
                <a:solidFill>
                  <a:srgbClr val="FFFFFF"/>
                </a:solidFill>
                <a:latin typeface="Mulish"/>
                <a:ea typeface="Mulish"/>
                <a:cs typeface="Mulish"/>
              </a:rPr>
              <a:t>Trusted</a:t>
            </a:r>
          </a:p>
          <a:p xmlns:a="http://schemas.openxmlformats.org/drawingml/2006/main">
            <a:pPr algn="l">
              <a:defRPr sz="1800" b="1">
                <a:solidFill>
                  <a:srgbClr val="FFFFFF"/>
                </a:solidFill>
                <a:latin typeface="Mulish"/>
                <a:ea typeface="Mulish"/>
                <a:cs typeface="Mulish"/>
              </a:defRPr>
            </a:pPr>
            <a:r>
              <a:rPr sz="1800" b="1">
                <a:solidFill>
                  <a:srgbClr val="FFFFFF"/>
                </a:solidFill>
                <a:latin typeface="Mulish"/>
                <a:ea typeface="Mulish"/>
                <a:cs typeface="Mulish"/>
              </a:rPr>
              <a:t>execution</a:t>
            </a:r>
          </a:p>
        </p:txBody>
      </p:sp>
      <p:sp>
        <p:nvSpPr>
          <p:cNvPr id="19" name="copy-31">
            <a:extLst xmlns:a="http://schemas.openxmlformats.org/drawingml/2006/main">
              <a:ext uri="{FF2B5EF4-FFF2-40B4-BE49-F238E27FC236}">
                <a16:creationId xmlns:a16="http://schemas.microsoft.com/office/drawing/2014/main" id="{D8AB774E-9A12-4A60-9F8A-C4980DC82D46}"/>
              </a:ext>
            </a:extLst>
          </p:cNvPr>
          <p:cNvSpPr>
            <a:spLocks xmlns:a="http://schemas.openxmlformats.org/drawingml/2006/main" noGrp="1"/>
          </p:cNvSpPr>
          <p:nvPr/>
        </p:nvSpPr>
        <p:spPr>
          <a:xfrm xmlns:a="http://schemas.openxmlformats.org/drawingml/2006/main">
            <a:off x="7448550" y="3695700"/>
            <a:ext cx="19240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FFFFFF"/>
                </a:solidFill>
                <a:latin typeface="Mulish"/>
                <a:ea typeface="Mulish"/>
                <a:cs typeface="Mulish"/>
              </a:defRPr>
            </a:pPr>
            <a:r>
              <a:rPr sz="1600" b="0">
                <a:solidFill>
                  <a:srgbClr val="FFFFFF"/>
                </a:solidFill>
                <a:latin typeface="Mulish"/>
                <a:ea typeface="Mulish"/>
                <a:cs typeface="Mulish"/>
              </a:rPr>
              <a:t>Authority, policy,</a:t>
            </a:r>
          </a:p>
          <a:p xmlns:a="http://schemas.openxmlformats.org/drawingml/2006/main">
            <a:pPr algn="l">
              <a:defRPr sz="1600" b="0">
                <a:solidFill>
                  <a:srgbClr val="FFFFFF"/>
                </a:solidFill>
                <a:latin typeface="Mulish"/>
                <a:ea typeface="Mulish"/>
                <a:cs typeface="Mulish"/>
              </a:defRPr>
            </a:pPr>
            <a:r>
              <a:rPr sz="1600" b="0">
                <a:solidFill>
                  <a:srgbClr val="FFFFFF"/>
                </a:solidFill>
                <a:latin typeface="Mulish"/>
                <a:ea typeface="Mulish"/>
                <a:cs typeface="Mulish"/>
              </a:rPr>
              <a:t>execution and</a:t>
            </a:r>
          </a:p>
          <a:p xmlns:a="http://schemas.openxmlformats.org/drawingml/2006/main">
            <a:pPr algn="l">
              <a:defRPr sz="1600" b="0">
                <a:solidFill>
                  <a:srgbClr val="FFFFFF"/>
                </a:solidFill>
                <a:latin typeface="Mulish"/>
                <a:ea typeface="Mulish"/>
                <a:cs typeface="Mulish"/>
              </a:defRPr>
            </a:pPr>
            <a:r>
              <a:rPr sz="1600" b="0">
                <a:solidFill>
                  <a:srgbClr val="FFFFFF"/>
                </a:solidFill>
                <a:latin typeface="Mulish"/>
                <a:ea typeface="Mulish"/>
                <a:cs typeface="Mulish"/>
              </a:rPr>
              <a:t>institutional records</a:t>
            </a:r>
          </a:p>
        </p:txBody>
      </p:sp>
      <p:sp>
        <p:nvSpPr>
          <p:cNvPr id="20" name="copy-32">
            <a:extLst xmlns:a="http://schemas.openxmlformats.org/drawingml/2006/main">
              <a:ext uri="{FF2B5EF4-FFF2-40B4-BE49-F238E27FC236}">
                <a16:creationId xmlns:a16="http://schemas.microsoft.com/office/drawing/2014/main" id="{2AF73351-601C-4B64-8E56-FBA3DF55DCFD}"/>
              </a:ext>
            </a:extLst>
          </p:cNvPr>
          <p:cNvSpPr>
            <a:spLocks xmlns:a="http://schemas.openxmlformats.org/drawingml/2006/main" noGrp="1"/>
          </p:cNvSpPr>
          <p:nvPr/>
        </p:nvSpPr>
        <p:spPr>
          <a:xfrm xmlns:a="http://schemas.openxmlformats.org/drawingml/2006/main">
            <a:off x="7448550" y="4953000"/>
            <a:ext cx="1924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FFFFFF"/>
                </a:solidFill>
                <a:latin typeface="Mulish"/>
                <a:ea typeface="Mulish"/>
                <a:cs typeface="Mulish"/>
              </a:defRPr>
            </a:pPr>
            <a:r>
              <a:rPr sz="1600" b="1">
                <a:solidFill>
                  <a:srgbClr val="FFFFFF"/>
                </a:solidFill>
                <a:latin typeface="Mulish"/>
                <a:ea typeface="Mulish"/>
                <a:cs typeface="Mulish"/>
              </a:rPr>
              <a:t>PROPOSED</a:t>
            </a:r>
          </a:p>
        </p:txBody>
      </p:sp>
      <p:sp>
        <p:nvSpPr>
          <p:cNvPr id="21" name="evolution-step-4">
            <a:extLst xmlns:a="http://schemas.openxmlformats.org/drawingml/2006/main">
              <a:ext uri="{FF2B5EF4-FFF2-40B4-BE49-F238E27FC236}">
                <a16:creationId xmlns:a16="http://schemas.microsoft.com/office/drawing/2014/main" id="{EAF63422-BCB3-4B77-ABE6-B6C3C900DDE9}"/>
              </a:ext>
            </a:extLst>
          </p:cNvPr>
          <p:cNvSpPr>
            <a:spLocks xmlns:a="http://schemas.openxmlformats.org/drawingml/2006/main" noGrp="1"/>
          </p:cNvSpPr>
          <p:nvPr/>
        </p:nvSpPr>
        <p:spPr>
          <a:xfrm xmlns:a="http://schemas.openxmlformats.org/drawingml/2006/main">
            <a:off x="9601200" y="2571750"/>
            <a:ext cx="2133600" cy="2705100"/>
          </a:xfrm>
          <a:prstGeom xmlns:a="http://schemas.openxmlformats.org/drawingml/2006/main" prst="rect">
            <a:avLst/>
          </a:prstGeom>
          <a:solidFill xmlns:a="http://schemas.openxmlformats.org/drawingml/2006/main">
            <a:srgbClr val="1D0090"/>
          </a:solidFill>
          <a:ln xmlns:a="http://schemas.openxmlformats.org/drawingml/2006/main" w="0">
            <a:noFill/>
            <a:prstDash val="solid"/>
          </a:ln>
        </p:spPr>
      </p:sp>
      <p:sp>
        <p:nvSpPr>
          <p:cNvPr id="22" name="copy-33">
            <a:extLst xmlns:a="http://schemas.openxmlformats.org/drawingml/2006/main">
              <a:ext uri="{FF2B5EF4-FFF2-40B4-BE49-F238E27FC236}">
                <a16:creationId xmlns:a16="http://schemas.microsoft.com/office/drawing/2014/main" id="{85B536F4-2AA8-4E5D-A901-FEA25C3D8A0A}"/>
              </a:ext>
            </a:extLst>
          </p:cNvPr>
          <p:cNvSpPr>
            <a:spLocks xmlns:a="http://schemas.openxmlformats.org/drawingml/2006/main" noGrp="1"/>
          </p:cNvSpPr>
          <p:nvPr/>
        </p:nvSpPr>
        <p:spPr>
          <a:xfrm xmlns:a="http://schemas.openxmlformats.org/drawingml/2006/main">
            <a:off x="9734550" y="2724150"/>
            <a:ext cx="19240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FFFFF"/>
                </a:solidFill>
                <a:latin typeface="Mulish"/>
                <a:ea typeface="Mulish"/>
                <a:cs typeface="Mulish"/>
              </a:defRPr>
            </a:pPr>
            <a:r>
              <a:rPr sz="1800" b="1">
                <a:solidFill>
                  <a:srgbClr val="FFFFFF"/>
                </a:solidFill>
                <a:latin typeface="Mulish"/>
                <a:ea typeface="Mulish"/>
                <a:cs typeface="Mulish"/>
              </a:rPr>
              <a:t>Agentic trusted</a:t>
            </a:r>
          </a:p>
          <a:p xmlns:a="http://schemas.openxmlformats.org/drawingml/2006/main">
            <a:pPr algn="l">
              <a:defRPr sz="1800" b="1">
                <a:solidFill>
                  <a:srgbClr val="FFFFFF"/>
                </a:solidFill>
                <a:latin typeface="Mulish"/>
                <a:ea typeface="Mulish"/>
                <a:cs typeface="Mulish"/>
              </a:defRPr>
            </a:pPr>
            <a:r>
              <a:rPr sz="1800" b="1">
                <a:solidFill>
                  <a:srgbClr val="FFFFFF"/>
                </a:solidFill>
                <a:latin typeface="Mulish"/>
                <a:ea typeface="Mulish"/>
                <a:cs typeface="Mulish"/>
              </a:rPr>
              <a:t>execution</a:t>
            </a:r>
          </a:p>
        </p:txBody>
      </p:sp>
      <p:sp>
        <p:nvSpPr>
          <p:cNvPr id="23" name="copy-34">
            <a:extLst xmlns:a="http://schemas.openxmlformats.org/drawingml/2006/main">
              <a:ext uri="{FF2B5EF4-FFF2-40B4-BE49-F238E27FC236}">
                <a16:creationId xmlns:a16="http://schemas.microsoft.com/office/drawing/2014/main" id="{10585997-6CA6-4DDC-8E70-195BA2084D03}"/>
              </a:ext>
            </a:extLst>
          </p:cNvPr>
          <p:cNvSpPr>
            <a:spLocks xmlns:a="http://schemas.openxmlformats.org/drawingml/2006/main" noGrp="1"/>
          </p:cNvSpPr>
          <p:nvPr/>
        </p:nvSpPr>
        <p:spPr>
          <a:xfrm xmlns:a="http://schemas.openxmlformats.org/drawingml/2006/main">
            <a:off x="9734550" y="3448050"/>
            <a:ext cx="19240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FFFFFF"/>
                </a:solidFill>
                <a:latin typeface="Mulish"/>
                <a:ea typeface="Mulish"/>
                <a:cs typeface="Mulish"/>
              </a:defRPr>
            </a:pPr>
            <a:r>
              <a:rPr sz="1600" b="0">
                <a:solidFill>
                  <a:srgbClr val="FFFFFF"/>
                </a:solidFill>
                <a:latin typeface="Mulish"/>
                <a:ea typeface="Mulish"/>
                <a:cs typeface="Mulish"/>
              </a:rPr>
              <a:t>Humans and AI</a:t>
            </a:r>
          </a:p>
          <a:p xmlns:a="http://schemas.openxmlformats.org/drawingml/2006/main">
            <a:pPr algn="l">
              <a:defRPr sz="1600" b="0">
                <a:solidFill>
                  <a:srgbClr val="FFFFFF"/>
                </a:solidFill>
                <a:latin typeface="Mulish"/>
                <a:ea typeface="Mulish"/>
                <a:cs typeface="Mulish"/>
              </a:defRPr>
            </a:pPr>
            <a:r>
              <a:rPr sz="1600" b="0">
                <a:solidFill>
                  <a:srgbClr val="FFFFFF"/>
                </a:solidFill>
                <a:latin typeface="Mulish"/>
                <a:ea typeface="Mulish"/>
                <a:cs typeface="Mulish"/>
              </a:rPr>
              <a:t>agents acting under</a:t>
            </a:r>
          </a:p>
          <a:p xmlns:a="http://schemas.openxmlformats.org/drawingml/2006/main">
            <a:pPr algn="l">
              <a:defRPr sz="1600" b="0">
                <a:solidFill>
                  <a:srgbClr val="FFFFFF"/>
                </a:solidFill>
                <a:latin typeface="Mulish"/>
                <a:ea typeface="Mulish"/>
                <a:cs typeface="Mulish"/>
              </a:defRPr>
            </a:pPr>
            <a:r>
              <a:rPr sz="1600" b="0">
                <a:solidFill>
                  <a:srgbClr val="FFFFFF"/>
                </a:solidFill>
                <a:latin typeface="Mulish"/>
                <a:ea typeface="Mulish"/>
                <a:cs typeface="Mulish"/>
              </a:rPr>
              <a:t>governed authority</a:t>
            </a:r>
          </a:p>
        </p:txBody>
      </p:sp>
      <p:sp>
        <p:nvSpPr>
          <p:cNvPr id="24" name="copy-35">
            <a:extLst xmlns:a="http://schemas.openxmlformats.org/drawingml/2006/main">
              <a:ext uri="{FF2B5EF4-FFF2-40B4-BE49-F238E27FC236}">
                <a16:creationId xmlns:a16="http://schemas.microsoft.com/office/drawing/2014/main" id="{0B67C46F-96CE-47B0-8C44-05C8D4E0F8CA}"/>
              </a:ext>
            </a:extLst>
          </p:cNvPr>
          <p:cNvSpPr>
            <a:spLocks xmlns:a="http://schemas.openxmlformats.org/drawingml/2006/main" noGrp="1"/>
          </p:cNvSpPr>
          <p:nvPr/>
        </p:nvSpPr>
        <p:spPr>
          <a:xfrm xmlns:a="http://schemas.openxmlformats.org/drawingml/2006/main">
            <a:off x="9734550" y="4953000"/>
            <a:ext cx="1924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FFFFFF"/>
                </a:solidFill>
                <a:latin typeface="Mulish"/>
                <a:ea typeface="Mulish"/>
                <a:cs typeface="Mulish"/>
              </a:defRPr>
            </a:pPr>
            <a:r>
              <a:rPr sz="1600" b="1">
                <a:solidFill>
                  <a:srgbClr val="FFFFFF"/>
                </a:solidFill>
                <a:latin typeface="Mulish"/>
                <a:ea typeface="Mulish"/>
                <a:cs typeface="Mulish"/>
              </a:rPr>
              <a:t>PROPOSED</a:t>
            </a:r>
          </a:p>
        </p:txBody>
      </p:sp>
      <p:sp>
        <p:nvSpPr>
          <p:cNvPr id="25" name="copy-36">
            <a:extLst xmlns:a="http://schemas.openxmlformats.org/drawingml/2006/main">
              <a:ext uri="{FF2B5EF4-FFF2-40B4-BE49-F238E27FC236}">
                <a16:creationId xmlns:a16="http://schemas.microsoft.com/office/drawing/2014/main" id="{EB115D38-90D0-43F8-A803-6AA45A24F0BF}"/>
              </a:ext>
            </a:extLst>
          </p:cNvPr>
          <p:cNvSpPr>
            <a:spLocks xmlns:a="http://schemas.openxmlformats.org/drawingml/2006/main" noGrp="1"/>
          </p:cNvSpPr>
          <p:nvPr/>
        </p:nvSpPr>
        <p:spPr>
          <a:xfrm xmlns:a="http://schemas.openxmlformats.org/drawingml/2006/main">
            <a:off x="457200" y="5743575"/>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FFFFFF"/>
                </a:solidFill>
                <a:latin typeface="Mulish"/>
                <a:ea typeface="Mulish"/>
                <a:cs typeface="Mulish"/>
              </a:defRPr>
            </a:pPr>
            <a:r>
              <a:rPr sz="1600" b="1">
                <a:solidFill>
                  <a:srgbClr val="FFFFFF"/>
                </a:solidFill>
                <a:latin typeface="Mulish"/>
                <a:ea typeface="Mulish"/>
                <a:cs typeface="Mulish"/>
              </a:rPr>
              <a:t>DEPLOYMENT FOUNDATIONS</a:t>
            </a:r>
          </a:p>
        </p:txBody>
      </p:sp>
      <p:sp>
        <p:nvSpPr>
          <p:cNvPr id="26" name="copy-37">
            <a:extLst xmlns:a="http://schemas.openxmlformats.org/drawingml/2006/main">
              <a:ext uri="{FF2B5EF4-FFF2-40B4-BE49-F238E27FC236}">
                <a16:creationId xmlns:a16="http://schemas.microsoft.com/office/drawing/2014/main" id="{228BD039-D514-4C32-9579-7B1B0E19C086}"/>
              </a:ext>
            </a:extLst>
          </p:cNvPr>
          <p:cNvSpPr>
            <a:spLocks xmlns:a="http://schemas.openxmlformats.org/drawingml/2006/main" noGrp="1"/>
          </p:cNvSpPr>
          <p:nvPr/>
        </p:nvSpPr>
        <p:spPr>
          <a:xfrm xmlns:a="http://schemas.openxmlformats.org/drawingml/2006/main">
            <a:off x="7924800" y="5743575"/>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600" b="0">
                <a:solidFill>
                  <a:srgbClr val="FFFFFF"/>
                </a:solidFill>
                <a:latin typeface="Mulish"/>
                <a:ea typeface="Mulish"/>
                <a:cs typeface="Mulish"/>
              </a:defRPr>
            </a:pPr>
            <a:r>
              <a:rPr sz="1600" b="0">
                <a:solidFill>
                  <a:srgbClr val="FFFFFF"/>
                </a:solidFill>
                <a:latin typeface="Mulish"/>
                <a:ea typeface="Mulish"/>
                <a:cs typeface="Mulish"/>
              </a:rPr>
              <a:t>Management-reported</a:t>
            </a:r>
          </a:p>
        </p:txBody>
      </p:sp>
      <p:sp>
        <p:nvSpPr>
          <p:cNvPr id="27" name="copy-38">
            <a:extLst xmlns:a="http://schemas.openxmlformats.org/drawingml/2006/main">
              <a:ext uri="{FF2B5EF4-FFF2-40B4-BE49-F238E27FC236}">
                <a16:creationId xmlns:a16="http://schemas.microsoft.com/office/drawing/2014/main" id="{0D9DD90A-9007-41F1-ABF1-F689611907ED}"/>
              </a:ext>
            </a:extLst>
          </p:cNvPr>
          <p:cNvSpPr>
            <a:spLocks xmlns:a="http://schemas.openxmlformats.org/drawingml/2006/main" noGrp="1"/>
          </p:cNvSpPr>
          <p:nvPr/>
        </p:nvSpPr>
        <p:spPr>
          <a:xfrm xmlns:a="http://schemas.openxmlformats.org/drawingml/2006/main">
            <a:off x="457200" y="6172200"/>
            <a:ext cx="2133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FFFFFF"/>
                </a:solidFill>
                <a:latin typeface="Mulish"/>
                <a:ea typeface="Mulish"/>
                <a:cs typeface="Mulish"/>
              </a:defRPr>
            </a:pPr>
            <a:r>
              <a:rPr sz="1650" b="1">
                <a:solidFill>
                  <a:srgbClr val="FFFFFF"/>
                </a:solidFill>
                <a:latin typeface="Mulish"/>
                <a:ea typeface="Mulish"/>
                <a:cs typeface="Mulish"/>
              </a:rPr>
              <a:t>TDRA GovSign</a:t>
            </a:r>
          </a:p>
        </p:txBody>
      </p:sp>
      <p:sp>
        <p:nvSpPr>
          <p:cNvPr id="28" name="copy-39">
            <a:extLst xmlns:a="http://schemas.openxmlformats.org/drawingml/2006/main">
              <a:ext uri="{FF2B5EF4-FFF2-40B4-BE49-F238E27FC236}">
                <a16:creationId xmlns:a16="http://schemas.microsoft.com/office/drawing/2014/main" id="{F4871E2C-2B34-4A5A-87ED-9C805D6707D5}"/>
              </a:ext>
            </a:extLst>
          </p:cNvPr>
          <p:cNvSpPr>
            <a:spLocks xmlns:a="http://schemas.openxmlformats.org/drawingml/2006/main" noGrp="1"/>
          </p:cNvSpPr>
          <p:nvPr/>
        </p:nvSpPr>
        <p:spPr>
          <a:xfrm xmlns:a="http://schemas.openxmlformats.org/drawingml/2006/main">
            <a:off x="2743200" y="6172200"/>
            <a:ext cx="2133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FFFFFF"/>
                </a:solidFill>
                <a:latin typeface="Mulish"/>
                <a:ea typeface="Mulish"/>
                <a:cs typeface="Mulish"/>
              </a:defRPr>
            </a:pPr>
            <a:r>
              <a:rPr sz="1650" b="1">
                <a:solidFill>
                  <a:srgbClr val="FFFFFF"/>
                </a:solidFill>
                <a:latin typeface="Mulish"/>
                <a:ea typeface="Mulish"/>
                <a:cs typeface="Mulish"/>
              </a:rPr>
              <a:t>Digital Dubai</a:t>
            </a:r>
          </a:p>
          <a:p xmlns:a="http://schemas.openxmlformats.org/drawingml/2006/main">
            <a:pPr algn="l">
              <a:defRPr sz="1650" b="1">
                <a:solidFill>
                  <a:srgbClr val="FFFFFF"/>
                </a:solidFill>
                <a:latin typeface="Mulish"/>
                <a:ea typeface="Mulish"/>
                <a:cs typeface="Mulish"/>
              </a:defRPr>
            </a:pPr>
            <a:r>
              <a:rPr sz="1650" b="1">
                <a:solidFill>
                  <a:srgbClr val="FFFFFF"/>
                </a:solidFill>
                <a:latin typeface="Mulish"/>
                <a:ea typeface="Mulish"/>
                <a:cs typeface="Mulish"/>
              </a:rPr>
              <a:t>DigiSign</a:t>
            </a:r>
          </a:p>
        </p:txBody>
      </p:sp>
      <p:sp>
        <p:nvSpPr>
          <p:cNvPr id="29" name="copy-40">
            <a:extLst xmlns:a="http://schemas.openxmlformats.org/drawingml/2006/main">
              <a:ext uri="{FF2B5EF4-FFF2-40B4-BE49-F238E27FC236}">
                <a16:creationId xmlns:a16="http://schemas.microsoft.com/office/drawing/2014/main" id="{3661E260-43F9-460C-84A5-175FDD5A111C}"/>
              </a:ext>
            </a:extLst>
          </p:cNvPr>
          <p:cNvSpPr>
            <a:spLocks xmlns:a="http://schemas.openxmlformats.org/drawingml/2006/main" noGrp="1"/>
          </p:cNvSpPr>
          <p:nvPr/>
        </p:nvSpPr>
        <p:spPr>
          <a:xfrm xmlns:a="http://schemas.openxmlformats.org/drawingml/2006/main">
            <a:off x="5029200" y="6172200"/>
            <a:ext cx="2133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FFFFFF"/>
                </a:solidFill>
                <a:latin typeface="Mulish"/>
                <a:ea typeface="Mulish"/>
                <a:cs typeface="Mulish"/>
              </a:defRPr>
            </a:pPr>
            <a:r>
              <a:rPr sz="1650" b="1">
                <a:solidFill>
                  <a:srgbClr val="FFFFFF"/>
                </a:solidFill>
                <a:latin typeface="Mulish"/>
                <a:ea typeface="Mulish"/>
                <a:cs typeface="Mulish"/>
              </a:rPr>
              <a:t>Sharjah Sign</a:t>
            </a:r>
          </a:p>
        </p:txBody>
      </p:sp>
      <p:sp>
        <p:nvSpPr>
          <p:cNvPr id="30" name="copy-41">
            <a:extLst xmlns:a="http://schemas.openxmlformats.org/drawingml/2006/main">
              <a:ext uri="{FF2B5EF4-FFF2-40B4-BE49-F238E27FC236}">
                <a16:creationId xmlns:a16="http://schemas.microsoft.com/office/drawing/2014/main" id="{F4FE5C56-6F1A-4DB5-B124-982C43D810B2}"/>
              </a:ext>
            </a:extLst>
          </p:cNvPr>
          <p:cNvSpPr>
            <a:spLocks xmlns:a="http://schemas.openxmlformats.org/drawingml/2006/main" noGrp="1"/>
          </p:cNvSpPr>
          <p:nvPr/>
        </p:nvSpPr>
        <p:spPr>
          <a:xfrm xmlns:a="http://schemas.openxmlformats.org/drawingml/2006/main">
            <a:off x="7315200" y="6172200"/>
            <a:ext cx="2133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FFFFFF"/>
                </a:solidFill>
                <a:latin typeface="Mulish"/>
                <a:ea typeface="Mulish"/>
                <a:cs typeface="Mulish"/>
              </a:defRPr>
            </a:pPr>
            <a:r>
              <a:rPr sz="1650" b="1">
                <a:solidFill>
                  <a:srgbClr val="FFFFFF"/>
                </a:solidFill>
                <a:latin typeface="Mulish"/>
                <a:ea typeface="Mulish"/>
                <a:cs typeface="Mulish"/>
              </a:rPr>
              <a:t>e&amp;</a:t>
            </a:r>
          </a:p>
        </p:txBody>
      </p:sp>
      <p:sp>
        <p:nvSpPr>
          <p:cNvPr id="31" name="copy-42">
            <a:extLst xmlns:a="http://schemas.openxmlformats.org/drawingml/2006/main">
              <a:ext uri="{FF2B5EF4-FFF2-40B4-BE49-F238E27FC236}">
                <a16:creationId xmlns:a16="http://schemas.microsoft.com/office/drawing/2014/main" id="{9EDEF48E-2208-4272-8447-44ED420D5FE4}"/>
              </a:ext>
            </a:extLst>
          </p:cNvPr>
          <p:cNvSpPr>
            <a:spLocks xmlns:a="http://schemas.openxmlformats.org/drawingml/2006/main" noGrp="1"/>
          </p:cNvSpPr>
          <p:nvPr/>
        </p:nvSpPr>
        <p:spPr>
          <a:xfrm xmlns:a="http://schemas.openxmlformats.org/drawingml/2006/main">
            <a:off x="9601200" y="6172200"/>
            <a:ext cx="2133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FFFFFF"/>
                </a:solidFill>
                <a:latin typeface="Mulish"/>
                <a:ea typeface="Mulish"/>
                <a:cs typeface="Mulish"/>
              </a:defRPr>
            </a:pPr>
            <a:r>
              <a:rPr sz="1650" b="1">
                <a:solidFill>
                  <a:srgbClr val="FFFFFF"/>
                </a:solidFill>
                <a:latin typeface="Mulish"/>
                <a:ea typeface="Mulish"/>
                <a:cs typeface="Mulish"/>
              </a:rPr>
              <a:t>KSA / Nafath</a:t>
            </a:r>
          </a:p>
        </p:txBody>
      </p:sp>
    </p:spTree>
    <p:extLst>
      <p:ext uri="{BB962C8B-B14F-4D97-AF65-F5344CB8AC3E}">
        <p14:creationId xmlns:p14="http://schemas.microsoft.com/office/powerpoint/2010/main" val="7240035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86c8e409d46447f"/>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4C0052BA-A92A-4F21-B2C7-C4387C7C3384}"/>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03</a:t>
            </a:r>
          </a:p>
        </p:txBody>
      </p:sp>
      <p:sp>
        <p:nvSpPr>
          <p:cNvPr id="3" name="copy-43">
            <a:extLst xmlns:a="http://schemas.openxmlformats.org/drawingml/2006/main">
              <a:ext uri="{FF2B5EF4-FFF2-40B4-BE49-F238E27FC236}">
                <a16:creationId xmlns:a16="http://schemas.microsoft.com/office/drawing/2014/main" id="{15129386-3E8D-4BE4-9090-05584F7D5CA0}"/>
              </a:ext>
            </a:extLst>
          </p:cNvPr>
          <p:cNvSpPr>
            <a:spLocks xmlns:a="http://schemas.openxmlformats.org/drawingml/2006/main" noGrp="1"/>
          </p:cNvSpPr>
          <p:nvPr/>
        </p:nvSpPr>
        <p:spPr>
          <a:xfrm xmlns:a="http://schemas.openxmlformats.org/drawingml/2006/main">
            <a:off x="990600" y="295275"/>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7000FF"/>
                </a:solidFill>
                <a:latin typeface="Mulish"/>
                <a:ea typeface="Mulish"/>
                <a:cs typeface="Mulish"/>
              </a:defRPr>
            </a:pPr>
            <a:r>
              <a:rPr sz="1350" b="1">
                <a:solidFill>
                  <a:srgbClr val="7000FF"/>
                </a:solidFill>
                <a:latin typeface="Mulish"/>
                <a:ea typeface="Mulish"/>
                <a:cs typeface="Mulish"/>
              </a:rPr>
              <a:t>APPENDIX  /  PROPOSED ARCHITECTURE</a:t>
            </a:r>
          </a:p>
        </p:txBody>
      </p:sp>
      <p:sp>
        <p:nvSpPr>
          <p:cNvPr id="4" name="copy-44">
            <a:extLst xmlns:a="http://schemas.openxmlformats.org/drawingml/2006/main">
              <a:ext uri="{FF2B5EF4-FFF2-40B4-BE49-F238E27FC236}">
                <a16:creationId xmlns:a16="http://schemas.microsoft.com/office/drawing/2014/main" id="{49588B2E-992A-4C2F-8E55-6C622EBBDBD8}"/>
              </a:ext>
            </a:extLst>
          </p:cNvPr>
          <p:cNvSpPr>
            <a:spLocks xmlns:a="http://schemas.openxmlformats.org/drawingml/2006/main" noGrp="1"/>
          </p:cNvSpPr>
          <p:nvPr/>
        </p:nvSpPr>
        <p:spPr>
          <a:xfrm xmlns:a="http://schemas.openxmlformats.org/drawingml/2006/main">
            <a:off x="457200" y="914400"/>
            <a:ext cx="11277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Context, authority</a:t>
            </a:r>
          </a:p>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and orchestration</a:t>
            </a:r>
          </a:p>
        </p:txBody>
      </p:sp>
      <p:sp>
        <p:nvSpPr>
          <p:cNvPr id="5" name="copy-45">
            <a:extLst xmlns:a="http://schemas.openxmlformats.org/drawingml/2006/main">
              <a:ext uri="{FF2B5EF4-FFF2-40B4-BE49-F238E27FC236}">
                <a16:creationId xmlns:a16="http://schemas.microsoft.com/office/drawing/2014/main" id="{165C32EC-1834-4E9A-962D-64F19D45189D}"/>
              </a:ext>
            </a:extLst>
          </p:cNvPr>
          <p:cNvSpPr>
            <a:spLocks xmlns:a="http://schemas.openxmlformats.org/drawingml/2006/main" noGrp="1"/>
          </p:cNvSpPr>
          <p:nvPr/>
        </p:nvSpPr>
        <p:spPr>
          <a:xfrm xmlns:a="http://schemas.openxmlformats.org/drawingml/2006/main">
            <a:off x="457200" y="2114550"/>
            <a:ext cx="11277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Three complementary roles behind a governed action</a:t>
            </a:r>
          </a:p>
        </p:txBody>
      </p:sp>
      <p:sp>
        <p:nvSpPr>
          <p:cNvPr id="6" name="divider">
            <a:extLst xmlns:a="http://schemas.openxmlformats.org/drawingml/2006/main">
              <a:ext uri="{FF2B5EF4-FFF2-40B4-BE49-F238E27FC236}">
                <a16:creationId xmlns:a16="http://schemas.microsoft.com/office/drawing/2014/main" id="{0E6C4E39-1F42-4960-979F-AE604E94D684}"/>
              </a:ext>
            </a:extLst>
          </p:cNvPr>
          <p:cNvSpPr>
            <a:spLocks xmlns:a="http://schemas.openxmlformats.org/drawingml/2006/main" noGrp="1"/>
          </p:cNvSpPr>
          <p:nvPr/>
        </p:nvSpPr>
        <p:spPr>
          <a:xfrm xmlns:a="http://schemas.openxmlformats.org/drawingml/2006/main">
            <a:off x="4114800" y="2743200"/>
            <a:ext cx="9525" cy="326707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7" name="divider">
            <a:extLst xmlns:a="http://schemas.openxmlformats.org/drawingml/2006/main">
              <a:ext uri="{FF2B5EF4-FFF2-40B4-BE49-F238E27FC236}">
                <a16:creationId xmlns:a16="http://schemas.microsoft.com/office/drawing/2014/main" id="{5A68BAA5-4CC1-48FD-9197-39862F0D9FC5}"/>
              </a:ext>
            </a:extLst>
          </p:cNvPr>
          <p:cNvSpPr>
            <a:spLocks xmlns:a="http://schemas.openxmlformats.org/drawingml/2006/main" noGrp="1"/>
          </p:cNvSpPr>
          <p:nvPr/>
        </p:nvSpPr>
        <p:spPr>
          <a:xfrm xmlns:a="http://schemas.openxmlformats.org/drawingml/2006/main">
            <a:off x="7924800" y="2743200"/>
            <a:ext cx="9525" cy="326707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28f9ebb02a8946f1"/>
          <a:stretch xmlns:a="http://schemas.openxmlformats.org/drawingml/2006/main"/>
        </p:blipFill>
        <p:spPr>
          <a:xfrm xmlns:a="http://schemas.openxmlformats.org/drawingml/2006/main">
            <a:off x="457200" y="2667000"/>
            <a:ext cx="762000" cy="762000"/>
          </a:xfrm>
          <a:prstGeom xmlns:a="http://schemas.openxmlformats.org/drawingml/2006/main" prst="rect">
            <a:avLst/>
          </a:prstGeom>
        </p:spPr>
      </p:pic>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149694e0b8d44321"/>
          <a:stretch xmlns:a="http://schemas.openxmlformats.org/drawingml/2006/main"/>
        </p:blipFill>
        <p:spPr>
          <a:xfrm xmlns:a="http://schemas.openxmlformats.org/drawingml/2006/main">
            <a:off x="4267200" y="2667000"/>
            <a:ext cx="762000" cy="762000"/>
          </a:xfrm>
          <a:prstGeom xmlns:a="http://schemas.openxmlformats.org/drawingml/2006/main" prst="rect">
            <a:avLst/>
          </a:prstGeom>
        </p:spPr>
      </p:pic>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4b36df393af9427a"/>
          <a:stretch xmlns:a="http://schemas.openxmlformats.org/drawingml/2006/main"/>
        </p:blipFill>
        <p:spPr>
          <a:xfrm xmlns:a="http://schemas.openxmlformats.org/drawingml/2006/main">
            <a:off x="8077200" y="2609850"/>
            <a:ext cx="876300" cy="904875"/>
          </a:xfrm>
          <a:prstGeom xmlns:a="http://schemas.openxmlformats.org/drawingml/2006/main" prst="rect">
            <a:avLst/>
          </a:prstGeom>
        </p:spPr>
      </p:pic>
      <p:sp>
        <p:nvSpPr>
          <p:cNvPr id="11" name="copy-46">
            <a:extLst xmlns:a="http://schemas.openxmlformats.org/drawingml/2006/main">
              <a:ext uri="{FF2B5EF4-FFF2-40B4-BE49-F238E27FC236}">
                <a16:creationId xmlns:a16="http://schemas.microsoft.com/office/drawing/2014/main" id="{2F109AF2-3883-44ED-8FAF-698D811E28E9}"/>
              </a:ext>
            </a:extLst>
          </p:cNvPr>
          <p:cNvSpPr>
            <a:spLocks xmlns:a="http://schemas.openxmlformats.org/drawingml/2006/main" noGrp="1"/>
          </p:cNvSpPr>
          <p:nvPr/>
        </p:nvSpPr>
        <p:spPr>
          <a:xfrm xmlns:a="http://schemas.openxmlformats.org/drawingml/2006/main">
            <a:off x="457200" y="3629025"/>
            <a:ext cx="3505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D0090"/>
                </a:solidFill>
                <a:latin typeface="Spartan"/>
                <a:ea typeface="Spartan"/>
                <a:cs typeface="Spartan"/>
              </a:defRPr>
            </a:pPr>
            <a:r>
              <a:rPr sz="2400" b="1">
                <a:solidFill>
                  <a:srgbClr val="1D0090"/>
                </a:solidFill>
                <a:latin typeface="Spartan"/>
                <a:ea typeface="Spartan"/>
                <a:cs typeface="Spartan"/>
              </a:rPr>
              <a:t>HOROS</a:t>
            </a:r>
          </a:p>
        </p:txBody>
      </p:sp>
      <p:sp>
        <p:nvSpPr>
          <p:cNvPr id="12" name="copy-47">
            <a:extLst xmlns:a="http://schemas.openxmlformats.org/drawingml/2006/main">
              <a:ext uri="{FF2B5EF4-FFF2-40B4-BE49-F238E27FC236}">
                <a16:creationId xmlns:a16="http://schemas.microsoft.com/office/drawing/2014/main" id="{0E47D622-4A9D-4A65-B2D3-40B269435308}"/>
              </a:ext>
            </a:extLst>
          </p:cNvPr>
          <p:cNvSpPr>
            <a:spLocks xmlns:a="http://schemas.openxmlformats.org/drawingml/2006/main" noGrp="1"/>
          </p:cNvSpPr>
          <p:nvPr/>
        </p:nvSpPr>
        <p:spPr>
          <a:xfrm xmlns:a="http://schemas.openxmlformats.org/drawingml/2006/main">
            <a:off x="457200" y="4105275"/>
            <a:ext cx="3505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7000FF"/>
                </a:solidFill>
                <a:latin typeface="Mulish"/>
                <a:ea typeface="Mulish"/>
                <a:cs typeface="Mulish"/>
              </a:defRPr>
            </a:pPr>
            <a:r>
              <a:rPr sz="1800" b="1">
                <a:solidFill>
                  <a:srgbClr val="7000FF"/>
                </a:solidFill>
                <a:latin typeface="Mulish"/>
                <a:ea typeface="Mulish"/>
                <a:cs typeface="Mulish"/>
              </a:rPr>
              <a:t>Organizational context</a:t>
            </a:r>
          </a:p>
        </p:txBody>
      </p:sp>
      <p:sp>
        <p:nvSpPr>
          <p:cNvPr id="13" name="copy-48">
            <a:extLst xmlns:a="http://schemas.openxmlformats.org/drawingml/2006/main">
              <a:ext uri="{FF2B5EF4-FFF2-40B4-BE49-F238E27FC236}">
                <a16:creationId xmlns:a16="http://schemas.microsoft.com/office/drawing/2014/main" id="{8DD47462-D445-4DF4-8595-1D2AC975292E}"/>
              </a:ext>
            </a:extLst>
          </p:cNvPr>
          <p:cNvSpPr>
            <a:spLocks xmlns:a="http://schemas.openxmlformats.org/drawingml/2006/main" noGrp="1"/>
          </p:cNvSpPr>
          <p:nvPr/>
        </p:nvSpPr>
        <p:spPr>
          <a:xfrm xmlns:a="http://schemas.openxmlformats.org/drawingml/2006/main">
            <a:off x="457200" y="4572000"/>
            <a:ext cx="3505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Maps people and agents to roles,</a:t>
            </a:r>
          </a:p>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organizational units and</a:t>
            </a:r>
          </a:p>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relationships.</a:t>
            </a:r>
          </a:p>
        </p:txBody>
      </p:sp>
      <p:sp>
        <p:nvSpPr>
          <p:cNvPr id="14" name="copy-49">
            <a:extLst xmlns:a="http://schemas.openxmlformats.org/drawingml/2006/main">
              <a:ext uri="{FF2B5EF4-FFF2-40B4-BE49-F238E27FC236}">
                <a16:creationId xmlns:a16="http://schemas.microsoft.com/office/drawing/2014/main" id="{E530630D-53EB-41BA-9641-C0ECF85D9428}"/>
              </a:ext>
            </a:extLst>
          </p:cNvPr>
          <p:cNvSpPr>
            <a:spLocks xmlns:a="http://schemas.openxmlformats.org/drawingml/2006/main" noGrp="1"/>
          </p:cNvSpPr>
          <p:nvPr/>
        </p:nvSpPr>
        <p:spPr>
          <a:xfrm xmlns:a="http://schemas.openxmlformats.org/drawingml/2006/main">
            <a:off x="457200" y="5572125"/>
            <a:ext cx="350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Which team and role</a:t>
            </a:r>
          </a:p>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does this agent represent?</a:t>
            </a:r>
          </a:p>
        </p:txBody>
      </p:sp>
      <p:sp>
        <p:nvSpPr>
          <p:cNvPr id="15" name="copy-50">
            <a:extLst xmlns:a="http://schemas.openxmlformats.org/drawingml/2006/main">
              <a:ext uri="{FF2B5EF4-FFF2-40B4-BE49-F238E27FC236}">
                <a16:creationId xmlns:a16="http://schemas.microsoft.com/office/drawing/2014/main" id="{BBC58098-A9FB-4CEE-A4C6-507A19F422AD}"/>
              </a:ext>
            </a:extLst>
          </p:cNvPr>
          <p:cNvSpPr>
            <a:spLocks xmlns:a="http://schemas.openxmlformats.org/drawingml/2006/main" noGrp="1"/>
          </p:cNvSpPr>
          <p:nvPr/>
        </p:nvSpPr>
        <p:spPr>
          <a:xfrm xmlns:a="http://schemas.openxmlformats.org/drawingml/2006/main">
            <a:off x="4267200" y="3629025"/>
            <a:ext cx="3505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D0090"/>
                </a:solidFill>
                <a:latin typeface="Spartan"/>
                <a:ea typeface="Spartan"/>
                <a:cs typeface="Spartan"/>
              </a:defRPr>
            </a:pPr>
            <a:r>
              <a:rPr sz="2400" b="1">
                <a:solidFill>
                  <a:srgbClr val="1D0090"/>
                </a:solidFill>
                <a:latin typeface="Spartan"/>
                <a:ea typeface="Spartan"/>
                <a:cs typeface="Spartan"/>
              </a:rPr>
              <a:t>AUTHOS</a:t>
            </a:r>
          </a:p>
        </p:txBody>
      </p:sp>
      <p:sp>
        <p:nvSpPr>
          <p:cNvPr id="16" name="copy-51">
            <a:extLst xmlns:a="http://schemas.openxmlformats.org/drawingml/2006/main">
              <a:ext uri="{FF2B5EF4-FFF2-40B4-BE49-F238E27FC236}">
                <a16:creationId xmlns:a16="http://schemas.microsoft.com/office/drawing/2014/main" id="{A505F1C9-088D-49E8-8ABC-59FC531A1447}"/>
              </a:ext>
            </a:extLst>
          </p:cNvPr>
          <p:cNvSpPr>
            <a:spLocks xmlns:a="http://schemas.openxmlformats.org/drawingml/2006/main" noGrp="1"/>
          </p:cNvSpPr>
          <p:nvPr/>
        </p:nvSpPr>
        <p:spPr>
          <a:xfrm xmlns:a="http://schemas.openxmlformats.org/drawingml/2006/main">
            <a:off x="4267200" y="4105275"/>
            <a:ext cx="3505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7000FF"/>
                </a:solidFill>
                <a:latin typeface="Mulish"/>
                <a:ea typeface="Mulish"/>
                <a:cs typeface="Mulish"/>
              </a:defRPr>
            </a:pPr>
            <a:r>
              <a:rPr sz="1800" b="1">
                <a:solidFill>
                  <a:srgbClr val="7000FF"/>
                </a:solidFill>
                <a:latin typeface="Mulish"/>
                <a:ea typeface="Mulish"/>
                <a:cs typeface="Mulish"/>
              </a:rPr>
              <a:t>Authority and policy</a:t>
            </a:r>
          </a:p>
        </p:txBody>
      </p:sp>
      <p:sp>
        <p:nvSpPr>
          <p:cNvPr id="17" name="copy-52">
            <a:extLst xmlns:a="http://schemas.openxmlformats.org/drawingml/2006/main">
              <a:ext uri="{FF2B5EF4-FFF2-40B4-BE49-F238E27FC236}">
                <a16:creationId xmlns:a16="http://schemas.microsoft.com/office/drawing/2014/main" id="{B770199F-E5D1-4170-834E-774BAF1AC331}"/>
              </a:ext>
            </a:extLst>
          </p:cNvPr>
          <p:cNvSpPr>
            <a:spLocks xmlns:a="http://schemas.openxmlformats.org/drawingml/2006/main" noGrp="1"/>
          </p:cNvSpPr>
          <p:nvPr/>
        </p:nvSpPr>
        <p:spPr>
          <a:xfrm xmlns:a="http://schemas.openxmlformats.org/drawingml/2006/main">
            <a:off x="4267200" y="4572000"/>
            <a:ext cx="3505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Defines who may act, delegated</a:t>
            </a:r>
          </a:p>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rights, approval requirements</a:t>
            </a:r>
          </a:p>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and limits.</a:t>
            </a:r>
          </a:p>
        </p:txBody>
      </p:sp>
      <p:sp>
        <p:nvSpPr>
          <p:cNvPr id="18" name="copy-53">
            <a:extLst xmlns:a="http://schemas.openxmlformats.org/drawingml/2006/main">
              <a:ext uri="{FF2B5EF4-FFF2-40B4-BE49-F238E27FC236}">
                <a16:creationId xmlns:a16="http://schemas.microsoft.com/office/drawing/2014/main" id="{7711E56B-FA60-41D0-B420-26FF38FE2193}"/>
              </a:ext>
            </a:extLst>
          </p:cNvPr>
          <p:cNvSpPr>
            <a:spLocks xmlns:a="http://schemas.openxmlformats.org/drawingml/2006/main" noGrp="1"/>
          </p:cNvSpPr>
          <p:nvPr/>
        </p:nvSpPr>
        <p:spPr>
          <a:xfrm xmlns:a="http://schemas.openxmlformats.org/drawingml/2006/main">
            <a:off x="4267200" y="5572125"/>
            <a:ext cx="350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May this agent approve</a:t>
            </a:r>
          </a:p>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a payment of this size?</a:t>
            </a:r>
          </a:p>
        </p:txBody>
      </p:sp>
      <p:sp>
        <p:nvSpPr>
          <p:cNvPr id="19" name="copy-54">
            <a:extLst xmlns:a="http://schemas.openxmlformats.org/drawingml/2006/main">
              <a:ext uri="{FF2B5EF4-FFF2-40B4-BE49-F238E27FC236}">
                <a16:creationId xmlns:a16="http://schemas.microsoft.com/office/drawing/2014/main" id="{3753D85F-BDB0-4E8A-85A5-75EEE05B4B72}"/>
              </a:ext>
            </a:extLst>
          </p:cNvPr>
          <p:cNvSpPr>
            <a:spLocks xmlns:a="http://schemas.openxmlformats.org/drawingml/2006/main" noGrp="1"/>
          </p:cNvSpPr>
          <p:nvPr/>
        </p:nvSpPr>
        <p:spPr>
          <a:xfrm xmlns:a="http://schemas.openxmlformats.org/drawingml/2006/main">
            <a:off x="8077200" y="3629025"/>
            <a:ext cx="3505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D0090"/>
                </a:solidFill>
                <a:latin typeface="Spartan"/>
                <a:ea typeface="Spartan"/>
                <a:cs typeface="Spartan"/>
              </a:defRPr>
            </a:pPr>
            <a:r>
              <a:rPr sz="2400" b="1">
                <a:solidFill>
                  <a:srgbClr val="1D0090"/>
                </a:solidFill>
                <a:latin typeface="Spartan"/>
                <a:ea typeface="Spartan"/>
                <a:cs typeface="Spartan"/>
              </a:rPr>
              <a:t>SANTOS</a:t>
            </a:r>
          </a:p>
        </p:txBody>
      </p:sp>
      <p:sp>
        <p:nvSpPr>
          <p:cNvPr id="20" name="copy-55">
            <a:extLst xmlns:a="http://schemas.openxmlformats.org/drawingml/2006/main">
              <a:ext uri="{FF2B5EF4-FFF2-40B4-BE49-F238E27FC236}">
                <a16:creationId xmlns:a16="http://schemas.microsoft.com/office/drawing/2014/main" id="{7B493A0B-DB26-4E1D-B04A-5D563A046660}"/>
              </a:ext>
            </a:extLst>
          </p:cNvPr>
          <p:cNvSpPr>
            <a:spLocks xmlns:a="http://schemas.openxmlformats.org/drawingml/2006/main" noGrp="1"/>
          </p:cNvSpPr>
          <p:nvPr/>
        </p:nvSpPr>
        <p:spPr>
          <a:xfrm xmlns:a="http://schemas.openxmlformats.org/drawingml/2006/main">
            <a:off x="8077200" y="4105275"/>
            <a:ext cx="3505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7000FF"/>
                </a:solidFill>
                <a:latin typeface="Mulish"/>
                <a:ea typeface="Mulish"/>
                <a:cs typeface="Mulish"/>
              </a:defRPr>
            </a:pPr>
            <a:r>
              <a:rPr sz="1800" b="1">
                <a:solidFill>
                  <a:srgbClr val="7000FF"/>
                </a:solidFill>
                <a:latin typeface="Mulish"/>
                <a:ea typeface="Mulish"/>
                <a:cs typeface="Mulish"/>
              </a:rPr>
              <a:t>Intelligent orchestration</a:t>
            </a:r>
          </a:p>
        </p:txBody>
      </p:sp>
      <p:sp>
        <p:nvSpPr>
          <p:cNvPr id="21" name="copy-56">
            <a:extLst xmlns:a="http://schemas.openxmlformats.org/drawingml/2006/main">
              <a:ext uri="{FF2B5EF4-FFF2-40B4-BE49-F238E27FC236}">
                <a16:creationId xmlns:a16="http://schemas.microsoft.com/office/drawing/2014/main" id="{734A7E56-3F71-4D5E-960E-A28BFC567977}"/>
              </a:ext>
            </a:extLst>
          </p:cNvPr>
          <p:cNvSpPr>
            <a:spLocks xmlns:a="http://schemas.openxmlformats.org/drawingml/2006/main" noGrp="1"/>
          </p:cNvSpPr>
          <p:nvPr/>
        </p:nvSpPr>
        <p:spPr>
          <a:xfrm xmlns:a="http://schemas.openxmlformats.org/drawingml/2006/main">
            <a:off x="8077200" y="4572000"/>
            <a:ext cx="3505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Understands intent, plans steps</a:t>
            </a:r>
          </a:p>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and coordinates action across</a:t>
            </a:r>
          </a:p>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the available services.</a:t>
            </a:r>
          </a:p>
        </p:txBody>
      </p:sp>
      <p:sp>
        <p:nvSpPr>
          <p:cNvPr id="22" name="copy-57">
            <a:extLst xmlns:a="http://schemas.openxmlformats.org/drawingml/2006/main">
              <a:ext uri="{FF2B5EF4-FFF2-40B4-BE49-F238E27FC236}">
                <a16:creationId xmlns:a16="http://schemas.microsoft.com/office/drawing/2014/main" id="{B44F71E4-D189-4B7E-AB04-F6BA5A6AE527}"/>
              </a:ext>
            </a:extLst>
          </p:cNvPr>
          <p:cNvSpPr>
            <a:spLocks xmlns:a="http://schemas.openxmlformats.org/drawingml/2006/main" noGrp="1"/>
          </p:cNvSpPr>
          <p:nvPr/>
        </p:nvSpPr>
        <p:spPr>
          <a:xfrm xmlns:a="http://schemas.openxmlformats.org/drawingml/2006/main">
            <a:off x="8077200" y="5572125"/>
            <a:ext cx="350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What needs to happen,</a:t>
            </a:r>
          </a:p>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and which service should act?</a:t>
            </a:r>
          </a:p>
        </p:txBody>
      </p:sp>
    </p:spTree>
    <p:extLst>
      <p:ext uri="{BB962C8B-B14F-4D97-AF65-F5344CB8AC3E}">
        <p14:creationId xmlns:p14="http://schemas.microsoft.com/office/powerpoint/2010/main" val="4864674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execution-panel">
            <a:extLst xmlns:a="http://schemas.openxmlformats.org/drawingml/2006/main">
              <a:ext uri="{FF2B5EF4-FFF2-40B4-BE49-F238E27FC236}">
                <a16:creationId xmlns:a16="http://schemas.microsoft.com/office/drawing/2014/main" id="{37366B2B-6095-4541-99BA-24ECA3F58E64}"/>
              </a:ext>
            </a:extLst>
          </p:cNvPr>
          <p:cNvSpPr>
            <a:spLocks xmlns:a="http://schemas.openxmlformats.org/drawingml/2006/main" noGrp="1"/>
          </p:cNvSpPr>
          <p:nvPr/>
        </p:nvSpPr>
        <p:spPr>
          <a:xfrm xmlns:a="http://schemas.openxmlformats.org/drawingml/2006/main">
            <a:off x="0" y="0"/>
            <a:ext cx="3962400" cy="6858000"/>
          </a:xfrm>
          <a:prstGeom xmlns:a="http://schemas.openxmlformats.org/drawingml/2006/main" prst="rect">
            <a:avLst/>
          </a:prstGeom>
          <a:solidFill xmlns:a="http://schemas.openxmlformats.org/drawingml/2006/main">
            <a:srgbClr val="1D0090"/>
          </a:solidFill>
          <a:ln xmlns:a="http://schemas.openxmlformats.org/drawingml/2006/main" w="0">
            <a:no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d0e87c18f26047ea"/>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3" name="page-number">
            <a:extLst xmlns:a="http://schemas.openxmlformats.org/drawingml/2006/main">
              <a:ext uri="{FF2B5EF4-FFF2-40B4-BE49-F238E27FC236}">
                <a16:creationId xmlns:a16="http://schemas.microsoft.com/office/drawing/2014/main" id="{CF673AB2-BA5C-402D-9206-38792ECA59C2}"/>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1D0090"/>
                </a:solidFill>
                <a:latin typeface="Mulish"/>
                <a:ea typeface="Mulish"/>
                <a:cs typeface="Mulish"/>
              </a:rPr>
              <a:t>04</a:t>
            </a:r>
          </a:p>
        </p:txBody>
      </p:sp>
      <p:sp>
        <p:nvSpPr>
          <p:cNvPr id="4" name="copy-58">
            <a:extLst xmlns:a="http://schemas.openxmlformats.org/drawingml/2006/main">
              <a:ext uri="{FF2B5EF4-FFF2-40B4-BE49-F238E27FC236}">
                <a16:creationId xmlns:a16="http://schemas.microsoft.com/office/drawing/2014/main" id="{3C285C69-E695-4E07-8A60-2DE467EB60FF}"/>
              </a:ext>
            </a:extLst>
          </p:cNvPr>
          <p:cNvSpPr>
            <a:spLocks xmlns:a="http://schemas.openxmlformats.org/drawingml/2006/main" noGrp="1"/>
          </p:cNvSpPr>
          <p:nvPr/>
        </p:nvSpPr>
        <p:spPr>
          <a:xfrm xmlns:a="http://schemas.openxmlformats.org/drawingml/2006/main">
            <a:off x="990600" y="295275"/>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F5EDFF"/>
                </a:solidFill>
                <a:latin typeface="Mulish"/>
                <a:ea typeface="Mulish"/>
                <a:cs typeface="Mulish"/>
              </a:defRPr>
            </a:pPr>
            <a:r>
              <a:rPr sz="1350" b="1">
                <a:solidFill>
                  <a:srgbClr val="F5EDFF"/>
                </a:solidFill>
                <a:latin typeface="Mulish"/>
                <a:ea typeface="Mulish"/>
                <a:cs typeface="Mulish"/>
              </a:rPr>
              <a:t>APPENDIX / PROPOSED</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b415267a7eee4177"/>
          <a:stretch xmlns:a="http://schemas.openxmlformats.org/drawingml/2006/main"/>
        </p:blipFill>
        <p:spPr>
          <a:xfrm xmlns:a="http://schemas.openxmlformats.org/drawingml/2006/main">
            <a:off x="457200" y="1066800"/>
            <a:ext cx="838200" cy="838200"/>
          </a:xfrm>
          <a:prstGeom xmlns:a="http://schemas.openxmlformats.org/drawingml/2006/main" prst="rect">
            <a:avLst/>
          </a:prstGeom>
        </p:spPr>
      </p:pic>
      <p:sp>
        <p:nvSpPr>
          <p:cNvPr id="6" name="copy-59">
            <a:extLst xmlns:a="http://schemas.openxmlformats.org/drawingml/2006/main">
              <a:ext uri="{FF2B5EF4-FFF2-40B4-BE49-F238E27FC236}">
                <a16:creationId xmlns:a16="http://schemas.microsoft.com/office/drawing/2014/main" id="{787A10AE-3305-47FD-8325-3B2010B3756A}"/>
              </a:ext>
            </a:extLst>
          </p:cNvPr>
          <p:cNvSpPr>
            <a:spLocks xmlns:a="http://schemas.openxmlformats.org/drawingml/2006/main" noGrp="1"/>
          </p:cNvSpPr>
          <p:nvPr/>
        </p:nvSpPr>
        <p:spPr>
          <a:xfrm xmlns:a="http://schemas.openxmlformats.org/drawingml/2006/main">
            <a:off x="457200" y="2143125"/>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3000" b="1">
                <a:solidFill>
                  <a:srgbClr val="FFFFFF"/>
                </a:solidFill>
                <a:latin typeface="Spartan"/>
                <a:ea typeface="Spartan"/>
                <a:cs typeface="Spartan"/>
              </a:defRPr>
            </a:pPr>
            <a:r>
              <a:rPr sz="3000" b="1">
                <a:solidFill>
                  <a:srgbClr val="FFFFFF"/>
                </a:solidFill>
                <a:latin typeface="Spartan"/>
                <a:ea typeface="Spartan"/>
                <a:cs typeface="Spartan"/>
              </a:rPr>
              <a:t>ACTUS</a:t>
            </a:r>
          </a:p>
        </p:txBody>
      </p:sp>
      <p:sp>
        <p:nvSpPr>
          <p:cNvPr id="7" name="copy-60">
            <a:extLst xmlns:a="http://schemas.openxmlformats.org/drawingml/2006/main">
              <a:ext uri="{FF2B5EF4-FFF2-40B4-BE49-F238E27FC236}">
                <a16:creationId xmlns:a16="http://schemas.microsoft.com/office/drawing/2014/main" id="{5216C6A1-7BEF-4BD8-94C1-E4A54C19B0D3}"/>
              </a:ext>
            </a:extLst>
          </p:cNvPr>
          <p:cNvSpPr>
            <a:spLocks xmlns:a="http://schemas.openxmlformats.org/drawingml/2006/main" noGrp="1"/>
          </p:cNvSpPr>
          <p:nvPr/>
        </p:nvSpPr>
        <p:spPr>
          <a:xfrm xmlns:a="http://schemas.openxmlformats.org/drawingml/2006/main">
            <a:off x="457200" y="27051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FFFFFF"/>
                </a:solidFill>
                <a:latin typeface="Mulish"/>
                <a:ea typeface="Mulish"/>
                <a:cs typeface="Mulish"/>
              </a:defRPr>
            </a:pPr>
            <a:r>
              <a:rPr sz="1950" b="1">
                <a:solidFill>
                  <a:srgbClr val="FFFFFF"/>
                </a:solidFill>
                <a:latin typeface="Mulish"/>
                <a:ea typeface="Mulish"/>
                <a:cs typeface="Mulish"/>
              </a:rPr>
              <a:t>Trusted execution</a:t>
            </a:r>
          </a:p>
        </p:txBody>
      </p:sp>
      <p:sp>
        <p:nvSpPr>
          <p:cNvPr id="8" name="copy-61">
            <a:extLst xmlns:a="http://schemas.openxmlformats.org/drawingml/2006/main">
              <a:ext uri="{FF2B5EF4-FFF2-40B4-BE49-F238E27FC236}">
                <a16:creationId xmlns:a16="http://schemas.microsoft.com/office/drawing/2014/main" id="{550EC74B-E1CB-4C95-BC2D-A32299513A0D}"/>
              </a:ext>
            </a:extLst>
          </p:cNvPr>
          <p:cNvSpPr>
            <a:spLocks xmlns:a="http://schemas.openxmlformats.org/drawingml/2006/main" noGrp="1"/>
          </p:cNvSpPr>
          <p:nvPr/>
        </p:nvSpPr>
        <p:spPr>
          <a:xfrm xmlns:a="http://schemas.openxmlformats.org/drawingml/2006/main">
            <a:off x="457200" y="3238500"/>
            <a:ext cx="31432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Governs a consequential action,</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executes it under authority</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and captures evidence.</a:t>
            </a:r>
          </a:p>
        </p:txBody>
      </p:sp>
      <p:sp>
        <p:nvSpPr>
          <p:cNvPr id="9" name="actus-step-0">
            <a:extLst xmlns:a="http://schemas.openxmlformats.org/drawingml/2006/main">
              <a:ext uri="{FF2B5EF4-FFF2-40B4-BE49-F238E27FC236}">
                <a16:creationId xmlns:a16="http://schemas.microsoft.com/office/drawing/2014/main" id="{06283D38-7524-44E6-8246-466793AE6C42}"/>
              </a:ext>
            </a:extLst>
          </p:cNvPr>
          <p:cNvSpPr>
            <a:spLocks xmlns:a="http://schemas.openxmlformats.org/drawingml/2006/main" noGrp="1"/>
          </p:cNvSpPr>
          <p:nvPr/>
        </p:nvSpPr>
        <p:spPr>
          <a:xfrm xmlns:a="http://schemas.openxmlformats.org/drawingml/2006/main">
            <a:off x="457200" y="4343400"/>
            <a:ext cx="3048000" cy="333375"/>
          </a:xfrm>
          <a:prstGeom xmlns:a="http://schemas.openxmlformats.org/drawingml/2006/main" prst="rect">
            <a:avLst/>
          </a:prstGeom>
          <a:noFill xmlns:a="http://schemas.openxmlformats.org/drawingml/2006/main"/>
          <a:ln xmlns:a="http://schemas.openxmlformats.org/drawingml/2006/main" w="0">
            <a:noFill/>
            <a:prstDash val="solid"/>
          </a:ln>
        </p:spPr>
      </p:sp>
      <p:sp>
        <p:nvSpPr>
          <p:cNvPr id="10" name="copy-62">
            <a:extLst xmlns:a="http://schemas.openxmlformats.org/drawingml/2006/main">
              <a:ext uri="{FF2B5EF4-FFF2-40B4-BE49-F238E27FC236}">
                <a16:creationId xmlns:a16="http://schemas.microsoft.com/office/drawing/2014/main" id="{47D546D3-F722-43ED-903D-F6E117B0A07D}"/>
              </a:ext>
            </a:extLst>
          </p:cNvPr>
          <p:cNvSpPr>
            <a:spLocks xmlns:a="http://schemas.openxmlformats.org/drawingml/2006/main" noGrp="1"/>
          </p:cNvSpPr>
          <p:nvPr/>
        </p:nvSpPr>
        <p:spPr>
          <a:xfrm xmlns:a="http://schemas.openxmlformats.org/drawingml/2006/main">
            <a:off x="457200" y="4343400"/>
            <a:ext cx="428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F5EDFF"/>
                </a:solidFill>
                <a:latin typeface="Mulish"/>
                <a:ea typeface="Mulish"/>
                <a:cs typeface="Mulish"/>
              </a:defRPr>
            </a:pPr>
            <a:r>
              <a:rPr sz="1650" b="0">
                <a:solidFill>
                  <a:srgbClr val="F5EDFF"/>
                </a:solidFill>
                <a:latin typeface="Mulish"/>
                <a:ea typeface="Mulish"/>
                <a:cs typeface="Mulish"/>
              </a:rPr>
              <a:t>01</a:t>
            </a:r>
          </a:p>
        </p:txBody>
      </p:sp>
      <p:sp>
        <p:nvSpPr>
          <p:cNvPr id="11" name="copy-63">
            <a:extLst xmlns:a="http://schemas.openxmlformats.org/drawingml/2006/main">
              <a:ext uri="{FF2B5EF4-FFF2-40B4-BE49-F238E27FC236}">
                <a16:creationId xmlns:a16="http://schemas.microsoft.com/office/drawing/2014/main" id="{2F0B77C7-F708-4E8E-A614-CECD703D1DA9}"/>
              </a:ext>
            </a:extLst>
          </p:cNvPr>
          <p:cNvSpPr>
            <a:spLocks xmlns:a="http://schemas.openxmlformats.org/drawingml/2006/main" noGrp="1"/>
          </p:cNvSpPr>
          <p:nvPr/>
        </p:nvSpPr>
        <p:spPr>
          <a:xfrm xmlns:a="http://schemas.openxmlformats.org/drawingml/2006/main">
            <a:off x="1066800" y="4305300"/>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FFFFFF"/>
                </a:solidFill>
                <a:latin typeface="Mulish"/>
                <a:ea typeface="Mulish"/>
                <a:cs typeface="Mulish"/>
              </a:defRPr>
            </a:pPr>
            <a:r>
              <a:rPr sz="1950" b="1">
                <a:solidFill>
                  <a:srgbClr val="FFFFFF"/>
                </a:solidFill>
                <a:latin typeface="Mulish"/>
                <a:ea typeface="Mulish"/>
                <a:cs typeface="Mulish"/>
              </a:rPr>
              <a:t>Request</a:t>
            </a:r>
          </a:p>
        </p:txBody>
      </p:sp>
      <p:sp>
        <p:nvSpPr>
          <p:cNvPr id="12" name="actus-step-1">
            <a:extLst xmlns:a="http://schemas.openxmlformats.org/drawingml/2006/main">
              <a:ext uri="{FF2B5EF4-FFF2-40B4-BE49-F238E27FC236}">
                <a16:creationId xmlns:a16="http://schemas.microsoft.com/office/drawing/2014/main" id="{741AA989-5F4B-4042-8C2D-CF14B10111F3}"/>
              </a:ext>
            </a:extLst>
          </p:cNvPr>
          <p:cNvSpPr>
            <a:spLocks xmlns:a="http://schemas.openxmlformats.org/drawingml/2006/main" noGrp="1"/>
          </p:cNvSpPr>
          <p:nvPr/>
        </p:nvSpPr>
        <p:spPr>
          <a:xfrm xmlns:a="http://schemas.openxmlformats.org/drawingml/2006/main">
            <a:off x="457200" y="4810125"/>
            <a:ext cx="3048000" cy="333375"/>
          </a:xfrm>
          <a:prstGeom xmlns:a="http://schemas.openxmlformats.org/drawingml/2006/main" prst="rect">
            <a:avLst/>
          </a:prstGeom>
          <a:noFill xmlns:a="http://schemas.openxmlformats.org/drawingml/2006/main"/>
          <a:ln xmlns:a="http://schemas.openxmlformats.org/drawingml/2006/main" w="0">
            <a:noFill/>
            <a:prstDash val="solid"/>
          </a:ln>
        </p:spPr>
      </p:sp>
      <p:sp>
        <p:nvSpPr>
          <p:cNvPr id="13" name="copy-64">
            <a:extLst xmlns:a="http://schemas.openxmlformats.org/drawingml/2006/main">
              <a:ext uri="{FF2B5EF4-FFF2-40B4-BE49-F238E27FC236}">
                <a16:creationId xmlns:a16="http://schemas.microsoft.com/office/drawing/2014/main" id="{570E63EB-A495-4555-945A-BA5D7632EF96}"/>
              </a:ext>
            </a:extLst>
          </p:cNvPr>
          <p:cNvSpPr>
            <a:spLocks xmlns:a="http://schemas.openxmlformats.org/drawingml/2006/main" noGrp="1"/>
          </p:cNvSpPr>
          <p:nvPr/>
        </p:nvSpPr>
        <p:spPr>
          <a:xfrm xmlns:a="http://schemas.openxmlformats.org/drawingml/2006/main">
            <a:off x="457200" y="4810125"/>
            <a:ext cx="428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F5EDFF"/>
                </a:solidFill>
                <a:latin typeface="Mulish"/>
                <a:ea typeface="Mulish"/>
                <a:cs typeface="Mulish"/>
              </a:defRPr>
            </a:pPr>
            <a:r>
              <a:rPr sz="1650" b="0">
                <a:solidFill>
                  <a:srgbClr val="F5EDFF"/>
                </a:solidFill>
                <a:latin typeface="Mulish"/>
                <a:ea typeface="Mulish"/>
                <a:cs typeface="Mulish"/>
              </a:rPr>
              <a:t>02</a:t>
            </a:r>
          </a:p>
        </p:txBody>
      </p:sp>
      <p:sp>
        <p:nvSpPr>
          <p:cNvPr id="14" name="copy-65">
            <a:extLst xmlns:a="http://schemas.openxmlformats.org/drawingml/2006/main">
              <a:ext uri="{FF2B5EF4-FFF2-40B4-BE49-F238E27FC236}">
                <a16:creationId xmlns:a16="http://schemas.microsoft.com/office/drawing/2014/main" id="{86D297B8-DAE2-4757-8CAC-5FDEA0CB8D92}"/>
              </a:ext>
            </a:extLst>
          </p:cNvPr>
          <p:cNvSpPr>
            <a:spLocks xmlns:a="http://schemas.openxmlformats.org/drawingml/2006/main" noGrp="1"/>
          </p:cNvSpPr>
          <p:nvPr/>
        </p:nvSpPr>
        <p:spPr>
          <a:xfrm xmlns:a="http://schemas.openxmlformats.org/drawingml/2006/main">
            <a:off x="1066800" y="4772025"/>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FFFFFF"/>
                </a:solidFill>
                <a:latin typeface="Mulish"/>
                <a:ea typeface="Mulish"/>
                <a:cs typeface="Mulish"/>
              </a:defRPr>
            </a:pPr>
            <a:r>
              <a:rPr sz="1950" b="1">
                <a:solidFill>
                  <a:srgbClr val="FFFFFF"/>
                </a:solidFill>
                <a:latin typeface="Mulish"/>
                <a:ea typeface="Mulish"/>
                <a:cs typeface="Mulish"/>
              </a:rPr>
              <a:t>Govern</a:t>
            </a:r>
          </a:p>
        </p:txBody>
      </p:sp>
      <p:sp>
        <p:nvSpPr>
          <p:cNvPr id="15" name="actus-step-2">
            <a:extLst xmlns:a="http://schemas.openxmlformats.org/drawingml/2006/main">
              <a:ext uri="{FF2B5EF4-FFF2-40B4-BE49-F238E27FC236}">
                <a16:creationId xmlns:a16="http://schemas.microsoft.com/office/drawing/2014/main" id="{9C0D6639-233E-4714-803C-34B44575040D}"/>
              </a:ext>
            </a:extLst>
          </p:cNvPr>
          <p:cNvSpPr>
            <a:spLocks xmlns:a="http://schemas.openxmlformats.org/drawingml/2006/main" noGrp="1"/>
          </p:cNvSpPr>
          <p:nvPr/>
        </p:nvSpPr>
        <p:spPr>
          <a:xfrm xmlns:a="http://schemas.openxmlformats.org/drawingml/2006/main">
            <a:off x="457200" y="5276850"/>
            <a:ext cx="3048000" cy="333375"/>
          </a:xfrm>
          <a:prstGeom xmlns:a="http://schemas.openxmlformats.org/drawingml/2006/main" prst="rect">
            <a:avLst/>
          </a:prstGeom>
          <a:noFill xmlns:a="http://schemas.openxmlformats.org/drawingml/2006/main"/>
          <a:ln xmlns:a="http://schemas.openxmlformats.org/drawingml/2006/main" w="0">
            <a:noFill/>
            <a:prstDash val="solid"/>
          </a:ln>
        </p:spPr>
      </p:sp>
      <p:sp>
        <p:nvSpPr>
          <p:cNvPr id="16" name="copy-66">
            <a:extLst xmlns:a="http://schemas.openxmlformats.org/drawingml/2006/main">
              <a:ext uri="{FF2B5EF4-FFF2-40B4-BE49-F238E27FC236}">
                <a16:creationId xmlns:a16="http://schemas.microsoft.com/office/drawing/2014/main" id="{E0566E5F-DB5E-4788-B49D-55E5A07215E1}"/>
              </a:ext>
            </a:extLst>
          </p:cNvPr>
          <p:cNvSpPr>
            <a:spLocks xmlns:a="http://schemas.openxmlformats.org/drawingml/2006/main" noGrp="1"/>
          </p:cNvSpPr>
          <p:nvPr/>
        </p:nvSpPr>
        <p:spPr>
          <a:xfrm xmlns:a="http://schemas.openxmlformats.org/drawingml/2006/main">
            <a:off x="457200" y="5276850"/>
            <a:ext cx="428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F5EDFF"/>
                </a:solidFill>
                <a:latin typeface="Mulish"/>
                <a:ea typeface="Mulish"/>
                <a:cs typeface="Mulish"/>
              </a:defRPr>
            </a:pPr>
            <a:r>
              <a:rPr sz="1650" b="0">
                <a:solidFill>
                  <a:srgbClr val="F5EDFF"/>
                </a:solidFill>
                <a:latin typeface="Mulish"/>
                <a:ea typeface="Mulish"/>
                <a:cs typeface="Mulish"/>
              </a:rPr>
              <a:t>03</a:t>
            </a:r>
          </a:p>
        </p:txBody>
      </p:sp>
      <p:sp>
        <p:nvSpPr>
          <p:cNvPr id="17" name="copy-67">
            <a:extLst xmlns:a="http://schemas.openxmlformats.org/drawingml/2006/main">
              <a:ext uri="{FF2B5EF4-FFF2-40B4-BE49-F238E27FC236}">
                <a16:creationId xmlns:a16="http://schemas.microsoft.com/office/drawing/2014/main" id="{1A0F9354-B3C2-4617-AB23-D68AAF22A622}"/>
              </a:ext>
            </a:extLst>
          </p:cNvPr>
          <p:cNvSpPr>
            <a:spLocks xmlns:a="http://schemas.openxmlformats.org/drawingml/2006/main" noGrp="1"/>
          </p:cNvSpPr>
          <p:nvPr/>
        </p:nvSpPr>
        <p:spPr>
          <a:xfrm xmlns:a="http://schemas.openxmlformats.org/drawingml/2006/main">
            <a:off x="1066800" y="5238750"/>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FFFFFF"/>
                </a:solidFill>
                <a:latin typeface="Mulish"/>
                <a:ea typeface="Mulish"/>
                <a:cs typeface="Mulish"/>
              </a:defRPr>
            </a:pPr>
            <a:r>
              <a:rPr sz="1950" b="1">
                <a:solidFill>
                  <a:srgbClr val="FFFFFF"/>
                </a:solidFill>
                <a:latin typeface="Mulish"/>
                <a:ea typeface="Mulish"/>
                <a:cs typeface="Mulish"/>
              </a:rPr>
              <a:t>Execute</a:t>
            </a:r>
          </a:p>
        </p:txBody>
      </p:sp>
      <p:sp>
        <p:nvSpPr>
          <p:cNvPr id="18" name="actus-step-3">
            <a:extLst xmlns:a="http://schemas.openxmlformats.org/drawingml/2006/main">
              <a:ext uri="{FF2B5EF4-FFF2-40B4-BE49-F238E27FC236}">
                <a16:creationId xmlns:a16="http://schemas.microsoft.com/office/drawing/2014/main" id="{99D28BFD-E797-46D0-AEED-9A84B5CE725B}"/>
              </a:ext>
            </a:extLst>
          </p:cNvPr>
          <p:cNvSpPr>
            <a:spLocks xmlns:a="http://schemas.openxmlformats.org/drawingml/2006/main" noGrp="1"/>
          </p:cNvSpPr>
          <p:nvPr/>
        </p:nvSpPr>
        <p:spPr>
          <a:xfrm xmlns:a="http://schemas.openxmlformats.org/drawingml/2006/main">
            <a:off x="457200" y="5743575"/>
            <a:ext cx="3048000" cy="333375"/>
          </a:xfrm>
          <a:prstGeom xmlns:a="http://schemas.openxmlformats.org/drawingml/2006/main" prst="rect">
            <a:avLst/>
          </a:prstGeom>
          <a:noFill xmlns:a="http://schemas.openxmlformats.org/drawingml/2006/main"/>
          <a:ln xmlns:a="http://schemas.openxmlformats.org/drawingml/2006/main" w="0">
            <a:noFill/>
            <a:prstDash val="solid"/>
          </a:ln>
        </p:spPr>
      </p:sp>
      <p:sp>
        <p:nvSpPr>
          <p:cNvPr id="19" name="copy-68">
            <a:extLst xmlns:a="http://schemas.openxmlformats.org/drawingml/2006/main">
              <a:ext uri="{FF2B5EF4-FFF2-40B4-BE49-F238E27FC236}">
                <a16:creationId xmlns:a16="http://schemas.microsoft.com/office/drawing/2014/main" id="{FB5B4A97-56FA-44C7-9646-0166D0F9BE51}"/>
              </a:ext>
            </a:extLst>
          </p:cNvPr>
          <p:cNvSpPr>
            <a:spLocks xmlns:a="http://schemas.openxmlformats.org/drawingml/2006/main" noGrp="1"/>
          </p:cNvSpPr>
          <p:nvPr/>
        </p:nvSpPr>
        <p:spPr>
          <a:xfrm xmlns:a="http://schemas.openxmlformats.org/drawingml/2006/main">
            <a:off x="457200" y="5743575"/>
            <a:ext cx="428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F5EDFF"/>
                </a:solidFill>
                <a:latin typeface="Mulish"/>
                <a:ea typeface="Mulish"/>
                <a:cs typeface="Mulish"/>
              </a:defRPr>
            </a:pPr>
            <a:r>
              <a:rPr sz="1650" b="0">
                <a:solidFill>
                  <a:srgbClr val="F5EDFF"/>
                </a:solidFill>
                <a:latin typeface="Mulish"/>
                <a:ea typeface="Mulish"/>
                <a:cs typeface="Mulish"/>
              </a:rPr>
              <a:t>04</a:t>
            </a:r>
          </a:p>
        </p:txBody>
      </p:sp>
      <p:sp>
        <p:nvSpPr>
          <p:cNvPr id="20" name="copy-69">
            <a:extLst xmlns:a="http://schemas.openxmlformats.org/drawingml/2006/main">
              <a:ext uri="{FF2B5EF4-FFF2-40B4-BE49-F238E27FC236}">
                <a16:creationId xmlns:a16="http://schemas.microsoft.com/office/drawing/2014/main" id="{BC954C2F-3A48-4676-98E2-226CEFD4D8FB}"/>
              </a:ext>
            </a:extLst>
          </p:cNvPr>
          <p:cNvSpPr>
            <a:spLocks xmlns:a="http://schemas.openxmlformats.org/drawingml/2006/main" noGrp="1"/>
          </p:cNvSpPr>
          <p:nvPr/>
        </p:nvSpPr>
        <p:spPr>
          <a:xfrm xmlns:a="http://schemas.openxmlformats.org/drawingml/2006/main">
            <a:off x="1066800" y="5705475"/>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FFFFFF"/>
                </a:solidFill>
                <a:latin typeface="Mulish"/>
                <a:ea typeface="Mulish"/>
                <a:cs typeface="Mulish"/>
              </a:defRPr>
            </a:pPr>
            <a:r>
              <a:rPr sz="1950" b="1">
                <a:solidFill>
                  <a:srgbClr val="FFFFFF"/>
                </a:solidFill>
                <a:latin typeface="Mulish"/>
                <a:ea typeface="Mulish"/>
                <a:cs typeface="Mulish"/>
              </a:rPr>
              <a:t>Evidence</a:t>
            </a:r>
          </a:p>
        </p:txBody>
      </p:sp>
      <p:sp>
        <p:nvSpPr>
          <p:cNvPr id="21" name="copy-70">
            <a:extLst xmlns:a="http://schemas.openxmlformats.org/drawingml/2006/main">
              <a:ext uri="{FF2B5EF4-FFF2-40B4-BE49-F238E27FC236}">
                <a16:creationId xmlns:a16="http://schemas.microsoft.com/office/drawing/2014/main" id="{308F58BF-6367-48DD-B62F-CCCB65800567}"/>
              </a:ext>
            </a:extLst>
          </p:cNvPr>
          <p:cNvSpPr>
            <a:spLocks xmlns:a="http://schemas.openxmlformats.org/drawingml/2006/main" noGrp="1"/>
          </p:cNvSpPr>
          <p:nvPr/>
        </p:nvSpPr>
        <p:spPr>
          <a:xfrm xmlns:a="http://schemas.openxmlformats.org/drawingml/2006/main">
            <a:off x="4419600" y="914400"/>
            <a:ext cx="7315200"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D0090"/>
                </a:solidFill>
                <a:latin typeface="Spartan"/>
                <a:ea typeface="Spartan"/>
                <a:cs typeface="Spartan"/>
              </a:defRPr>
            </a:pPr>
            <a:r>
              <a:rPr sz="3300" b="1">
                <a:solidFill>
                  <a:srgbClr val="1D0090"/>
                </a:solidFill>
                <a:latin typeface="Spartan"/>
                <a:ea typeface="Spartan"/>
                <a:cs typeface="Spartan"/>
              </a:rPr>
              <a:t>From intent to</a:t>
            </a:r>
          </a:p>
          <a:p xmlns:a="http://schemas.openxmlformats.org/drawingml/2006/main">
            <a:pPr algn="l">
              <a:defRPr sz="3300" b="1">
                <a:solidFill>
                  <a:srgbClr val="1D0090"/>
                </a:solidFill>
                <a:latin typeface="Spartan"/>
                <a:ea typeface="Spartan"/>
                <a:cs typeface="Spartan"/>
              </a:defRPr>
            </a:pPr>
            <a:r>
              <a:rPr sz="3300" b="1">
                <a:solidFill>
                  <a:srgbClr val="1D0090"/>
                </a:solidFill>
                <a:latin typeface="Spartan"/>
                <a:ea typeface="Spartan"/>
                <a:cs typeface="Spartan"/>
              </a:rPr>
              <a:t>institutional evidence</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62ccbd70bdb0478d"/>
          <a:stretch xmlns:a="http://schemas.openxmlformats.org/drawingml/2006/main"/>
        </p:blipFill>
        <p:spPr>
          <a:xfrm xmlns:a="http://schemas.openxmlformats.org/drawingml/2006/main">
            <a:off x="4419600" y="2562225"/>
            <a:ext cx="609600" cy="685800"/>
          </a:xfrm>
          <a:prstGeom xmlns:a="http://schemas.openxmlformats.org/drawingml/2006/main" prst="rect">
            <a:avLst/>
          </a:prstGeom>
        </p:spPr>
      </p:pic>
      <p:sp>
        <p:nvSpPr>
          <p:cNvPr id="23" name="copy-71">
            <a:extLst xmlns:a="http://schemas.openxmlformats.org/drawingml/2006/main">
              <a:ext uri="{FF2B5EF4-FFF2-40B4-BE49-F238E27FC236}">
                <a16:creationId xmlns:a16="http://schemas.microsoft.com/office/drawing/2014/main" id="{2A7EBA34-7B9D-44C4-8BA3-F405EC9184D3}"/>
              </a:ext>
            </a:extLst>
          </p:cNvPr>
          <p:cNvSpPr>
            <a:spLocks xmlns:a="http://schemas.openxmlformats.org/drawingml/2006/main" noGrp="1"/>
          </p:cNvSpPr>
          <p:nvPr/>
        </p:nvSpPr>
        <p:spPr>
          <a:xfrm xmlns:a="http://schemas.openxmlformats.org/drawingml/2006/main">
            <a:off x="5257800" y="2562225"/>
            <a:ext cx="609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D0090"/>
                </a:solidFill>
                <a:latin typeface="Spartan"/>
                <a:ea typeface="Spartan"/>
                <a:cs typeface="Spartan"/>
              </a:defRPr>
            </a:pPr>
            <a:r>
              <a:rPr sz="2400" b="1">
                <a:solidFill>
                  <a:srgbClr val="1D0090"/>
                </a:solidFill>
                <a:latin typeface="Spartan"/>
                <a:ea typeface="Spartan"/>
                <a:cs typeface="Spartan"/>
              </a:rPr>
              <a:t>eDoc</a:t>
            </a:r>
          </a:p>
        </p:txBody>
      </p:sp>
      <p:sp>
        <p:nvSpPr>
          <p:cNvPr id="24" name="copy-72">
            <a:extLst xmlns:a="http://schemas.openxmlformats.org/drawingml/2006/main">
              <a:ext uri="{FF2B5EF4-FFF2-40B4-BE49-F238E27FC236}">
                <a16:creationId xmlns:a16="http://schemas.microsoft.com/office/drawing/2014/main" id="{BF08BA80-DABA-48C3-B311-564E9BA89502}"/>
              </a:ext>
            </a:extLst>
          </p:cNvPr>
          <p:cNvSpPr>
            <a:spLocks xmlns:a="http://schemas.openxmlformats.org/drawingml/2006/main" noGrp="1"/>
          </p:cNvSpPr>
          <p:nvPr/>
        </p:nvSpPr>
        <p:spPr>
          <a:xfrm xmlns:a="http://schemas.openxmlformats.org/drawingml/2006/main">
            <a:off x="5257800" y="3038475"/>
            <a:ext cx="609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7000FF"/>
                </a:solidFill>
                <a:latin typeface="Mulish"/>
                <a:ea typeface="Mulish"/>
                <a:cs typeface="Mulish"/>
              </a:defRPr>
            </a:pPr>
            <a:r>
              <a:rPr sz="1875" b="1">
                <a:solidFill>
                  <a:srgbClr val="7000FF"/>
                </a:solidFill>
                <a:latin typeface="Mulish"/>
                <a:ea typeface="Mulish"/>
                <a:cs typeface="Mulish"/>
              </a:rPr>
              <a:t>Canonical trust object</a:t>
            </a:r>
          </a:p>
        </p:txBody>
      </p:sp>
      <p:sp>
        <p:nvSpPr>
          <p:cNvPr id="25" name="copy-73">
            <a:extLst xmlns:a="http://schemas.openxmlformats.org/drawingml/2006/main">
              <a:ext uri="{FF2B5EF4-FFF2-40B4-BE49-F238E27FC236}">
                <a16:creationId xmlns:a16="http://schemas.microsoft.com/office/drawing/2014/main" id="{1552A13F-5428-4A84-B79B-2462D9C7E490}"/>
              </a:ext>
            </a:extLst>
          </p:cNvPr>
          <p:cNvSpPr>
            <a:spLocks xmlns:a="http://schemas.openxmlformats.org/drawingml/2006/main" noGrp="1"/>
          </p:cNvSpPr>
          <p:nvPr/>
        </p:nvSpPr>
        <p:spPr>
          <a:xfrm xmlns:a="http://schemas.openxmlformats.org/drawingml/2006/main">
            <a:off x="4419600" y="3562350"/>
            <a:ext cx="731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Represents the transaction and its evolving state</a:t>
            </a:r>
          </a:p>
        </p:txBody>
      </p:sp>
      <p:sp>
        <p:nvSpPr>
          <p:cNvPr id="26" name="edoc-structure">
            <a:extLst xmlns:a="http://schemas.openxmlformats.org/drawingml/2006/main">
              <a:ext uri="{FF2B5EF4-FFF2-40B4-BE49-F238E27FC236}">
                <a16:creationId xmlns:a16="http://schemas.microsoft.com/office/drawing/2014/main" id="{5356A20E-90A9-4064-8E51-9292789B1CB0}"/>
              </a:ext>
            </a:extLst>
          </p:cNvPr>
          <p:cNvSpPr>
            <a:spLocks xmlns:a="http://schemas.openxmlformats.org/drawingml/2006/main" noGrp="1"/>
          </p:cNvSpPr>
          <p:nvPr/>
        </p:nvSpPr>
        <p:spPr>
          <a:xfrm xmlns:a="http://schemas.openxmlformats.org/drawingml/2006/main">
            <a:off x="4419600" y="4067175"/>
            <a:ext cx="7315200" cy="533400"/>
          </a:xfrm>
          <a:prstGeom xmlns:a="http://schemas.openxmlformats.org/drawingml/2006/main" prst="rect">
            <a:avLst/>
          </a:prstGeom>
          <a:solidFill xmlns:a="http://schemas.openxmlformats.org/drawingml/2006/main">
            <a:srgbClr val="F5EDFF"/>
          </a:solidFill>
          <a:ln xmlns:a="http://schemas.openxmlformats.org/drawingml/2006/main" w="0">
            <a:noFill/>
            <a:prstDash val="solid"/>
          </a:ln>
        </p:spPr>
      </p:sp>
      <p:sp>
        <p:nvSpPr>
          <p:cNvPr id="27" name="copy-74">
            <a:extLst xmlns:a="http://schemas.openxmlformats.org/drawingml/2006/main">
              <a:ext uri="{FF2B5EF4-FFF2-40B4-BE49-F238E27FC236}">
                <a16:creationId xmlns:a16="http://schemas.microsoft.com/office/drawing/2014/main" id="{50DDF370-C593-47E9-BC96-D41D42308140}"/>
              </a:ext>
            </a:extLst>
          </p:cNvPr>
          <p:cNvSpPr>
            <a:spLocks xmlns:a="http://schemas.openxmlformats.org/drawingml/2006/main" noGrp="1"/>
          </p:cNvSpPr>
          <p:nvPr/>
        </p:nvSpPr>
        <p:spPr>
          <a:xfrm xmlns:a="http://schemas.openxmlformats.org/drawingml/2006/main">
            <a:off x="4495800" y="4219575"/>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00" b="1">
                <a:solidFill>
                  <a:srgbClr val="1D0090"/>
                </a:solidFill>
                <a:latin typeface="Mulish"/>
                <a:ea typeface="Mulish"/>
                <a:cs typeface="Mulish"/>
              </a:defRPr>
            </a:pPr>
            <a:r>
              <a:rPr sz="1600" b="1">
                <a:solidFill>
                  <a:srgbClr val="1D0090"/>
                </a:solidFill>
                <a:latin typeface="Mulish"/>
                <a:ea typeface="Mulish"/>
                <a:cs typeface="Mulish"/>
              </a:rPr>
              <a:t>Intent</a:t>
            </a:r>
          </a:p>
        </p:txBody>
      </p:sp>
      <p:sp>
        <p:nvSpPr>
          <p:cNvPr id="28" name="divider">
            <a:extLst xmlns:a="http://schemas.openxmlformats.org/drawingml/2006/main">
              <a:ext uri="{FF2B5EF4-FFF2-40B4-BE49-F238E27FC236}">
                <a16:creationId xmlns:a16="http://schemas.microsoft.com/office/drawing/2014/main" id="{FFE70344-7BA1-4751-89ED-C5CE707CCD96}"/>
              </a:ext>
            </a:extLst>
          </p:cNvPr>
          <p:cNvSpPr>
            <a:spLocks xmlns:a="http://schemas.openxmlformats.org/drawingml/2006/main" noGrp="1"/>
          </p:cNvSpPr>
          <p:nvPr/>
        </p:nvSpPr>
        <p:spPr>
          <a:xfrm xmlns:a="http://schemas.openxmlformats.org/drawingml/2006/main">
            <a:off x="5638800" y="4181475"/>
            <a:ext cx="9525" cy="304800"/>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29" name="copy-75">
            <a:extLst xmlns:a="http://schemas.openxmlformats.org/drawingml/2006/main">
              <a:ext uri="{FF2B5EF4-FFF2-40B4-BE49-F238E27FC236}">
                <a16:creationId xmlns:a16="http://schemas.microsoft.com/office/drawing/2014/main" id="{0CC244DE-33E3-456E-8FCB-71BE683DEB42}"/>
              </a:ext>
            </a:extLst>
          </p:cNvPr>
          <p:cNvSpPr>
            <a:spLocks xmlns:a="http://schemas.openxmlformats.org/drawingml/2006/main" noGrp="1"/>
          </p:cNvSpPr>
          <p:nvPr/>
        </p:nvSpPr>
        <p:spPr>
          <a:xfrm xmlns:a="http://schemas.openxmlformats.org/drawingml/2006/main">
            <a:off x="5715000" y="4219575"/>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00" b="1">
                <a:solidFill>
                  <a:srgbClr val="1D0090"/>
                </a:solidFill>
                <a:latin typeface="Mulish"/>
                <a:ea typeface="Mulish"/>
                <a:cs typeface="Mulish"/>
              </a:defRPr>
            </a:pPr>
            <a:r>
              <a:rPr sz="1600" b="1">
                <a:solidFill>
                  <a:srgbClr val="1D0090"/>
                </a:solidFill>
                <a:latin typeface="Mulish"/>
                <a:ea typeface="Mulish"/>
                <a:cs typeface="Mulish"/>
              </a:rPr>
              <a:t>Content</a:t>
            </a:r>
          </a:p>
        </p:txBody>
      </p:sp>
      <p:sp>
        <p:nvSpPr>
          <p:cNvPr id="30" name="divider">
            <a:extLst xmlns:a="http://schemas.openxmlformats.org/drawingml/2006/main">
              <a:ext uri="{FF2B5EF4-FFF2-40B4-BE49-F238E27FC236}">
                <a16:creationId xmlns:a16="http://schemas.microsoft.com/office/drawing/2014/main" id="{4A98EAE0-EAA1-446D-A4B9-2117796D2B32}"/>
              </a:ext>
            </a:extLst>
          </p:cNvPr>
          <p:cNvSpPr>
            <a:spLocks xmlns:a="http://schemas.openxmlformats.org/drawingml/2006/main" noGrp="1"/>
          </p:cNvSpPr>
          <p:nvPr/>
        </p:nvSpPr>
        <p:spPr>
          <a:xfrm xmlns:a="http://schemas.openxmlformats.org/drawingml/2006/main">
            <a:off x="6858000" y="4181475"/>
            <a:ext cx="9525" cy="304800"/>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31" name="copy-76">
            <a:extLst xmlns:a="http://schemas.openxmlformats.org/drawingml/2006/main">
              <a:ext uri="{FF2B5EF4-FFF2-40B4-BE49-F238E27FC236}">
                <a16:creationId xmlns:a16="http://schemas.microsoft.com/office/drawing/2014/main" id="{AFF0B532-83CF-472F-9654-8CFED98C3FAC}"/>
              </a:ext>
            </a:extLst>
          </p:cNvPr>
          <p:cNvSpPr>
            <a:spLocks xmlns:a="http://schemas.openxmlformats.org/drawingml/2006/main" noGrp="1"/>
          </p:cNvSpPr>
          <p:nvPr/>
        </p:nvSpPr>
        <p:spPr>
          <a:xfrm xmlns:a="http://schemas.openxmlformats.org/drawingml/2006/main">
            <a:off x="6934200" y="4219575"/>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00" b="1">
                <a:solidFill>
                  <a:srgbClr val="1D0090"/>
                </a:solidFill>
                <a:latin typeface="Mulish"/>
                <a:ea typeface="Mulish"/>
                <a:cs typeface="Mulish"/>
              </a:defRPr>
            </a:pPr>
            <a:r>
              <a:rPr sz="1600" b="1">
                <a:solidFill>
                  <a:srgbClr val="1D0090"/>
                </a:solidFill>
                <a:latin typeface="Mulish"/>
                <a:ea typeface="Mulish"/>
                <a:cs typeface="Mulish"/>
              </a:rPr>
              <a:t>Parties</a:t>
            </a:r>
          </a:p>
        </p:txBody>
      </p:sp>
      <p:sp>
        <p:nvSpPr>
          <p:cNvPr id="32" name="divider">
            <a:extLst xmlns:a="http://schemas.openxmlformats.org/drawingml/2006/main">
              <a:ext uri="{FF2B5EF4-FFF2-40B4-BE49-F238E27FC236}">
                <a16:creationId xmlns:a16="http://schemas.microsoft.com/office/drawing/2014/main" id="{4C905592-82FB-4A5C-8433-5CC79E6333A6}"/>
              </a:ext>
            </a:extLst>
          </p:cNvPr>
          <p:cNvSpPr>
            <a:spLocks xmlns:a="http://schemas.openxmlformats.org/drawingml/2006/main" noGrp="1"/>
          </p:cNvSpPr>
          <p:nvPr/>
        </p:nvSpPr>
        <p:spPr>
          <a:xfrm xmlns:a="http://schemas.openxmlformats.org/drawingml/2006/main">
            <a:off x="8077200" y="4181475"/>
            <a:ext cx="9525" cy="304800"/>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33" name="copy-77">
            <a:extLst xmlns:a="http://schemas.openxmlformats.org/drawingml/2006/main">
              <a:ext uri="{FF2B5EF4-FFF2-40B4-BE49-F238E27FC236}">
                <a16:creationId xmlns:a16="http://schemas.microsoft.com/office/drawing/2014/main" id="{AB455904-F1AC-43E2-A070-8667312E04D3}"/>
              </a:ext>
            </a:extLst>
          </p:cNvPr>
          <p:cNvSpPr>
            <a:spLocks xmlns:a="http://schemas.openxmlformats.org/drawingml/2006/main" noGrp="1"/>
          </p:cNvSpPr>
          <p:nvPr/>
        </p:nvSpPr>
        <p:spPr>
          <a:xfrm xmlns:a="http://schemas.openxmlformats.org/drawingml/2006/main">
            <a:off x="8153400" y="4219575"/>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00" b="1">
                <a:solidFill>
                  <a:srgbClr val="1D0090"/>
                </a:solidFill>
                <a:latin typeface="Mulish"/>
                <a:ea typeface="Mulish"/>
                <a:cs typeface="Mulish"/>
              </a:defRPr>
            </a:pPr>
            <a:r>
              <a:rPr sz="1600" b="1">
                <a:solidFill>
                  <a:srgbClr val="1D0090"/>
                </a:solidFill>
                <a:latin typeface="Mulish"/>
                <a:ea typeface="Mulish"/>
                <a:cs typeface="Mulish"/>
              </a:rPr>
              <a:t>State</a:t>
            </a:r>
          </a:p>
        </p:txBody>
      </p:sp>
      <p:sp>
        <p:nvSpPr>
          <p:cNvPr id="34" name="divider">
            <a:extLst xmlns:a="http://schemas.openxmlformats.org/drawingml/2006/main">
              <a:ext uri="{FF2B5EF4-FFF2-40B4-BE49-F238E27FC236}">
                <a16:creationId xmlns:a16="http://schemas.microsoft.com/office/drawing/2014/main" id="{44383881-FD8B-4519-9CF6-3BABCBB0269C}"/>
              </a:ext>
            </a:extLst>
          </p:cNvPr>
          <p:cNvSpPr>
            <a:spLocks xmlns:a="http://schemas.openxmlformats.org/drawingml/2006/main" noGrp="1"/>
          </p:cNvSpPr>
          <p:nvPr/>
        </p:nvSpPr>
        <p:spPr>
          <a:xfrm xmlns:a="http://schemas.openxmlformats.org/drawingml/2006/main">
            <a:off x="9296400" y="4181475"/>
            <a:ext cx="9525" cy="304800"/>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35" name="copy-78">
            <a:extLst xmlns:a="http://schemas.openxmlformats.org/drawingml/2006/main">
              <a:ext uri="{FF2B5EF4-FFF2-40B4-BE49-F238E27FC236}">
                <a16:creationId xmlns:a16="http://schemas.microsoft.com/office/drawing/2014/main" id="{60E17004-6183-445E-907E-07640E69D3E4}"/>
              </a:ext>
            </a:extLst>
          </p:cNvPr>
          <p:cNvSpPr>
            <a:spLocks xmlns:a="http://schemas.openxmlformats.org/drawingml/2006/main" noGrp="1"/>
          </p:cNvSpPr>
          <p:nvPr/>
        </p:nvSpPr>
        <p:spPr>
          <a:xfrm xmlns:a="http://schemas.openxmlformats.org/drawingml/2006/main">
            <a:off x="9372600" y="4219575"/>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00" b="1">
                <a:solidFill>
                  <a:srgbClr val="1D0090"/>
                </a:solidFill>
                <a:latin typeface="Mulish"/>
                <a:ea typeface="Mulish"/>
                <a:cs typeface="Mulish"/>
              </a:defRPr>
            </a:pPr>
            <a:r>
              <a:rPr sz="1600" b="1">
                <a:solidFill>
                  <a:srgbClr val="1D0090"/>
                </a:solidFill>
                <a:latin typeface="Mulish"/>
                <a:ea typeface="Mulish"/>
                <a:cs typeface="Mulish"/>
              </a:rPr>
              <a:t>Signatures</a:t>
            </a:r>
          </a:p>
        </p:txBody>
      </p:sp>
      <p:sp>
        <p:nvSpPr>
          <p:cNvPr id="36" name="divider">
            <a:extLst xmlns:a="http://schemas.openxmlformats.org/drawingml/2006/main">
              <a:ext uri="{FF2B5EF4-FFF2-40B4-BE49-F238E27FC236}">
                <a16:creationId xmlns:a16="http://schemas.microsoft.com/office/drawing/2014/main" id="{0A0FDE55-1C52-49E8-B6AE-328FE9C5C9A1}"/>
              </a:ext>
            </a:extLst>
          </p:cNvPr>
          <p:cNvSpPr>
            <a:spLocks xmlns:a="http://schemas.openxmlformats.org/drawingml/2006/main" noGrp="1"/>
          </p:cNvSpPr>
          <p:nvPr/>
        </p:nvSpPr>
        <p:spPr>
          <a:xfrm xmlns:a="http://schemas.openxmlformats.org/drawingml/2006/main">
            <a:off x="10515600" y="4181475"/>
            <a:ext cx="9525" cy="304800"/>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37" name="copy-79">
            <a:extLst xmlns:a="http://schemas.openxmlformats.org/drawingml/2006/main">
              <a:ext uri="{FF2B5EF4-FFF2-40B4-BE49-F238E27FC236}">
                <a16:creationId xmlns:a16="http://schemas.microsoft.com/office/drawing/2014/main" id="{B37DDBD4-15E6-4296-831F-D4886B9DC459}"/>
              </a:ext>
            </a:extLst>
          </p:cNvPr>
          <p:cNvSpPr>
            <a:spLocks xmlns:a="http://schemas.openxmlformats.org/drawingml/2006/main" noGrp="1"/>
          </p:cNvSpPr>
          <p:nvPr/>
        </p:nvSpPr>
        <p:spPr>
          <a:xfrm xmlns:a="http://schemas.openxmlformats.org/drawingml/2006/main">
            <a:off x="10591800" y="4219575"/>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00" b="1">
                <a:solidFill>
                  <a:srgbClr val="1D0090"/>
                </a:solidFill>
                <a:latin typeface="Mulish"/>
                <a:ea typeface="Mulish"/>
                <a:cs typeface="Mulish"/>
              </a:defRPr>
            </a:pPr>
            <a:r>
              <a:rPr sz="1600" b="1">
                <a:solidFill>
                  <a:srgbClr val="1D0090"/>
                </a:solidFill>
                <a:latin typeface="Mulish"/>
                <a:ea typeface="Mulish"/>
                <a:cs typeface="Mulish"/>
              </a:rPr>
              <a:t>Lifecycle</a:t>
            </a:r>
          </a:p>
        </p:txBody>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fc2aad44d5234882"/>
          <a:stretch xmlns:a="http://schemas.openxmlformats.org/drawingml/2006/main"/>
        </p:blipFill>
        <p:spPr>
          <a:xfrm xmlns:a="http://schemas.openxmlformats.org/drawingml/2006/main">
            <a:off x="4419600" y="5038725"/>
            <a:ext cx="609600" cy="609600"/>
          </a:xfrm>
          <a:prstGeom xmlns:a="http://schemas.openxmlformats.org/drawingml/2006/main" prst="rect">
            <a:avLst/>
          </a:prstGeom>
        </p:spPr>
      </p:pic>
      <p:sp>
        <p:nvSpPr>
          <p:cNvPr id="39" name="copy-80">
            <a:extLst xmlns:a="http://schemas.openxmlformats.org/drawingml/2006/main">
              <a:ext uri="{FF2B5EF4-FFF2-40B4-BE49-F238E27FC236}">
                <a16:creationId xmlns:a16="http://schemas.microsoft.com/office/drawing/2014/main" id="{64F563A2-2464-4F8A-BD7D-459017EDAE30}"/>
              </a:ext>
            </a:extLst>
          </p:cNvPr>
          <p:cNvSpPr>
            <a:spLocks xmlns:a="http://schemas.openxmlformats.org/drawingml/2006/main" noGrp="1"/>
          </p:cNvSpPr>
          <p:nvPr/>
        </p:nvSpPr>
        <p:spPr>
          <a:xfrm xmlns:a="http://schemas.openxmlformats.org/drawingml/2006/main">
            <a:off x="5257800" y="5010150"/>
            <a:ext cx="647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D0090"/>
                </a:solidFill>
                <a:latin typeface="Spartan"/>
                <a:ea typeface="Spartan"/>
                <a:cs typeface="Spartan"/>
              </a:defRPr>
            </a:pPr>
            <a:r>
              <a:rPr sz="2100" b="1">
                <a:solidFill>
                  <a:srgbClr val="1D0090"/>
                </a:solidFill>
                <a:latin typeface="Spartan"/>
                <a:ea typeface="Spartan"/>
                <a:cs typeface="Spartan"/>
              </a:rPr>
              <a:t>Trusted records &amp; evidence</a:t>
            </a:r>
          </a:p>
        </p:txBody>
      </p:sp>
      <p:sp>
        <p:nvSpPr>
          <p:cNvPr id="40" name="copy-81">
            <a:extLst xmlns:a="http://schemas.openxmlformats.org/drawingml/2006/main">
              <a:ext uri="{FF2B5EF4-FFF2-40B4-BE49-F238E27FC236}">
                <a16:creationId xmlns:a16="http://schemas.microsoft.com/office/drawing/2014/main" id="{B2BADEE5-C847-4F74-A88E-33DFEBA9CFF4}"/>
              </a:ext>
            </a:extLst>
          </p:cNvPr>
          <p:cNvSpPr>
            <a:spLocks xmlns:a="http://schemas.openxmlformats.org/drawingml/2006/main" noGrp="1"/>
          </p:cNvSpPr>
          <p:nvPr/>
        </p:nvSpPr>
        <p:spPr>
          <a:xfrm xmlns:a="http://schemas.openxmlformats.org/drawingml/2006/main">
            <a:off x="5257800" y="5495925"/>
            <a:ext cx="6477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3D3D3D"/>
                </a:solidFill>
                <a:latin typeface="Mulish"/>
                <a:ea typeface="Mulish"/>
                <a:cs typeface="Mulish"/>
              </a:defRPr>
            </a:pPr>
            <a:r>
              <a:rPr sz="1725" b="0">
                <a:solidFill>
                  <a:srgbClr val="3D3D3D"/>
                </a:solidFill>
                <a:latin typeface="Mulish"/>
                <a:ea typeface="Mulish"/>
                <a:cs typeface="Mulish"/>
              </a:rPr>
              <a:t>Designed to be immutable, verifiable</a:t>
            </a:r>
          </a:p>
          <a:p xmlns:a="http://schemas.openxmlformats.org/drawingml/2006/main">
            <a:pPr algn="l">
              <a:defRPr sz="1725" b="0">
                <a:solidFill>
                  <a:srgbClr val="3D3D3D"/>
                </a:solidFill>
                <a:latin typeface="Mulish"/>
                <a:ea typeface="Mulish"/>
                <a:cs typeface="Mulish"/>
              </a:defRPr>
            </a:pPr>
            <a:r>
              <a:rPr sz="1725" b="0">
                <a:solidFill>
                  <a:srgbClr val="3D3D3D"/>
                </a:solidFill>
                <a:latin typeface="Mulish"/>
                <a:ea typeface="Mulish"/>
                <a:cs typeface="Mulish"/>
              </a:rPr>
              <a:t>and retained for the long term</a:t>
            </a:r>
          </a:p>
        </p:txBody>
      </p:sp>
    </p:spTree>
    <p:extLst>
      <p:ext uri="{BB962C8B-B14F-4D97-AF65-F5344CB8AC3E}">
        <p14:creationId xmlns:p14="http://schemas.microsoft.com/office/powerpoint/2010/main" val="16236479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2026-09-29T09:04:07.9790000Z</dcterms:created>
  <dcterms:modified xsi:type="dcterms:W3CDTF">2026-09-29T09:04:07.9790000Z</dcterms:modified>
</coreProperties>
</file>