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a8c4295b5c43a5" /><Relationship Type="http://schemas.openxmlformats.org/officeDocument/2006/relationships/extended-properties" Target="/docProps/app.xml" Id="R1b57af0e81bf4eab" /><Relationship Type="http://schemas.openxmlformats.org/officeDocument/2006/relationships/officeDocument" Target="/ppt/presentation.xml" Id="R393425fa257940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654c56c88f4d77"/>
  </p:sldMasterIdLst>
  <p:notesMasterIdLst>
    <p:notesMasterId xmlns:r="http://schemas.openxmlformats.org/officeDocument/2006/relationships" r:id="Raf7d7f82f34e40d4"/>
  </p:notesMasterIdLst>
  <p:sldIdLst>
    <p:sldId xmlns:r="http://schemas.openxmlformats.org/officeDocument/2006/relationships" id="256" r:id="R7c1bcb31928042a2"/>
    <p:sldId xmlns:r="http://schemas.openxmlformats.org/officeDocument/2006/relationships" id="257" r:id="R0fdfafda63484d3a"/>
    <p:sldId xmlns:r="http://schemas.openxmlformats.org/officeDocument/2006/relationships" id="258" r:id="Rad9c348c89914ba3"/>
    <p:sldId xmlns:r="http://schemas.openxmlformats.org/officeDocument/2006/relationships" id="259" r:id="R7784e513785448d7"/>
    <p:sldId xmlns:r="http://schemas.openxmlformats.org/officeDocument/2006/relationships" id="260" r:id="R3a09d5ec989648a2"/>
    <p:sldId xmlns:r="http://schemas.openxmlformats.org/officeDocument/2006/relationships" id="261" r:id="R5a184b6c64814a78"/>
    <p:sldId xmlns:r="http://schemas.openxmlformats.org/officeDocument/2006/relationships" id="262" r:id="R0b9b1630b9c74a48"/>
    <p:sldId xmlns:r="http://schemas.openxmlformats.org/officeDocument/2006/relationships" id="263" r:id="R47a0f6a713a6413f"/>
    <p:sldId xmlns:r="http://schemas.openxmlformats.org/officeDocument/2006/relationships" id="264" r:id="R699a89d4e7704fbe"/>
    <p:sldId xmlns:r="http://schemas.openxmlformats.org/officeDocument/2006/relationships" id="265" r:id="R630f8bcc48154fd9"/>
    <p:sldId xmlns:r="http://schemas.openxmlformats.org/officeDocument/2006/relationships" id="266" r:id="Rc082958ffb574988"/>
    <p:sldId xmlns:r="http://schemas.openxmlformats.org/officeDocument/2006/relationships" id="267" r:id="R8c5452bd8ebb4713"/>
    <p:sldId xmlns:r="http://schemas.openxmlformats.org/officeDocument/2006/relationships" id="268" r:id="Rb123c0efe7f64ce3"/>
    <p:sldId xmlns:r="http://schemas.openxmlformats.org/officeDocument/2006/relationships" id="269" r:id="R249692883b774e9a"/>
    <p:sldId xmlns:r="http://schemas.openxmlformats.org/officeDocument/2006/relationships" id="270" r:id="R5d6470a15b8148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0b5e4358064521" /><Relationship Type="http://schemas.openxmlformats.org/officeDocument/2006/relationships/slideMaster" Target="/ppt/slideMasters/slideMaster1.xml" Id="R5b654c56c88f4d77" /><Relationship Type="http://schemas.openxmlformats.org/officeDocument/2006/relationships/notesMaster" Target="/ppt/notesMasters/notesMaster1.xml" Id="Raf7d7f82f34e40d4" /><Relationship Type="http://schemas.openxmlformats.org/officeDocument/2006/relationships/presProps" Target="/ppt/presProps.xml" Id="R6988c98e530b4f39" /><Relationship Type="http://schemas.openxmlformats.org/officeDocument/2006/relationships/tableStyles" Target="/ppt/tableStyles.xml" Id="R92865499feee4a88" /><Relationship Type="http://schemas.openxmlformats.org/officeDocument/2006/relationships/slide" Target="/ppt/slides/slide1.xml" Id="R7c1bcb31928042a2" /><Relationship Type="http://schemas.openxmlformats.org/officeDocument/2006/relationships/slide" Target="/ppt/slides/slide2.xml" Id="R0fdfafda63484d3a" /><Relationship Type="http://schemas.openxmlformats.org/officeDocument/2006/relationships/slide" Target="/ppt/slides/slide3.xml" Id="Rad9c348c89914ba3" /><Relationship Type="http://schemas.openxmlformats.org/officeDocument/2006/relationships/slide" Target="/ppt/slides/slide4.xml" Id="R7784e513785448d7" /><Relationship Type="http://schemas.openxmlformats.org/officeDocument/2006/relationships/slide" Target="/ppt/slides/slide5.xml" Id="R3a09d5ec989648a2" /><Relationship Type="http://schemas.openxmlformats.org/officeDocument/2006/relationships/slide" Target="/ppt/slides/slide6.xml" Id="R5a184b6c64814a78" /><Relationship Type="http://schemas.openxmlformats.org/officeDocument/2006/relationships/slide" Target="/ppt/slides/slide7.xml" Id="R0b9b1630b9c74a48" /><Relationship Type="http://schemas.openxmlformats.org/officeDocument/2006/relationships/slide" Target="/ppt/slides/slide8.xml" Id="R47a0f6a713a6413f" /><Relationship Type="http://schemas.openxmlformats.org/officeDocument/2006/relationships/slide" Target="/ppt/slides/slide9.xml" Id="R699a89d4e7704fbe" /><Relationship Type="http://schemas.openxmlformats.org/officeDocument/2006/relationships/slide" Target="/ppt/slides/slide10.xml" Id="R630f8bcc48154fd9" /><Relationship Type="http://schemas.openxmlformats.org/officeDocument/2006/relationships/slide" Target="/ppt/slides/slide11.xml" Id="Rc082958ffb574988" /><Relationship Type="http://schemas.openxmlformats.org/officeDocument/2006/relationships/slide" Target="/ppt/slides/slide12.xml" Id="R8c5452bd8ebb4713" /><Relationship Type="http://schemas.openxmlformats.org/officeDocument/2006/relationships/slide" Target="/ppt/slides/slide13.xml" Id="Rb123c0efe7f64ce3" /><Relationship Type="http://schemas.openxmlformats.org/officeDocument/2006/relationships/slide" Target="/ppt/slides/slide14.xml" Id="R249692883b774e9a" /><Relationship Type="http://schemas.openxmlformats.org/officeDocument/2006/relationships/slide" Target="/ppt/slides/slide15.xml" Id="R5d6470a15b8148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d92ad5c33447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50653b08a0451b" /><Relationship Type="http://schemas.openxmlformats.org/officeDocument/2006/relationships/notesMaster" Target="/ppt/notesMasters/notesMaster1.xml" Id="R1bf28f4bdf2640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ac590c64af444f" /><Relationship Type="http://schemas.openxmlformats.org/officeDocument/2006/relationships/notesMaster" Target="/ppt/notesMasters/notesMaster1.xml" Id="R2ae1a72d851542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798dcbfb8e428f" /><Relationship Type="http://schemas.openxmlformats.org/officeDocument/2006/relationships/notesMaster" Target="/ppt/notesMasters/notesMaster1.xml" Id="Rd6ac586c0ec54d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77e5c70564405a" /><Relationship Type="http://schemas.openxmlformats.org/officeDocument/2006/relationships/notesMaster" Target="/ppt/notesMasters/notesMaster1.xml" Id="Ra4baeafac2224d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653132aca44096" /><Relationship Type="http://schemas.openxmlformats.org/officeDocument/2006/relationships/notesMaster" Target="/ppt/notesMasters/notesMaster1.xml" Id="R88ee39abdd844e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98694f38b443e8" /><Relationship Type="http://schemas.openxmlformats.org/officeDocument/2006/relationships/notesMaster" Target="/ppt/notesMasters/notesMaster1.xml" Id="Rd7a7a0e2571b43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01d158a8654894" /><Relationship Type="http://schemas.openxmlformats.org/officeDocument/2006/relationships/notesMaster" Target="/ppt/notesMasters/notesMaster1.xml" Id="R808ef21ab54847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a380df1e404526" /><Relationship Type="http://schemas.openxmlformats.org/officeDocument/2006/relationships/notesMaster" Target="/ppt/notesMasters/notesMaster1.xml" Id="R4c264ea9bcd84e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0cd2356e79451a" /><Relationship Type="http://schemas.openxmlformats.org/officeDocument/2006/relationships/notesMaster" Target="/ppt/notesMasters/notesMaster1.xml" Id="R92402bb7965749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5da632b1d74c46" /><Relationship Type="http://schemas.openxmlformats.org/officeDocument/2006/relationships/notesMaster" Target="/ppt/notesMasters/notesMaster1.xml" Id="R0c2f9c56784441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11c1a5c6f640dc" /><Relationship Type="http://schemas.openxmlformats.org/officeDocument/2006/relationships/notesMaster" Target="/ppt/notesMasters/notesMaster1.xml" Id="R4c33a4021c704f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6ab414f46c49ab" /><Relationship Type="http://schemas.openxmlformats.org/officeDocument/2006/relationships/notesMaster" Target="/ppt/notesMasters/notesMaster1.xml" Id="R60258e0bb6bd4b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c0cee3c4554efe" /><Relationship Type="http://schemas.openxmlformats.org/officeDocument/2006/relationships/notesMaster" Target="/ppt/notesMasters/notesMaster1.xml" Id="Rf4f50de09dd744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23f88166d74941" /><Relationship Type="http://schemas.openxmlformats.org/officeDocument/2006/relationships/notesMaster" Target="/ppt/notesMasters/notesMaster1.xml" Id="R0cf748926d0c47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7ba0cb02cd343ae" /><Relationship Type="http://schemas.openxmlformats.org/officeDocument/2006/relationships/notesMaster" Target="/ppt/notesMasters/notesMaster1.xml" Id="R079f77e8c45e4e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work/ideas/Trusted Execution for the Agentic Era.md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work/slides/trusted-execution-agentic-era/assets/trust-boundary-cover.png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work/ideas/Trusted Execution for the Agentic Era.md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work/ideas/Trusted Execution for the Agentic Era.md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work/ideas/Trusted Execution for the Agentic Era.md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work/slides/trusted-execution-agentic-era/assets/fragmented-accountability.png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work/ideas/Trusted Execution for the Agentic Era.md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work/ideas/Trusted Execution for the Agentic Era.md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work/ideas/Trusted Execution for the Agentic Era.md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work/ideas/Trusted Execution for the Agentic Era.md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work/ideas/Trusted Execution for the Agentic Era.md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work/ideas/Trusted Execution for the Agentic Era.md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work/slides/trusted-execution-agentic-era/assets/trusted-context-action.png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work/ideas/Trusted Execution for the Agentic Era.md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work/ideas/Trusted Execution for the Agentic Era.md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work/ideas/Trusted Execution for the Agentic Era.md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work/ideas/Trusted Execution for the Agentic Era.md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work/slides/trusted-execution-agentic-era/assets/trusted-execution-flywheel.png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work/ideas/Trusted Execution for the Agentic Era.md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aa2e5198b047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20d07c74664102" /><Relationship Type="http://schemas.openxmlformats.org/officeDocument/2006/relationships/slideLayout" Target="/ppt/slideLayouts/slideLayout1.xml" Id="R66fc3fb7ba2d46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fc3fb7ba2d46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aab644f234041" /><Relationship Type="http://schemas.openxmlformats.org/officeDocument/2006/relationships/image" Target="/ppt/media/image.png" Id="R39d39cea20f54984" /><Relationship Type="http://schemas.openxmlformats.org/officeDocument/2006/relationships/image" Target="/ppt/media/image2.png" Id="R0a949510bef74c7d" /><Relationship Type="http://schemas.openxmlformats.org/officeDocument/2006/relationships/notesSlide" Target="/ppt/notesSlides/notesSlide1.xml" Id="R311c96810bb345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07681dcac4f5e" /><Relationship Type="http://schemas.openxmlformats.org/officeDocument/2006/relationships/image" Target="/ppt/media/image3.png" Id="R8941a0fd5f074290" /><Relationship Type="http://schemas.openxmlformats.org/officeDocument/2006/relationships/notesSlide" Target="/ppt/notesSlides/notesSlide2.xml" Id="R3ee4b56510a34d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19d5388714146" /><Relationship Type="http://schemas.openxmlformats.org/officeDocument/2006/relationships/image" Target="/ppt/media/image4.png" Id="Rc6ca5bd6c508456c" /><Relationship Type="http://schemas.openxmlformats.org/officeDocument/2006/relationships/notesSlide" Target="/ppt/notesSlides/notesSlide3.xml" Id="R438b141119e74b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0e36bced448c2" /><Relationship Type="http://schemas.openxmlformats.org/officeDocument/2006/relationships/image" Target="/ppt/media/image5.png" Id="R16efa05659fc441b" /><Relationship Type="http://schemas.openxmlformats.org/officeDocument/2006/relationships/image" Target="/ppt/media/image6.png" Id="Rb749959ea9264bec" /><Relationship Type="http://schemas.openxmlformats.org/officeDocument/2006/relationships/notesSlide" Target="/ppt/notesSlides/notesSlide4.xml" Id="R2022e7e397054a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6920cb32e4b3e" /><Relationship Type="http://schemas.openxmlformats.org/officeDocument/2006/relationships/image" Target="/ppt/media/image7.png" Id="R9b2f8f088c6d4454" /><Relationship Type="http://schemas.openxmlformats.org/officeDocument/2006/relationships/notesSlide" Target="/ppt/notesSlides/notesSlide5.xml" Id="Rd248c818b1e74b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513d89004469e" /><Relationship Type="http://schemas.openxmlformats.org/officeDocument/2006/relationships/image" Target="/ppt/media/image8.png" Id="Re75d2ef9c59944c2" /><Relationship Type="http://schemas.openxmlformats.org/officeDocument/2006/relationships/notesSlide" Target="/ppt/notesSlides/notesSlide6.xml" Id="R66cef9e6900045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4fbab411947ef" /><Relationship Type="http://schemas.openxmlformats.org/officeDocument/2006/relationships/image" Target="/ppt/media/image9.png" Id="Rbf77d93338b5487e" /><Relationship Type="http://schemas.openxmlformats.org/officeDocument/2006/relationships/notesSlide" Target="/ppt/notesSlides/notesSlide7.xml" Id="R2a573afa02c74a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3b0c36e854452" /><Relationship Type="http://schemas.openxmlformats.org/officeDocument/2006/relationships/image" Target="/ppt/media/image10.png" Id="R8a0c893f51134dc3" /><Relationship Type="http://schemas.openxmlformats.org/officeDocument/2006/relationships/notesSlide" Target="/ppt/notesSlides/notesSlide8.xml" Id="Redbda87f8f4f43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c93f10fef4e00" /><Relationship Type="http://schemas.openxmlformats.org/officeDocument/2006/relationships/image" Target="/ppt/media/image11.png" Id="R122ba0bb8b88408f" /><Relationship Type="http://schemas.openxmlformats.org/officeDocument/2006/relationships/notesSlide" Target="/ppt/notesSlides/notesSlide9.xml" Id="R0d93ef89507040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822a98f884723" /><Relationship Type="http://schemas.openxmlformats.org/officeDocument/2006/relationships/image" Target="/ppt/media/image12.png" Id="R4994784e486b4d28" /><Relationship Type="http://schemas.openxmlformats.org/officeDocument/2006/relationships/image" Target="/ppt/media/image13.png" Id="R294daf95c5dd434c" /><Relationship Type="http://schemas.openxmlformats.org/officeDocument/2006/relationships/notesSlide" Target="/ppt/notesSlides/notesSlide10.xml" Id="Rc2799495f6f443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6de40046041a1" /><Relationship Type="http://schemas.openxmlformats.org/officeDocument/2006/relationships/image" Target="/ppt/media/image14.png" Id="Rc2a0b8ac0912450f" /><Relationship Type="http://schemas.openxmlformats.org/officeDocument/2006/relationships/notesSlide" Target="/ppt/notesSlides/notesSlide11.xml" Id="Rdb9c33db48174a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f245a32c64c49" /><Relationship Type="http://schemas.openxmlformats.org/officeDocument/2006/relationships/image" Target="/ppt/media/image15.png" Id="Rfd38200e473b491f" /><Relationship Type="http://schemas.openxmlformats.org/officeDocument/2006/relationships/notesSlide" Target="/ppt/notesSlides/notesSlide12.xml" Id="Re3fbddf5edf445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cc515a63a43c8" /><Relationship Type="http://schemas.openxmlformats.org/officeDocument/2006/relationships/image" Target="/ppt/media/image16.png" Id="R7186a4f61939453a" /><Relationship Type="http://schemas.openxmlformats.org/officeDocument/2006/relationships/notesSlide" Target="/ppt/notesSlides/notesSlide13.xml" Id="R8cce4a912cc94a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5f557b3664ac9" /><Relationship Type="http://schemas.openxmlformats.org/officeDocument/2006/relationships/image" Target="/ppt/media/image17.png" Id="R7cb0b6aec57b40ab" /><Relationship Type="http://schemas.openxmlformats.org/officeDocument/2006/relationships/image" Target="/ppt/media/image18.png" Id="R9b938078d6ab4bf9" /><Relationship Type="http://schemas.openxmlformats.org/officeDocument/2006/relationships/notesSlide" Target="/ppt/notesSlides/notesSlide14.xml" Id="R815c21f74e6e4b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2395830bf4436" /><Relationship Type="http://schemas.openxmlformats.org/officeDocument/2006/relationships/image" Target="/ppt/media/image19.png" Id="Rff5b01576f32433c" /><Relationship Type="http://schemas.openxmlformats.org/officeDocument/2006/relationships/notesSlide" Target="/ppt/notesSlides/notesSlide15.xml" Id="R45ef02901a7b44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39cea20f5498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49510bef74c7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4A47A3E-8FD9-41E9-82EC-D3E86E4D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4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8EEE6BDB-7E5C-48BD-8EFF-2660E63C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7B10345D-B95F-4778-9373-5A234D62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6" name="internal-working-mark">
            <a:extLst xmlns:a="http://schemas.openxmlformats.org/drawingml/2006/main">
              <a:ext uri="{FF2B5EF4-FFF2-40B4-BE49-F238E27FC236}">
                <a16:creationId xmlns:a16="http://schemas.microsoft.com/office/drawing/2014/main" id="{CF1B4EFD-D07E-438E-AC61-5299AEBC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D0F94D6-0C8E-4F76-82E2-6AE77C45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2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0F55C3B-E3BE-45C4-9469-B0E32D53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6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Trusted Execution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6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for the Agentic Era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03131C6-4414-4899-AB86-57878C49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561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Govern what agents are permitted to do, what actually executes, and what evidence remains.</a:t>
            </a:r>
          </a:p>
        </p:txBody>
      </p:sp>
      <p:sp>
        <p:nvSpPr>
          <p:cNvPr id="10" name="cover-control-chain">
            <a:extLst xmlns:a="http://schemas.openxmlformats.org/drawingml/2006/main">
              <a:ext uri="{FF2B5EF4-FFF2-40B4-BE49-F238E27FC236}">
                <a16:creationId xmlns:a16="http://schemas.microsoft.com/office/drawing/2014/main" id="{5F05ED3E-1446-4F6E-8C88-B98B783D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ACTOR · AUTHORITY · POLICY · APPROVAL · EVIDENCE</a:t>
            </a:r>
          </a:p>
        </p:txBody>
      </p:sp>
    </p:spTree>
    <p:extLst>
      <p:ext uri="{BB962C8B-B14F-4D97-AF65-F5344CB8AC3E}">
        <p14:creationId xmlns:p14="http://schemas.microsoft.com/office/powerpoint/2010/main" val="20495371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1a0fd5f074290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9FF66E-3F14-401D-A0C1-EBE9F82A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E2E6EE6-AC55-4068-BB48-14905052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64F55699-8C5F-4CCF-84EB-4FAA3742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working-mark">
            <a:extLst xmlns:a="http://schemas.openxmlformats.org/drawingml/2006/main">
              <a:ext uri="{FF2B5EF4-FFF2-40B4-BE49-F238E27FC236}">
                <a16:creationId xmlns:a16="http://schemas.microsoft.com/office/drawing/2014/main" id="{5DAB3EDD-D280-40DF-B15D-7AA28833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34FA44-F77F-4531-95FE-7CC95BBE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Autonomy is rising. Control must become explicit.</a:t>
            </a:r>
          </a:p>
        </p:txBody>
      </p:sp>
      <p:sp>
        <p:nvSpPr>
          <p:cNvPr id="7" name="evolution-line">
            <a:extLst xmlns:a="http://schemas.openxmlformats.org/drawingml/2006/main">
              <a:ext uri="{FF2B5EF4-FFF2-40B4-BE49-F238E27FC236}">
                <a16:creationId xmlns:a16="http://schemas.microsoft.com/office/drawing/2014/main" id="{CF5EB131-B9D4-4BBA-AF03-56102BFD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998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olution-node-1">
            <a:extLst xmlns:a="http://schemas.openxmlformats.org/drawingml/2006/main">
              <a:ext uri="{FF2B5EF4-FFF2-40B4-BE49-F238E27FC236}">
                <a16:creationId xmlns:a16="http://schemas.microsoft.com/office/drawing/2014/main" id="{4F67DE9B-8783-4930-9F7B-C184901B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3370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9" name="evolution-number-1">
            <a:extLst xmlns:a="http://schemas.openxmlformats.org/drawingml/2006/main">
              <a:ext uri="{FF2B5EF4-FFF2-40B4-BE49-F238E27FC236}">
                <a16:creationId xmlns:a16="http://schemas.microsoft.com/office/drawing/2014/main" id="{B82CBED1-3630-468D-BAF4-0748B807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956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0" name="evolution-title-1">
            <a:extLst xmlns:a="http://schemas.openxmlformats.org/drawingml/2006/main">
              <a:ext uri="{FF2B5EF4-FFF2-40B4-BE49-F238E27FC236}">
                <a16:creationId xmlns:a16="http://schemas.microsoft.com/office/drawing/2014/main" id="{45E7BD60-D334-41AD-A99D-F9D2A2CE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Digital</a:t>
            </a:r>
          </a:p>
        </p:txBody>
      </p:sp>
      <p:sp>
        <p:nvSpPr>
          <p:cNvPr id="11" name="evolution-detail-1">
            <a:extLst xmlns:a="http://schemas.openxmlformats.org/drawingml/2006/main">
              <a:ext uri="{FF2B5EF4-FFF2-40B4-BE49-F238E27FC236}">
                <a16:creationId xmlns:a16="http://schemas.microsoft.com/office/drawing/2014/main" id="{B6AA4188-44D9-442C-8A40-EC49CBB6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Content moves online</a:t>
            </a:r>
          </a:p>
        </p:txBody>
      </p:sp>
      <p:sp>
        <p:nvSpPr>
          <p:cNvPr id="12" name="evolution-node-2">
            <a:extLst xmlns:a="http://schemas.openxmlformats.org/drawingml/2006/main">
              <a:ext uri="{FF2B5EF4-FFF2-40B4-BE49-F238E27FC236}">
                <a16:creationId xmlns:a16="http://schemas.microsoft.com/office/drawing/2014/main" id="{41DB7071-6107-401C-BBFF-61641A32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370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3" name="evolution-number-2">
            <a:extLst xmlns:a="http://schemas.openxmlformats.org/drawingml/2006/main">
              <a:ext uri="{FF2B5EF4-FFF2-40B4-BE49-F238E27FC236}">
                <a16:creationId xmlns:a16="http://schemas.microsoft.com/office/drawing/2014/main" id="{E8EFAA2C-4893-433F-81EF-6779C6BF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956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4" name="evolution-title-2">
            <a:extLst xmlns:a="http://schemas.openxmlformats.org/drawingml/2006/main">
              <a:ext uri="{FF2B5EF4-FFF2-40B4-BE49-F238E27FC236}">
                <a16:creationId xmlns:a16="http://schemas.microsoft.com/office/drawing/2014/main" id="{DD04859D-2474-45EA-83A6-9CD4AECF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29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Automated</a:t>
            </a:r>
          </a:p>
        </p:txBody>
      </p:sp>
      <p:sp>
        <p:nvSpPr>
          <p:cNvPr id="15" name="evolution-detail-2">
            <a:extLst xmlns:a="http://schemas.openxmlformats.org/drawingml/2006/main">
              <a:ext uri="{FF2B5EF4-FFF2-40B4-BE49-F238E27FC236}">
                <a16:creationId xmlns:a16="http://schemas.microsoft.com/office/drawing/2014/main" id="{7FBC37F8-D8A2-4C8A-9BC4-DA6E3873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434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Repeatable work executes</a:t>
            </a:r>
          </a:p>
        </p:txBody>
      </p:sp>
      <p:sp>
        <p:nvSpPr>
          <p:cNvPr id="16" name="evolution-node-3">
            <a:extLst xmlns:a="http://schemas.openxmlformats.org/drawingml/2006/main">
              <a:ext uri="{FF2B5EF4-FFF2-40B4-BE49-F238E27FC236}">
                <a16:creationId xmlns:a16="http://schemas.microsoft.com/office/drawing/2014/main" id="{E6A8B89C-0BF0-4597-A9A5-7D617AFB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3370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7" name="evolution-number-3">
            <a:extLst xmlns:a="http://schemas.openxmlformats.org/drawingml/2006/main">
              <a:ext uri="{FF2B5EF4-FFF2-40B4-BE49-F238E27FC236}">
                <a16:creationId xmlns:a16="http://schemas.microsoft.com/office/drawing/2014/main" id="{A5F6FFCD-4CA8-4CFA-8716-A231E1F7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956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8" name="evolution-title-3">
            <a:extLst xmlns:a="http://schemas.openxmlformats.org/drawingml/2006/main">
              <a:ext uri="{FF2B5EF4-FFF2-40B4-BE49-F238E27FC236}">
                <a16:creationId xmlns:a16="http://schemas.microsoft.com/office/drawing/2014/main" id="{6551211F-542C-4DDB-9DE5-402B6D55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29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AI-assisted</a:t>
            </a:r>
          </a:p>
        </p:txBody>
      </p:sp>
      <p:sp>
        <p:nvSpPr>
          <p:cNvPr id="19" name="evolution-detail-3">
            <a:extLst xmlns:a="http://schemas.openxmlformats.org/drawingml/2006/main">
              <a:ext uri="{FF2B5EF4-FFF2-40B4-BE49-F238E27FC236}">
                <a16:creationId xmlns:a16="http://schemas.microsoft.com/office/drawing/2014/main" id="{F9F9563F-610D-49FB-ABDA-DC9ABA52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Systems understand and advise</a:t>
            </a:r>
          </a:p>
        </p:txBody>
      </p:sp>
      <p:sp>
        <p:nvSpPr>
          <p:cNvPr id="20" name="evolution-node-4">
            <a:extLst xmlns:a="http://schemas.openxmlformats.org/drawingml/2006/main">
              <a:ext uri="{FF2B5EF4-FFF2-40B4-BE49-F238E27FC236}">
                <a16:creationId xmlns:a16="http://schemas.microsoft.com/office/drawing/2014/main" id="{BABFF6C5-9789-46B5-ACAF-82394016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3370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1" name="evolution-number-4">
            <a:extLst xmlns:a="http://schemas.openxmlformats.org/drawingml/2006/main">
              <a:ext uri="{FF2B5EF4-FFF2-40B4-BE49-F238E27FC236}">
                <a16:creationId xmlns:a16="http://schemas.microsoft.com/office/drawing/2014/main" id="{63617520-2AC0-44F9-BDF9-33F83B24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956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2" name="evolution-title-4">
            <a:extLst xmlns:a="http://schemas.openxmlformats.org/drawingml/2006/main">
              <a:ext uri="{FF2B5EF4-FFF2-40B4-BE49-F238E27FC236}">
                <a16:creationId xmlns:a16="http://schemas.microsoft.com/office/drawing/2014/main" id="{18B9B7CE-78FB-47F9-A3E8-080D0217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29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Agentic</a:t>
            </a:r>
          </a:p>
        </p:txBody>
      </p:sp>
      <p:sp>
        <p:nvSpPr>
          <p:cNvPr id="23" name="evolution-detail-4">
            <a:extLst xmlns:a="http://schemas.openxmlformats.org/drawingml/2006/main">
              <a:ext uri="{FF2B5EF4-FFF2-40B4-BE49-F238E27FC236}">
                <a16:creationId xmlns:a16="http://schemas.microsoft.com/office/drawing/2014/main" id="{5AC796C6-53FF-4086-8FD5-485EED27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434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Software initiates action</a:t>
            </a:r>
          </a:p>
        </p:txBody>
      </p:sp>
      <p:sp>
        <p:nvSpPr>
          <p:cNvPr id="24" name="bottom-accent-line">
            <a:extLst xmlns:a="http://schemas.openxmlformats.org/drawingml/2006/main">
              <a:ext uri="{FF2B5EF4-FFF2-40B4-BE49-F238E27FC236}">
                <a16:creationId xmlns:a16="http://schemas.microsoft.com/office/drawing/2014/main" id="{B2E5D471-F548-4436-8F86-AAD66FDD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82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ttom-takeaway">
            <a:extLst xmlns:a="http://schemas.openxmlformats.org/drawingml/2006/main">
              <a:ext uri="{FF2B5EF4-FFF2-40B4-BE49-F238E27FC236}">
                <a16:creationId xmlns:a16="http://schemas.microsoft.com/office/drawing/2014/main" id="{E49FF0C8-E124-4F8F-AD9E-E8937E3F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Greater autonomy must be matched by stronger institutional control.</a:t>
            </a:r>
          </a:p>
        </p:txBody>
      </p:sp>
    </p:spTree>
    <p:extLst>
      <p:ext uri="{BB962C8B-B14F-4D97-AF65-F5344CB8AC3E}">
        <p14:creationId xmlns:p14="http://schemas.microsoft.com/office/powerpoint/2010/main" val="5806622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a5bd6c508456c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D429E2E-B7FF-41B1-BDC4-AD265CB4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BD786C7F-1CDE-4684-AB96-691FFB3D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BC585BF9-3834-4AE9-9C2B-311C04AC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working-mark">
            <a:extLst xmlns:a="http://schemas.openxmlformats.org/drawingml/2006/main">
              <a:ext uri="{FF2B5EF4-FFF2-40B4-BE49-F238E27FC236}">
                <a16:creationId xmlns:a16="http://schemas.microsoft.com/office/drawing/2014/main" id="{0A8476AA-1926-45D8-A457-603F4C44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227AE9-03E3-4115-8C2E-E6CFEE24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Intelligence does not create institutional authority</a:t>
            </a:r>
          </a:p>
        </p:txBody>
      </p:sp>
      <p:sp>
        <p:nvSpPr>
          <p:cNvPr id="7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7D124F62-A18E-448D-8479-CD9DCE3A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WHAT AI CAN DO</a:t>
            </a:r>
          </a:p>
        </p:txBody>
      </p:sp>
      <p:sp>
        <p:nvSpPr>
          <p:cNvPr id="8" name="capability-list">
            <a:extLst xmlns:a="http://schemas.openxmlformats.org/drawingml/2006/main">
              <a:ext uri="{FF2B5EF4-FFF2-40B4-BE49-F238E27FC236}">
                <a16:creationId xmlns:a16="http://schemas.microsoft.com/office/drawing/2014/main" id="{170C1B33-D901-4D28-9BFC-F446117C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3619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3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Understand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3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Analyse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3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Recommend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3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Generate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3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Plan</a:t>
            </a:r>
          </a:p>
        </p:txBody>
      </p:sp>
      <p:sp>
        <p:nvSpPr>
          <p:cNvPr id="9" name="authority-divider">
            <a:extLst xmlns:a="http://schemas.openxmlformats.org/drawingml/2006/main">
              <a:ext uri="{FF2B5EF4-FFF2-40B4-BE49-F238E27FC236}">
                <a16:creationId xmlns:a16="http://schemas.microsoft.com/office/drawing/2014/main" id="{4736D527-F5BC-4FB9-8517-1B7CBAAD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285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uthority-label">
            <a:extLst xmlns:a="http://schemas.openxmlformats.org/drawingml/2006/main">
              <a:ext uri="{FF2B5EF4-FFF2-40B4-BE49-F238E27FC236}">
                <a16:creationId xmlns:a16="http://schemas.microsoft.com/office/drawing/2014/main" id="{C457B759-AE44-4743-A569-F5A2799E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WHAT THE INSTITUTION MUST ESTABLISH</a:t>
            </a:r>
          </a:p>
        </p:txBody>
      </p:sp>
      <p:sp>
        <p:nvSpPr>
          <p:cNvPr id="11" name="question-dot-1">
            <a:extLst xmlns:a="http://schemas.openxmlformats.org/drawingml/2006/main">
              <a:ext uri="{FF2B5EF4-FFF2-40B4-BE49-F238E27FC236}">
                <a16:creationId xmlns:a16="http://schemas.microsoft.com/office/drawing/2014/main" id="{BD1081D8-66B4-4F5B-B54D-CB064729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14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question-1">
            <a:extLst xmlns:a="http://schemas.openxmlformats.org/drawingml/2006/main">
              <a:ext uri="{FF2B5EF4-FFF2-40B4-BE49-F238E27FC236}">
                <a16:creationId xmlns:a16="http://schemas.microsoft.com/office/drawing/2014/main" id="{04254472-DCB7-4EF6-8128-EAF521BE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194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Who or what is acting?</a:t>
            </a:r>
          </a:p>
        </p:txBody>
      </p:sp>
      <p:sp>
        <p:nvSpPr>
          <p:cNvPr id="13" name="question-dot-2">
            <a:extLst xmlns:a="http://schemas.openxmlformats.org/drawingml/2006/main">
              <a:ext uri="{FF2B5EF4-FFF2-40B4-BE49-F238E27FC236}">
                <a16:creationId xmlns:a16="http://schemas.microsoft.com/office/drawing/2014/main" id="{9A792C0E-78E5-45DB-9658-7B4F3495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67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question-2">
            <a:extLst xmlns:a="http://schemas.openxmlformats.org/drawingml/2006/main">
              <a:ext uri="{FF2B5EF4-FFF2-40B4-BE49-F238E27FC236}">
                <a16:creationId xmlns:a16="http://schemas.microsoft.com/office/drawing/2014/main" id="{372C8812-B4F0-4456-AC03-4516FDCD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718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Whom does the actor represent?</a:t>
            </a:r>
          </a:p>
        </p:txBody>
      </p:sp>
      <p:sp>
        <p:nvSpPr>
          <p:cNvPr id="15" name="question-dot-3">
            <a:extLst xmlns:a="http://schemas.openxmlformats.org/drawingml/2006/main">
              <a:ext uri="{FF2B5EF4-FFF2-40B4-BE49-F238E27FC236}">
                <a16:creationId xmlns:a16="http://schemas.microsoft.com/office/drawing/2014/main" id="{A7E8F268-366E-40FB-BB51-FA9E4805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19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question-3">
            <a:extLst xmlns:a="http://schemas.openxmlformats.org/drawingml/2006/main">
              <a:ext uri="{FF2B5EF4-FFF2-40B4-BE49-F238E27FC236}">
                <a16:creationId xmlns:a16="http://schemas.microsoft.com/office/drawing/2014/main" id="{708C2B95-20E0-4C40-B189-9BC6F6F5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243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What is the actor permitted to do?</a:t>
            </a:r>
          </a:p>
        </p:txBody>
      </p:sp>
      <p:sp>
        <p:nvSpPr>
          <p:cNvPr id="17" name="question-dot-4">
            <a:extLst xmlns:a="http://schemas.openxmlformats.org/drawingml/2006/main">
              <a:ext uri="{FF2B5EF4-FFF2-40B4-BE49-F238E27FC236}">
                <a16:creationId xmlns:a16="http://schemas.microsoft.com/office/drawing/2014/main" id="{2D4F4DE0-4352-4AD8-BEBD-FBD4F3E3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572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question-4">
            <a:extLst xmlns:a="http://schemas.openxmlformats.org/drawingml/2006/main">
              <a:ext uri="{FF2B5EF4-FFF2-40B4-BE49-F238E27FC236}">
                <a16:creationId xmlns:a16="http://schemas.microsoft.com/office/drawing/2014/main" id="{1938CD86-75CD-40DC-8B18-B4B0230F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767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Which policy and approval apply?</a:t>
            </a:r>
          </a:p>
        </p:txBody>
      </p:sp>
      <p:sp>
        <p:nvSpPr>
          <p:cNvPr id="19" name="question-dot-5">
            <a:extLst xmlns:a="http://schemas.openxmlformats.org/drawingml/2006/main">
              <a:ext uri="{FF2B5EF4-FFF2-40B4-BE49-F238E27FC236}">
                <a16:creationId xmlns:a16="http://schemas.microsoft.com/office/drawing/2014/main" id="{4D38B700-5095-4FE9-8433-4D8A8D68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24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question-5">
            <a:extLst xmlns:a="http://schemas.openxmlformats.org/drawingml/2006/main">
              <a:ext uri="{FF2B5EF4-FFF2-40B4-BE49-F238E27FC236}">
                <a16:creationId xmlns:a16="http://schemas.microsoft.com/office/drawing/2014/main" id="{A35383FA-DBE0-4D79-8196-6C40B131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0292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What evidence will remain?</a:t>
            </a:r>
          </a:p>
        </p:txBody>
      </p:sp>
      <p:sp>
        <p:nvSpPr>
          <p:cNvPr id="21" name="bottom-accent-line">
            <a:extLst xmlns:a="http://schemas.openxmlformats.org/drawingml/2006/main">
              <a:ext uri="{FF2B5EF4-FFF2-40B4-BE49-F238E27FC236}">
                <a16:creationId xmlns:a16="http://schemas.microsoft.com/office/drawing/2014/main" id="{8FDD0009-1E87-4EE2-AA6B-7F69C6D9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82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ttom-takeaway">
            <a:extLst xmlns:a="http://schemas.openxmlformats.org/drawingml/2006/main">
              <a:ext uri="{FF2B5EF4-FFF2-40B4-BE49-F238E27FC236}">
                <a16:creationId xmlns:a16="http://schemas.microsoft.com/office/drawing/2014/main" id="{018CD3C8-6213-4DD1-AF18-1497C3E4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Capability can propose an action. Authority determines whether it may execute.</a:t>
            </a:r>
          </a:p>
        </p:txBody>
      </p:sp>
    </p:spTree>
    <p:extLst>
      <p:ext uri="{BB962C8B-B14F-4D97-AF65-F5344CB8AC3E}">
        <p14:creationId xmlns:p14="http://schemas.microsoft.com/office/powerpoint/2010/main" val="9009742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fa05659fc441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E49064E-8A75-4CD6-A01B-9656E89F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120BD65B-AF62-4575-8BF3-A7993451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A60AE8F2-8A04-4E03-8398-EE2C0638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working-mark">
            <a:extLst xmlns:a="http://schemas.openxmlformats.org/drawingml/2006/main">
              <a:ext uri="{FF2B5EF4-FFF2-40B4-BE49-F238E27FC236}">
                <a16:creationId xmlns:a16="http://schemas.microsoft.com/office/drawing/2014/main" id="{FC443A1F-BCBE-4000-9A31-5C891E60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DB55C6-2DA8-4528-B4AF-2582E290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Fragmented tools fragment accountability</a:t>
            </a:r>
          </a:p>
        </p:txBody>
      </p:sp>
      <p:sp>
        <p:nvSpPr>
          <p:cNvPr id="7" name="fragmentation-copy">
            <a:extLst xmlns:a="http://schemas.openxmlformats.org/drawingml/2006/main">
              <a:ext uri="{FF2B5EF4-FFF2-40B4-BE49-F238E27FC236}">
                <a16:creationId xmlns:a16="http://schemas.microsoft.com/office/drawing/2014/main" id="{8D4522DD-9C71-468F-B73E-BD7F8947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38862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Drafting, review, approval, signing, records, and AI often live in separate environments. Each handoff can detach the final record from the decisions that produced it.</a:t>
            </a:r>
          </a:p>
        </p:txBody>
      </p:sp>
      <p:sp>
        <p:nvSpPr>
          <p:cNvPr id="8" name="fragmentation-questions">
            <a:extLst xmlns:a="http://schemas.openxmlformats.org/drawingml/2006/main">
              <a:ext uri="{FF2B5EF4-FFF2-40B4-BE49-F238E27FC236}">
                <a16:creationId xmlns:a16="http://schemas.microsoft.com/office/drawing/2014/main" id="{F48ED0FB-D60C-429C-9426-1B73CB46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4000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Which version was authoritative?</a:t>
            </a:r>
          </a:p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Who was permitted to decide?</a:t>
            </a:r>
          </a:p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What exactly was approved?</a:t>
            </a:r>
          </a:p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Can the complete chain be proven?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9959ea9264bec"/>
          <a:srcRect xmlns:a="http://schemas.openxmlformats.org/drawingml/2006/main" l="0" t="807" r="0" b="8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9650" y="2038350"/>
            <a:ext cx="6915150" cy="3829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0171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f8f088c6d4454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4C0A6B7-FC75-4B27-92C6-89FDD3B9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348C8748-172A-4968-9EB2-B388E43B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808B88A3-5752-4B83-A0C5-77450D07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working-mark">
            <a:extLst xmlns:a="http://schemas.openxmlformats.org/drawingml/2006/main">
              <a:ext uri="{FF2B5EF4-FFF2-40B4-BE49-F238E27FC236}">
                <a16:creationId xmlns:a16="http://schemas.microsoft.com/office/drawing/2014/main" id="{AAEE2C27-5AA3-49D8-8F73-90D5B913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FE4558-5400-4FB5-BF97-2230B778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 starts before the signature</a:t>
            </a:r>
          </a:p>
        </p:txBody>
      </p:sp>
      <p:sp>
        <p:nvSpPr>
          <p:cNvPr id="7" name="lifecycle-subtitle">
            <a:extLst xmlns:a="http://schemas.openxmlformats.org/drawingml/2006/main">
              <a:ext uri="{FF2B5EF4-FFF2-40B4-BE49-F238E27FC236}">
                <a16:creationId xmlns:a16="http://schemas.microsoft.com/office/drawing/2014/main" id="{8A2D55E3-5981-4918-B483-824F15BA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The evidence chain begins when consequential content is created and continues throughout its lifecycle.</a:t>
            </a:r>
          </a:p>
        </p:txBody>
      </p:sp>
      <p:sp>
        <p:nvSpPr>
          <p:cNvPr id="8" name="lifecycle-line">
            <a:extLst xmlns:a="http://schemas.openxmlformats.org/drawingml/2006/main">
              <a:ext uri="{FF2B5EF4-FFF2-40B4-BE49-F238E27FC236}">
                <a16:creationId xmlns:a16="http://schemas.microsoft.com/office/drawing/2014/main" id="{5CDCC853-FAB3-4D8D-A91C-CCECE142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ifecycle-node-1">
            <a:extLst xmlns:a="http://schemas.openxmlformats.org/drawingml/2006/main">
              <a:ext uri="{FF2B5EF4-FFF2-40B4-BE49-F238E27FC236}">
                <a16:creationId xmlns:a16="http://schemas.microsoft.com/office/drawing/2014/main" id="{A83964A2-7D8F-4EFF-B567-3B727B9A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83" y="3381375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ifecycle-label-1">
            <a:extLst xmlns:a="http://schemas.openxmlformats.org/drawingml/2006/main">
              <a:ext uri="{FF2B5EF4-FFF2-40B4-BE49-F238E27FC236}">
                <a16:creationId xmlns:a16="http://schemas.microsoft.com/office/drawing/2014/main" id="{C6C9C49C-E6A9-4A6D-9F2B-886A7A39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19400"/>
            <a:ext cx="1227667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Create</a:t>
            </a:r>
          </a:p>
        </p:txBody>
      </p:sp>
      <p:sp>
        <p:nvSpPr>
          <p:cNvPr id="11" name="lifecycle-node-2">
            <a:extLst xmlns:a="http://schemas.openxmlformats.org/drawingml/2006/main">
              <a:ext uri="{FF2B5EF4-FFF2-40B4-BE49-F238E27FC236}">
                <a16:creationId xmlns:a16="http://schemas.microsoft.com/office/drawing/2014/main" id="{A87E3821-89FC-4819-91ED-C0AABB44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350" y="3381375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ifecycle-label-2">
            <a:extLst xmlns:a="http://schemas.openxmlformats.org/drawingml/2006/main">
              <a:ext uri="{FF2B5EF4-FFF2-40B4-BE49-F238E27FC236}">
                <a16:creationId xmlns:a16="http://schemas.microsoft.com/office/drawing/2014/main" id="{355F6C22-0E02-4408-B367-81E2CAEC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867" y="3867150"/>
            <a:ext cx="1227667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Collaborate</a:t>
            </a:r>
          </a:p>
        </p:txBody>
      </p:sp>
      <p:sp>
        <p:nvSpPr>
          <p:cNvPr id="13" name="lifecycle-node-3">
            <a:extLst xmlns:a="http://schemas.openxmlformats.org/drawingml/2006/main">
              <a:ext uri="{FF2B5EF4-FFF2-40B4-BE49-F238E27FC236}">
                <a16:creationId xmlns:a16="http://schemas.microsoft.com/office/drawing/2014/main" id="{487A07A5-FBDB-4B09-AF68-902E298F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117" y="3381375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ifecycle-label-3">
            <a:extLst xmlns:a="http://schemas.openxmlformats.org/drawingml/2006/main">
              <a:ext uri="{FF2B5EF4-FFF2-40B4-BE49-F238E27FC236}">
                <a16:creationId xmlns:a16="http://schemas.microsoft.com/office/drawing/2014/main" id="{AACC1FA3-FFDA-4706-9DAA-B00B17B9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633" y="2819400"/>
            <a:ext cx="1227667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Review</a:t>
            </a:r>
          </a:p>
        </p:txBody>
      </p:sp>
      <p:sp>
        <p:nvSpPr>
          <p:cNvPr id="15" name="lifecycle-node-4">
            <a:extLst xmlns:a="http://schemas.openxmlformats.org/drawingml/2006/main">
              <a:ext uri="{FF2B5EF4-FFF2-40B4-BE49-F238E27FC236}">
                <a16:creationId xmlns:a16="http://schemas.microsoft.com/office/drawing/2014/main" id="{EBE142F7-FC35-478A-B220-D5EF6C09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6883" y="3381375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ifecycle-label-4">
            <a:extLst xmlns:a="http://schemas.openxmlformats.org/drawingml/2006/main">
              <a:ext uri="{FF2B5EF4-FFF2-40B4-BE49-F238E27FC236}">
                <a16:creationId xmlns:a16="http://schemas.microsoft.com/office/drawing/2014/main" id="{7760406B-51B9-4283-AEE9-CD00C298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3867150"/>
            <a:ext cx="1227667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Approve</a:t>
            </a:r>
          </a:p>
        </p:txBody>
      </p:sp>
      <p:sp>
        <p:nvSpPr>
          <p:cNvPr id="17" name="lifecycle-node-5">
            <a:extLst xmlns:a="http://schemas.openxmlformats.org/drawingml/2006/main">
              <a:ext uri="{FF2B5EF4-FFF2-40B4-BE49-F238E27FC236}">
                <a16:creationId xmlns:a16="http://schemas.microsoft.com/office/drawing/2014/main" id="{F90D4A04-58A9-4BDF-8BE8-4E058B70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81375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ifecycle-label-5">
            <a:extLst xmlns:a="http://schemas.openxmlformats.org/drawingml/2006/main">
              <a:ext uri="{FF2B5EF4-FFF2-40B4-BE49-F238E27FC236}">
                <a16:creationId xmlns:a16="http://schemas.microsoft.com/office/drawing/2014/main" id="{242A0A0E-6DA9-4C4B-9A01-5DF75096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167" y="2819400"/>
            <a:ext cx="1227667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Sign / seal</a:t>
            </a:r>
          </a:p>
        </p:txBody>
      </p:sp>
      <p:sp>
        <p:nvSpPr>
          <p:cNvPr id="19" name="lifecycle-node-6">
            <a:extLst xmlns:a="http://schemas.openxmlformats.org/drawingml/2006/main">
              <a:ext uri="{FF2B5EF4-FFF2-40B4-BE49-F238E27FC236}">
                <a16:creationId xmlns:a16="http://schemas.microsoft.com/office/drawing/2014/main" id="{AFB606B1-7401-455E-8200-48978C0C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417" y="3381375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lifecycle-label-6">
            <a:extLst xmlns:a="http://schemas.openxmlformats.org/drawingml/2006/main">
              <a:ext uri="{FF2B5EF4-FFF2-40B4-BE49-F238E27FC236}">
                <a16:creationId xmlns:a16="http://schemas.microsoft.com/office/drawing/2014/main" id="{49DDAE9E-8776-4370-A400-1FF4F109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933" y="3867150"/>
            <a:ext cx="1227667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1" name="lifecycle-node-7">
            <a:extLst xmlns:a="http://schemas.openxmlformats.org/drawingml/2006/main">
              <a:ext uri="{FF2B5EF4-FFF2-40B4-BE49-F238E27FC236}">
                <a16:creationId xmlns:a16="http://schemas.microsoft.com/office/drawing/2014/main" id="{0D9A33EB-5486-4E63-AD0D-C5655E25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183" y="3381375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ifecycle-label-7">
            <a:extLst xmlns:a="http://schemas.openxmlformats.org/drawingml/2006/main">
              <a:ext uri="{FF2B5EF4-FFF2-40B4-BE49-F238E27FC236}">
                <a16:creationId xmlns:a16="http://schemas.microsoft.com/office/drawing/2014/main" id="{E279D401-2B2E-4347-8AA1-8666EAF0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819400"/>
            <a:ext cx="1227667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Preserve</a:t>
            </a:r>
          </a:p>
        </p:txBody>
      </p:sp>
      <p:sp>
        <p:nvSpPr>
          <p:cNvPr id="23" name="lifecycle-node-8">
            <a:extLst xmlns:a="http://schemas.openxmlformats.org/drawingml/2006/main">
              <a:ext uri="{FF2B5EF4-FFF2-40B4-BE49-F238E27FC236}">
                <a16:creationId xmlns:a16="http://schemas.microsoft.com/office/drawing/2014/main" id="{122D8B6A-234A-4DD3-973D-D718B05B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950" y="3381375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ifecycle-label-8">
            <a:extLst xmlns:a="http://schemas.openxmlformats.org/drawingml/2006/main">
              <a:ext uri="{FF2B5EF4-FFF2-40B4-BE49-F238E27FC236}">
                <a16:creationId xmlns:a16="http://schemas.microsoft.com/office/drawing/2014/main" id="{DF9C3CB5-9D22-4EC0-B589-EA40B04A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9467" y="3867150"/>
            <a:ext cx="1227667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Analyse</a:t>
            </a:r>
          </a:p>
        </p:txBody>
      </p:sp>
      <p:sp>
        <p:nvSpPr>
          <p:cNvPr id="25" name="lifecycle-node-9">
            <a:extLst xmlns:a="http://schemas.openxmlformats.org/drawingml/2006/main">
              <a:ext uri="{FF2B5EF4-FFF2-40B4-BE49-F238E27FC236}">
                <a16:creationId xmlns:a16="http://schemas.microsoft.com/office/drawing/2014/main" id="{EDF73EC8-FE08-46E0-A3B8-0BEFB37F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717" y="3381375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ifecycle-label-9">
            <a:extLst xmlns:a="http://schemas.openxmlformats.org/drawingml/2006/main">
              <a:ext uri="{FF2B5EF4-FFF2-40B4-BE49-F238E27FC236}">
                <a16:creationId xmlns:a16="http://schemas.microsoft.com/office/drawing/2014/main" id="{D19351CF-6CB3-431C-A17E-A7F535C0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233" y="2819400"/>
            <a:ext cx="1227667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Act</a:t>
            </a:r>
          </a:p>
        </p:txBody>
      </p:sp>
      <p:sp>
        <p:nvSpPr>
          <p:cNvPr id="27" name="bottom-accent-line">
            <a:extLst xmlns:a="http://schemas.openxmlformats.org/drawingml/2006/main">
              <a:ext uri="{FF2B5EF4-FFF2-40B4-BE49-F238E27FC236}">
                <a16:creationId xmlns:a16="http://schemas.microsoft.com/office/drawing/2014/main" id="{5F34D622-F3DA-4CFF-8EEF-51D4C52F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82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ttom-takeaway">
            <a:extLst xmlns:a="http://schemas.openxmlformats.org/drawingml/2006/main">
              <a:ext uri="{FF2B5EF4-FFF2-40B4-BE49-F238E27FC236}">
                <a16:creationId xmlns:a16="http://schemas.microsoft.com/office/drawing/2014/main" id="{657761B6-1CB7-4034-8A73-C0090D76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signature is an important trust event. It is not the entire trust model.</a:t>
            </a:r>
          </a:p>
        </p:txBody>
      </p:sp>
    </p:spTree>
    <p:extLst>
      <p:ext uri="{BB962C8B-B14F-4D97-AF65-F5344CB8AC3E}">
        <p14:creationId xmlns:p14="http://schemas.microsoft.com/office/powerpoint/2010/main" val="17277744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d2ef9c59944c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A5D5D4A-02A3-4C81-B85F-F454403F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CCCF2CDA-B803-4404-8CC8-25DC43A5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555A9105-1B0E-44DE-8123-26E70472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working-mark">
            <a:extLst xmlns:a="http://schemas.openxmlformats.org/drawingml/2006/main">
              <a:ext uri="{FF2B5EF4-FFF2-40B4-BE49-F238E27FC236}">
                <a16:creationId xmlns:a16="http://schemas.microsoft.com/office/drawing/2014/main" id="{381207EF-DF9B-49B5-B7B0-42B41ED2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ABA3AE-26E5-4B68-8C77-DF945A22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Six connected capabilities create one execution environment</a:t>
            </a:r>
          </a:p>
        </p:txBody>
      </p:sp>
      <p:sp>
        <p:nvSpPr>
          <p:cNvPr id="7" name="capability-rule-1">
            <a:extLst xmlns:a="http://schemas.openxmlformats.org/drawingml/2006/main">
              <a:ext uri="{FF2B5EF4-FFF2-40B4-BE49-F238E27FC236}">
                <a16:creationId xmlns:a16="http://schemas.microsoft.com/office/drawing/2014/main" id="{BD56288C-A1CC-481B-B0C6-A6140375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pability-title-1">
            <a:extLst xmlns:a="http://schemas.openxmlformats.org/drawingml/2006/main">
              <a:ext uri="{FF2B5EF4-FFF2-40B4-BE49-F238E27FC236}">
                <a16:creationId xmlns:a16="http://schemas.microsoft.com/office/drawing/2014/main" id="{3ECCC18B-C316-4577-BF10-1CB08522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359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Cloud</a:t>
            </a:r>
          </a:p>
        </p:txBody>
      </p:sp>
      <p:sp>
        <p:nvSpPr>
          <p:cNvPr id="9" name="capability-body-1">
            <a:extLst xmlns:a="http://schemas.openxmlformats.org/drawingml/2006/main">
              <a:ext uri="{FF2B5EF4-FFF2-40B4-BE49-F238E27FC236}">
                <a16:creationId xmlns:a16="http://schemas.microsoft.com/office/drawing/2014/main" id="{E46621A0-6ED9-4AC0-9362-E49B61C0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342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Control where the trust environment operates</a:t>
            </a:r>
          </a:p>
        </p:txBody>
      </p:sp>
      <p:sp>
        <p:nvSpPr>
          <p:cNvPr id="10" name="capability-rule-2">
            <a:extLst xmlns:a="http://schemas.openxmlformats.org/drawingml/2006/main">
              <a:ext uri="{FF2B5EF4-FFF2-40B4-BE49-F238E27FC236}">
                <a16:creationId xmlns:a16="http://schemas.microsoft.com/office/drawing/2014/main" id="{00311CF3-22BC-4678-A338-A4431256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22860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pability-title-2">
            <a:extLst xmlns:a="http://schemas.openxmlformats.org/drawingml/2006/main">
              <a:ext uri="{FF2B5EF4-FFF2-40B4-BE49-F238E27FC236}">
                <a16:creationId xmlns:a16="http://schemas.microsoft.com/office/drawing/2014/main" id="{4026D6E1-B6BA-4CA2-8E15-90C27057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2514600"/>
            <a:ext cx="359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12" name="capability-body-2">
            <a:extLst xmlns:a="http://schemas.openxmlformats.org/drawingml/2006/main">
              <a:ext uri="{FF2B5EF4-FFF2-40B4-BE49-F238E27FC236}">
                <a16:creationId xmlns:a16="http://schemas.microsoft.com/office/drawing/2014/main" id="{FF1C46D7-B0EF-4FE6-9EAB-924246A4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3028950"/>
            <a:ext cx="342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Establish who or what is acting</a:t>
            </a:r>
          </a:p>
        </p:txBody>
      </p:sp>
      <p:sp>
        <p:nvSpPr>
          <p:cNvPr id="13" name="capability-rule-3">
            <a:extLst xmlns:a="http://schemas.openxmlformats.org/drawingml/2006/main">
              <a:ext uri="{FF2B5EF4-FFF2-40B4-BE49-F238E27FC236}">
                <a16:creationId xmlns:a16="http://schemas.microsoft.com/office/drawing/2014/main" id="{BA0690EC-A1E1-486A-9740-4E486D39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2860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pability-title-3">
            <a:extLst xmlns:a="http://schemas.openxmlformats.org/drawingml/2006/main">
              <a:ext uri="{FF2B5EF4-FFF2-40B4-BE49-F238E27FC236}">
                <a16:creationId xmlns:a16="http://schemas.microsoft.com/office/drawing/2014/main" id="{40C5593F-DEDD-4C1F-98C7-8BF274A2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514600"/>
            <a:ext cx="359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Collaboration</a:t>
            </a:r>
          </a:p>
        </p:txBody>
      </p:sp>
      <p:sp>
        <p:nvSpPr>
          <p:cNvPr id="15" name="capability-body-3">
            <a:extLst xmlns:a="http://schemas.openxmlformats.org/drawingml/2006/main">
              <a:ext uri="{FF2B5EF4-FFF2-40B4-BE49-F238E27FC236}">
                <a16:creationId xmlns:a16="http://schemas.microsoft.com/office/drawing/2014/main" id="{984BA473-5C29-400C-A239-4D3D23A5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028950"/>
            <a:ext cx="342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Create, review, and approve content</a:t>
            </a:r>
          </a:p>
        </p:txBody>
      </p:sp>
      <p:sp>
        <p:nvSpPr>
          <p:cNvPr id="16" name="capability-rule-4">
            <a:extLst xmlns:a="http://schemas.openxmlformats.org/drawingml/2006/main">
              <a:ext uri="{FF2B5EF4-FFF2-40B4-BE49-F238E27FC236}">
                <a16:creationId xmlns:a16="http://schemas.microsoft.com/office/drawing/2014/main" id="{5B887FE3-74F9-4EB6-8856-E9D72039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pability-title-4">
            <a:extLst xmlns:a="http://schemas.openxmlformats.org/drawingml/2006/main">
              <a:ext uri="{FF2B5EF4-FFF2-40B4-BE49-F238E27FC236}">
                <a16:creationId xmlns:a16="http://schemas.microsoft.com/office/drawing/2014/main" id="{1BF1912C-EC8A-4D17-B935-EC0BB764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359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Sign &amp; Seal</a:t>
            </a:r>
          </a:p>
        </p:txBody>
      </p:sp>
      <p:sp>
        <p:nvSpPr>
          <p:cNvPr id="18" name="capability-body-4">
            <a:extLst xmlns:a="http://schemas.openxmlformats.org/drawingml/2006/main">
              <a:ext uri="{FF2B5EF4-FFF2-40B4-BE49-F238E27FC236}">
                <a16:creationId xmlns:a16="http://schemas.microsoft.com/office/drawing/2014/main" id="{3971B5EA-F920-4E3A-AC63-120AFB06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342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Apply personal or organizational authority</a:t>
            </a:r>
          </a:p>
        </p:txBody>
      </p:sp>
      <p:sp>
        <p:nvSpPr>
          <p:cNvPr id="19" name="capability-rule-5">
            <a:extLst xmlns:a="http://schemas.openxmlformats.org/drawingml/2006/main">
              <a:ext uri="{FF2B5EF4-FFF2-40B4-BE49-F238E27FC236}">
                <a16:creationId xmlns:a16="http://schemas.microsoft.com/office/drawing/2014/main" id="{E7A61808-89AB-494D-AAA1-DE7455A7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405765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pability-title-5">
            <a:extLst xmlns:a="http://schemas.openxmlformats.org/drawingml/2006/main">
              <a:ext uri="{FF2B5EF4-FFF2-40B4-BE49-F238E27FC236}">
                <a16:creationId xmlns:a16="http://schemas.microsoft.com/office/drawing/2014/main" id="{ED65F459-9249-4F56-BC72-AB977726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4286250"/>
            <a:ext cx="359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DMS / Vault</a:t>
            </a:r>
          </a:p>
        </p:txBody>
      </p:sp>
      <p:sp>
        <p:nvSpPr>
          <p:cNvPr id="21" name="capability-body-5">
            <a:extLst xmlns:a="http://schemas.openxmlformats.org/drawingml/2006/main">
              <a:ext uri="{FF2B5EF4-FFF2-40B4-BE49-F238E27FC236}">
                <a16:creationId xmlns:a16="http://schemas.microsoft.com/office/drawing/2014/main" id="{027285DF-BFE2-4D08-93B2-0C18B822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4800600"/>
            <a:ext cx="342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Preserve records, evidence, and history</a:t>
            </a:r>
          </a:p>
        </p:txBody>
      </p:sp>
      <p:sp>
        <p:nvSpPr>
          <p:cNvPr id="22" name="capability-rule-6">
            <a:extLst xmlns:a="http://schemas.openxmlformats.org/drawingml/2006/main">
              <a:ext uri="{FF2B5EF4-FFF2-40B4-BE49-F238E27FC236}">
                <a16:creationId xmlns:a16="http://schemas.microsoft.com/office/drawing/2014/main" id="{607AE901-F981-49FB-8C8B-D0F73AD2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05765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apability-title-6">
            <a:extLst xmlns:a="http://schemas.openxmlformats.org/drawingml/2006/main">
              <a:ext uri="{FF2B5EF4-FFF2-40B4-BE49-F238E27FC236}">
                <a16:creationId xmlns:a16="http://schemas.microsoft.com/office/drawing/2014/main" id="{06D17C09-AEC1-4479-91F4-56A27E18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286250"/>
            <a:ext cx="359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AI</a:t>
            </a:r>
          </a:p>
        </p:txBody>
      </p:sp>
      <p:sp>
        <p:nvSpPr>
          <p:cNvPr id="24" name="capability-body-6">
            <a:extLst xmlns:a="http://schemas.openxmlformats.org/drawingml/2006/main">
              <a:ext uri="{FF2B5EF4-FFF2-40B4-BE49-F238E27FC236}">
                <a16:creationId xmlns:a16="http://schemas.microsoft.com/office/drawing/2014/main" id="{3B8CD854-05A9-4551-87BE-4E065F5B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800600"/>
            <a:ext cx="342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Apply intelligence and governed action</a:t>
            </a:r>
          </a:p>
        </p:txBody>
      </p:sp>
      <p:sp>
        <p:nvSpPr>
          <p:cNvPr id="25" name="bottom-accent-line">
            <a:extLst xmlns:a="http://schemas.openxmlformats.org/drawingml/2006/main">
              <a:ext uri="{FF2B5EF4-FFF2-40B4-BE49-F238E27FC236}">
                <a16:creationId xmlns:a16="http://schemas.microsoft.com/office/drawing/2014/main" id="{96D9AAE6-BDF4-40DB-950B-480C1753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82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ttom-takeaway">
            <a:extLst xmlns:a="http://schemas.openxmlformats.org/drawingml/2006/main">
              <a:ext uri="{FF2B5EF4-FFF2-40B4-BE49-F238E27FC236}">
                <a16:creationId xmlns:a16="http://schemas.microsoft.com/office/drawing/2014/main" id="{D3EEA3BC-4102-4627-B5C4-ADC0206C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One platform · One governance model · One evidence chain · One API</a:t>
            </a:r>
          </a:p>
        </p:txBody>
      </p:sp>
    </p:spTree>
    <p:extLst>
      <p:ext uri="{BB962C8B-B14F-4D97-AF65-F5344CB8AC3E}">
        <p14:creationId xmlns:p14="http://schemas.microsoft.com/office/powerpoint/2010/main" val="1659997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7d93338b5487e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8D2B671-A1BC-47EA-BA72-54513D35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2FEE9B4D-1A2F-4067-9D14-654798F5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5DDDA865-1C49-4827-8092-391D12C8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working-mark">
            <a:extLst xmlns:a="http://schemas.openxmlformats.org/drawingml/2006/main">
              <a:ext uri="{FF2B5EF4-FFF2-40B4-BE49-F238E27FC236}">
                <a16:creationId xmlns:a16="http://schemas.microsoft.com/office/drawing/2014/main" id="{54094234-86C2-41C1-935D-75A0FA8D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061D0C-8813-4CCD-9481-74242CB4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Trusted execution combines three forms of assurance</a:t>
            </a:r>
          </a:p>
        </p:txBody>
      </p:sp>
      <p:sp>
        <p:nvSpPr>
          <p:cNvPr id="7" name="assurance-number-1">
            <a:extLst xmlns:a="http://schemas.openxmlformats.org/drawingml/2006/main">
              <a:ext uri="{FF2B5EF4-FFF2-40B4-BE49-F238E27FC236}">
                <a16:creationId xmlns:a16="http://schemas.microsoft.com/office/drawing/2014/main" id="{6AB5EA88-6D02-47F0-9857-5DBB4A3E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01</a:t>
            </a:r>
          </a:p>
        </p:txBody>
      </p:sp>
      <p:sp>
        <p:nvSpPr>
          <p:cNvPr id="8" name="assurance-title-1">
            <a:extLst xmlns:a="http://schemas.openxmlformats.org/drawingml/2006/main">
              <a:ext uri="{FF2B5EF4-FFF2-40B4-BE49-F238E27FC236}">
                <a16:creationId xmlns:a16="http://schemas.microsoft.com/office/drawing/2014/main" id="{FD6C8F44-8A50-4EB4-BBCB-1284B184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479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Workflow assurance</a:t>
            </a:r>
          </a:p>
        </p:txBody>
      </p:sp>
      <p:sp>
        <p:nvSpPr>
          <p:cNvPr id="9" name="assurance-body-1">
            <a:extLst xmlns:a="http://schemas.openxmlformats.org/drawingml/2006/main">
              <a:ext uri="{FF2B5EF4-FFF2-40B4-BE49-F238E27FC236}">
                <a16:creationId xmlns:a16="http://schemas.microsoft.com/office/drawing/2014/main" id="{4315C92E-9E30-477C-865D-BF442B4B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47900"/>
            <a:ext cx="609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Was the correct process followed—and was the right approval obtained?</a:t>
            </a:r>
          </a:p>
        </p:txBody>
      </p:sp>
      <p:sp>
        <p:nvSpPr>
          <p:cNvPr id="10" name="assurance-divider-1">
            <a:extLst xmlns:a="http://schemas.openxmlformats.org/drawingml/2006/main">
              <a:ext uri="{FF2B5EF4-FFF2-40B4-BE49-F238E27FC236}">
                <a16:creationId xmlns:a16="http://schemas.microsoft.com/office/drawing/2014/main" id="{559D05D7-CB08-4AAB-922A-6E062ADE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4325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rance-number-2">
            <a:extLst xmlns:a="http://schemas.openxmlformats.org/drawingml/2006/main">
              <a:ext uri="{FF2B5EF4-FFF2-40B4-BE49-F238E27FC236}">
                <a16:creationId xmlns:a16="http://schemas.microsoft.com/office/drawing/2014/main" id="{116A6A74-45C6-4820-9C57-23C00D7E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02</a:t>
            </a:r>
          </a:p>
        </p:txBody>
      </p:sp>
      <p:sp>
        <p:nvSpPr>
          <p:cNvPr id="12" name="assurance-title-2">
            <a:extLst xmlns:a="http://schemas.openxmlformats.org/drawingml/2006/main">
              <a:ext uri="{FF2B5EF4-FFF2-40B4-BE49-F238E27FC236}">
                <a16:creationId xmlns:a16="http://schemas.microsoft.com/office/drawing/2014/main" id="{25ED98E1-72D5-4BAC-A405-00442D89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480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Personal assurance</a:t>
            </a:r>
          </a:p>
        </p:txBody>
      </p:sp>
      <p:sp>
        <p:nvSpPr>
          <p:cNvPr id="13" name="assurance-body-2">
            <a:extLst xmlns:a="http://schemas.openxmlformats.org/drawingml/2006/main">
              <a:ext uri="{FF2B5EF4-FFF2-40B4-BE49-F238E27FC236}">
                <a16:creationId xmlns:a16="http://schemas.microsoft.com/office/drawing/2014/main" id="{1E2D1402-C385-499C-A30D-2ADB1E15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48050"/>
            <a:ext cx="609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 personally authorized or signed—and at what identity assurance level?</a:t>
            </a:r>
          </a:p>
        </p:txBody>
      </p:sp>
      <p:sp>
        <p:nvSpPr>
          <p:cNvPr id="14" name="assurance-divider-2">
            <a:extLst xmlns:a="http://schemas.openxmlformats.org/drawingml/2006/main">
              <a:ext uri="{FF2B5EF4-FFF2-40B4-BE49-F238E27FC236}">
                <a16:creationId xmlns:a16="http://schemas.microsoft.com/office/drawing/2014/main" id="{B9417C47-5B7D-476C-8D88-64A29316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34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rance-number-3">
            <a:extLst xmlns:a="http://schemas.openxmlformats.org/drawingml/2006/main">
              <a:ext uri="{FF2B5EF4-FFF2-40B4-BE49-F238E27FC236}">
                <a16:creationId xmlns:a16="http://schemas.microsoft.com/office/drawing/2014/main" id="{7F335461-895B-4FEB-9071-1EABFE99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03</a:t>
            </a:r>
          </a:p>
        </p:txBody>
      </p:sp>
      <p:sp>
        <p:nvSpPr>
          <p:cNvPr id="16" name="assurance-title-3">
            <a:extLst xmlns:a="http://schemas.openxmlformats.org/drawingml/2006/main">
              <a:ext uri="{FF2B5EF4-FFF2-40B4-BE49-F238E27FC236}">
                <a16:creationId xmlns:a16="http://schemas.microsoft.com/office/drawing/2014/main" id="{356E1FE7-8DE2-475C-9A5A-AAE91574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482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Organizational assurance</a:t>
            </a:r>
          </a:p>
        </p:txBody>
      </p:sp>
      <p:sp>
        <p:nvSpPr>
          <p:cNvPr id="17" name="assurance-body-3">
            <a:extLst xmlns:a="http://schemas.openxmlformats.org/drawingml/2006/main">
              <a:ext uri="{FF2B5EF4-FFF2-40B4-BE49-F238E27FC236}">
                <a16:creationId xmlns:a16="http://schemas.microsoft.com/office/drawing/2014/main" id="{01388F40-43DE-4BC6-ACA9-10A04507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48200"/>
            <a:ext cx="609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Did this officially originate from the organization—and can integrity be verified?</a:t>
            </a:r>
          </a:p>
        </p:txBody>
      </p:sp>
      <p:sp>
        <p:nvSpPr>
          <p:cNvPr id="18" name="bottom-accent-line">
            <a:extLst xmlns:a="http://schemas.openxmlformats.org/drawingml/2006/main">
              <a:ext uri="{FF2B5EF4-FFF2-40B4-BE49-F238E27FC236}">
                <a16:creationId xmlns:a16="http://schemas.microsoft.com/office/drawing/2014/main" id="{76C2C43F-3C19-4340-B4C5-3FCC0A24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82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ttom-takeaway">
            <a:extLst xmlns:a="http://schemas.openxmlformats.org/drawingml/2006/main">
              <a:ext uri="{FF2B5EF4-FFF2-40B4-BE49-F238E27FC236}">
                <a16:creationId xmlns:a16="http://schemas.microsoft.com/office/drawing/2014/main" id="{87E631C4-38CD-40A1-A801-F7E104FD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right combination depends on the significance of the action.</a:t>
            </a:r>
          </a:p>
        </p:txBody>
      </p:sp>
    </p:spTree>
    <p:extLst>
      <p:ext uri="{BB962C8B-B14F-4D97-AF65-F5344CB8AC3E}">
        <p14:creationId xmlns:p14="http://schemas.microsoft.com/office/powerpoint/2010/main" val="19888384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c893f51134dc3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FD0E4D-CB3D-461B-8D6B-FDE228E7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5A4F86A2-158C-48B3-A94B-818B073E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97BC604C-F129-436A-99ED-0E78228B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working-mark">
            <a:extLst xmlns:a="http://schemas.openxmlformats.org/drawingml/2006/main">
              <a:ext uri="{FF2B5EF4-FFF2-40B4-BE49-F238E27FC236}">
                <a16:creationId xmlns:a16="http://schemas.microsoft.com/office/drawing/2014/main" id="{ADC0421C-29F7-4981-9E05-F0982CD9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BF5E90-29B4-471B-BB08-C967C534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Every execution should create verifiable institutional evidence</a:t>
            </a:r>
          </a:p>
        </p:txBody>
      </p:sp>
      <p:sp>
        <p:nvSpPr>
          <p:cNvPr id="7" name="evidence-spine">
            <a:extLst xmlns:a="http://schemas.openxmlformats.org/drawingml/2006/main">
              <a:ext uri="{FF2B5EF4-FFF2-40B4-BE49-F238E27FC236}">
                <a16:creationId xmlns:a16="http://schemas.microsoft.com/office/drawing/2014/main" id="{5E8DFF34-BDFF-4381-BDA9-22582575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47900"/>
            <a:ext cx="838200" cy="30670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spine-label">
            <a:extLst xmlns:a="http://schemas.openxmlformats.org/drawingml/2006/main">
              <a:ext uri="{FF2B5EF4-FFF2-40B4-BE49-F238E27FC236}">
                <a16:creationId xmlns:a16="http://schemas.microsoft.com/office/drawing/2014/main" id="{61534C30-AD0F-4EB0-A7D1-0ABA24E0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57550"/>
            <a:ext cx="647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TRUSTED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RECORD</a:t>
            </a:r>
          </a:p>
        </p:txBody>
      </p:sp>
      <p:sp>
        <p:nvSpPr>
          <p:cNvPr id="9" name="evidence-link-1">
            <a:extLst xmlns:a="http://schemas.openxmlformats.org/drawingml/2006/main">
              <a:ext uri="{FF2B5EF4-FFF2-40B4-BE49-F238E27FC236}">
                <a16:creationId xmlns:a16="http://schemas.microsoft.com/office/drawing/2014/main" id="{2F79BD3D-6519-4185-B186-27DEEDEA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148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item-1">
            <a:extLst xmlns:a="http://schemas.openxmlformats.org/drawingml/2006/main">
              <a:ext uri="{FF2B5EF4-FFF2-40B4-BE49-F238E27FC236}">
                <a16:creationId xmlns:a16="http://schemas.microsoft.com/office/drawing/2014/main" id="{EAC7FAC5-6D9F-4ED7-A952-12C787C1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Authoritative version</a:t>
            </a:r>
          </a:p>
        </p:txBody>
      </p:sp>
      <p:sp>
        <p:nvSpPr>
          <p:cNvPr id="11" name="evidence-link-2">
            <a:extLst xmlns:a="http://schemas.openxmlformats.org/drawingml/2006/main">
              <a:ext uri="{FF2B5EF4-FFF2-40B4-BE49-F238E27FC236}">
                <a16:creationId xmlns:a16="http://schemas.microsoft.com/office/drawing/2014/main" id="{73CE0832-F51F-47C5-B27D-8E7DCB02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05150"/>
            <a:ext cx="148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vidence-item-2">
            <a:extLst xmlns:a="http://schemas.openxmlformats.org/drawingml/2006/main">
              <a:ext uri="{FF2B5EF4-FFF2-40B4-BE49-F238E27FC236}">
                <a16:creationId xmlns:a16="http://schemas.microsoft.com/office/drawing/2014/main" id="{73625CBA-0FF7-4476-A7AA-95AD89A9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Identities</a:t>
            </a:r>
          </a:p>
        </p:txBody>
      </p:sp>
      <p:sp>
        <p:nvSpPr>
          <p:cNvPr id="13" name="evidence-link-3">
            <a:extLst xmlns:a="http://schemas.openxmlformats.org/drawingml/2006/main">
              <a:ext uri="{FF2B5EF4-FFF2-40B4-BE49-F238E27FC236}">
                <a16:creationId xmlns:a16="http://schemas.microsoft.com/office/drawing/2014/main" id="{E0B4765A-E23F-4486-ABD4-36B8B6F6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14750"/>
            <a:ext cx="148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vidence-item-3">
            <a:extLst xmlns:a="http://schemas.openxmlformats.org/drawingml/2006/main">
              <a:ext uri="{FF2B5EF4-FFF2-40B4-BE49-F238E27FC236}">
                <a16:creationId xmlns:a16="http://schemas.microsoft.com/office/drawing/2014/main" id="{9F5C5E57-A5A2-49B7-B8A4-1FBD79D2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Roles</a:t>
            </a:r>
          </a:p>
        </p:txBody>
      </p:sp>
      <p:sp>
        <p:nvSpPr>
          <p:cNvPr id="15" name="evidence-link-4">
            <a:extLst xmlns:a="http://schemas.openxmlformats.org/drawingml/2006/main">
              <a:ext uri="{FF2B5EF4-FFF2-40B4-BE49-F238E27FC236}">
                <a16:creationId xmlns:a16="http://schemas.microsoft.com/office/drawing/2014/main" id="{A8BB5FEE-538F-4568-9A93-7863150D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24350"/>
            <a:ext cx="148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vidence-item-4">
            <a:extLst xmlns:a="http://schemas.openxmlformats.org/drawingml/2006/main">
              <a:ext uri="{FF2B5EF4-FFF2-40B4-BE49-F238E27FC236}">
                <a16:creationId xmlns:a16="http://schemas.microsoft.com/office/drawing/2014/main" id="{9415F83C-B52D-4FF8-B6C5-A7D9A400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Approvals</a:t>
            </a:r>
          </a:p>
        </p:txBody>
      </p:sp>
      <p:sp>
        <p:nvSpPr>
          <p:cNvPr id="17" name="evidence-link-5">
            <a:extLst xmlns:a="http://schemas.openxmlformats.org/drawingml/2006/main">
              <a:ext uri="{FF2B5EF4-FFF2-40B4-BE49-F238E27FC236}">
                <a16:creationId xmlns:a16="http://schemas.microsoft.com/office/drawing/2014/main" id="{C7ABC76E-ED67-4709-80AD-789B7939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33950"/>
            <a:ext cx="148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vidence-item-5">
            <a:extLst xmlns:a="http://schemas.openxmlformats.org/drawingml/2006/main">
              <a:ext uri="{FF2B5EF4-FFF2-40B4-BE49-F238E27FC236}">
                <a16:creationId xmlns:a16="http://schemas.microsoft.com/office/drawing/2014/main" id="{242C56FA-FA7A-4C2E-96B9-B2188CAD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Signatures &amp; seals</a:t>
            </a:r>
          </a:p>
        </p:txBody>
      </p:sp>
      <p:sp>
        <p:nvSpPr>
          <p:cNvPr id="19" name="evidence-link-6">
            <a:extLst xmlns:a="http://schemas.openxmlformats.org/drawingml/2006/main">
              <a:ext uri="{FF2B5EF4-FFF2-40B4-BE49-F238E27FC236}">
                <a16:creationId xmlns:a16="http://schemas.microsoft.com/office/drawing/2014/main" id="{E8802F08-6CE5-487F-ADDE-B17E434E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955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vidence-item-6">
            <a:extLst xmlns:a="http://schemas.openxmlformats.org/drawingml/2006/main">
              <a:ext uri="{FF2B5EF4-FFF2-40B4-BE49-F238E27FC236}">
                <a16:creationId xmlns:a16="http://schemas.microsoft.com/office/drawing/2014/main" id="{1196A010-38F0-4022-80BC-04E0532C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24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Timestamps</a:t>
            </a:r>
          </a:p>
        </p:txBody>
      </p:sp>
      <p:sp>
        <p:nvSpPr>
          <p:cNvPr id="21" name="evidence-link-7">
            <a:extLst xmlns:a="http://schemas.openxmlformats.org/drawingml/2006/main">
              <a:ext uri="{FF2B5EF4-FFF2-40B4-BE49-F238E27FC236}">
                <a16:creationId xmlns:a16="http://schemas.microsoft.com/office/drawing/2014/main" id="{89214C60-957C-49C4-AC34-00DBA7C6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evidence-item-7">
            <a:extLst xmlns:a="http://schemas.openxmlformats.org/drawingml/2006/main">
              <a:ext uri="{FF2B5EF4-FFF2-40B4-BE49-F238E27FC236}">
                <a16:creationId xmlns:a16="http://schemas.microsoft.com/office/drawing/2014/main" id="{6E329BB5-DD99-4CDD-99F1-B10EAC3B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337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Audit events</a:t>
            </a:r>
          </a:p>
        </p:txBody>
      </p:sp>
      <p:sp>
        <p:nvSpPr>
          <p:cNvPr id="23" name="evidence-link-8">
            <a:extLst xmlns:a="http://schemas.openxmlformats.org/drawingml/2006/main">
              <a:ext uri="{FF2B5EF4-FFF2-40B4-BE49-F238E27FC236}">
                <a16:creationId xmlns:a16="http://schemas.microsoft.com/office/drawing/2014/main" id="{BEA785BD-2EEF-4573-B2DB-FF50706B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47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evidence-item-8">
            <a:extLst xmlns:a="http://schemas.openxmlformats.org/drawingml/2006/main">
              <a:ext uri="{FF2B5EF4-FFF2-40B4-BE49-F238E27FC236}">
                <a16:creationId xmlns:a16="http://schemas.microsoft.com/office/drawing/2014/main" id="{2F60FA75-1566-43FC-A31F-4118045C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433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Process history</a:t>
            </a:r>
          </a:p>
        </p:txBody>
      </p:sp>
      <p:sp>
        <p:nvSpPr>
          <p:cNvPr id="25" name="evidence-link-9">
            <a:extLst xmlns:a="http://schemas.openxmlformats.org/drawingml/2006/main">
              <a:ext uri="{FF2B5EF4-FFF2-40B4-BE49-F238E27FC236}">
                <a16:creationId xmlns:a16="http://schemas.microsoft.com/office/drawing/2014/main" id="{C21D84E1-D332-47C2-A333-840B7381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24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evidence-item-9">
            <a:extLst xmlns:a="http://schemas.openxmlformats.org/drawingml/2006/main">
              <a:ext uri="{FF2B5EF4-FFF2-40B4-BE49-F238E27FC236}">
                <a16:creationId xmlns:a16="http://schemas.microsoft.com/office/drawing/2014/main" id="{AD5EB53A-8558-4E48-BC4A-E0E5FFBE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529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Retention metadata</a:t>
            </a:r>
          </a:p>
        </p:txBody>
      </p:sp>
      <p:sp>
        <p:nvSpPr>
          <p:cNvPr id="27" name="evidence-link-10">
            <a:extLst xmlns:a="http://schemas.openxmlformats.org/drawingml/2006/main">
              <a:ext uri="{FF2B5EF4-FFF2-40B4-BE49-F238E27FC236}">
                <a16:creationId xmlns:a16="http://schemas.microsoft.com/office/drawing/2014/main" id="{6F231B2F-FCDD-486D-BA22-C54A0940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339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evidence-item-10">
            <a:extLst xmlns:a="http://schemas.openxmlformats.org/drawingml/2006/main">
              <a:ext uri="{FF2B5EF4-FFF2-40B4-BE49-F238E27FC236}">
                <a16:creationId xmlns:a16="http://schemas.microsoft.com/office/drawing/2014/main" id="{5577DAD2-7385-4EFA-8517-FD6B2E1F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62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Supporting evidence</a:t>
            </a:r>
          </a:p>
        </p:txBody>
      </p:sp>
      <p:sp>
        <p:nvSpPr>
          <p:cNvPr id="29" name="bottom-accent-line">
            <a:extLst xmlns:a="http://schemas.openxmlformats.org/drawingml/2006/main">
              <a:ext uri="{FF2B5EF4-FFF2-40B4-BE49-F238E27FC236}">
                <a16:creationId xmlns:a16="http://schemas.microsoft.com/office/drawing/2014/main" id="{49ABB4C0-C90A-47DA-866C-B34E4176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82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ttom-takeaway">
            <a:extLst xmlns:a="http://schemas.openxmlformats.org/drawingml/2006/main">
              <a:ext uri="{FF2B5EF4-FFF2-40B4-BE49-F238E27FC236}">
                <a16:creationId xmlns:a16="http://schemas.microsoft.com/office/drawing/2014/main" id="{487FEDDC-0271-4689-A00C-19767B4B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result is not simply a completed transaction. It is durable institutional evidence.</a:t>
            </a:r>
          </a:p>
        </p:txBody>
      </p:sp>
    </p:spTree>
    <p:extLst>
      <p:ext uri="{BB962C8B-B14F-4D97-AF65-F5344CB8AC3E}">
        <p14:creationId xmlns:p14="http://schemas.microsoft.com/office/powerpoint/2010/main" val="2006366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ba0bb8b88408f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27AD8E1-5424-4BF4-9B8E-6F452CC7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2C0A6466-C29E-410C-8407-DB69A54D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1C5F7AE1-CFC2-4C79-ACEA-FA73B1A4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working-mark">
            <a:extLst xmlns:a="http://schemas.openxmlformats.org/drawingml/2006/main">
              <a:ext uri="{FF2B5EF4-FFF2-40B4-BE49-F238E27FC236}">
                <a16:creationId xmlns:a16="http://schemas.microsoft.com/office/drawing/2014/main" id="{E7FFF793-BFBF-4050-AC20-68231EB4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77EC18-0431-4646-8D33-A2E21677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Evidence becomes institutional memory</a:t>
            </a:r>
          </a:p>
        </p:txBody>
      </p:sp>
      <p:sp>
        <p:nvSpPr>
          <p:cNvPr id="7" name="memory-layer-1">
            <a:extLst xmlns:a="http://schemas.openxmlformats.org/drawingml/2006/main">
              <a:ext uri="{FF2B5EF4-FFF2-40B4-BE49-F238E27FC236}">
                <a16:creationId xmlns:a16="http://schemas.microsoft.com/office/drawing/2014/main" id="{14BC44CB-AE52-4886-AC39-0665CAD6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7810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8" name="memory-title-1">
            <a:extLst xmlns:a="http://schemas.openxmlformats.org/drawingml/2006/main">
              <a:ext uri="{FF2B5EF4-FFF2-40B4-BE49-F238E27FC236}">
                <a16:creationId xmlns:a16="http://schemas.microsoft.com/office/drawing/2014/main" id="{42F1651B-94CC-47D4-9BCF-87294187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Trusted records</a:t>
            </a:r>
          </a:p>
        </p:txBody>
      </p:sp>
      <p:sp>
        <p:nvSpPr>
          <p:cNvPr id="9" name="memory-detail-1">
            <a:extLst xmlns:a="http://schemas.openxmlformats.org/drawingml/2006/main">
              <a:ext uri="{FF2B5EF4-FFF2-40B4-BE49-F238E27FC236}">
                <a16:creationId xmlns:a16="http://schemas.microsoft.com/office/drawing/2014/main" id="{3D4F37A1-6652-4296-B6B4-147B427C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Preserve provenance, permissions, and context</a:t>
            </a:r>
          </a:p>
        </p:txBody>
      </p:sp>
      <p:sp>
        <p:nvSpPr>
          <p:cNvPr id="10" name="memory-layer-2">
            <a:extLst xmlns:a="http://schemas.openxmlformats.org/drawingml/2006/main">
              <a:ext uri="{FF2B5EF4-FFF2-40B4-BE49-F238E27FC236}">
                <a16:creationId xmlns:a16="http://schemas.microsoft.com/office/drawing/2014/main" id="{2EA80666-BECA-47B7-8D4E-6DAE2F26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8648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620A8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1" name="memory-title-2">
            <a:extLst xmlns:a="http://schemas.openxmlformats.org/drawingml/2006/main">
              <a:ext uri="{FF2B5EF4-FFF2-40B4-BE49-F238E27FC236}">
                <a16:creationId xmlns:a16="http://schemas.microsoft.com/office/drawing/2014/main" id="{FBE32710-F687-46FA-81C3-DA36BEA5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Searchable evidence</a:t>
            </a:r>
          </a:p>
        </p:txBody>
      </p:sp>
      <p:sp>
        <p:nvSpPr>
          <p:cNvPr id="12" name="memory-detail-2">
            <a:extLst xmlns:a="http://schemas.openxmlformats.org/drawingml/2006/main">
              <a:ext uri="{FF2B5EF4-FFF2-40B4-BE49-F238E27FC236}">
                <a16:creationId xmlns:a16="http://schemas.microsoft.com/office/drawing/2014/main" id="{B08EFBBE-3523-4234-ADCF-E206D708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57550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Retrieve what happened and why</a:t>
            </a:r>
          </a:p>
        </p:txBody>
      </p:sp>
      <p:sp>
        <p:nvSpPr>
          <p:cNvPr id="13" name="memory-layer-3">
            <a:extLst xmlns:a="http://schemas.openxmlformats.org/drawingml/2006/main">
              <a:ext uri="{FF2B5EF4-FFF2-40B4-BE49-F238E27FC236}">
                <a16:creationId xmlns:a16="http://schemas.microsoft.com/office/drawing/2014/main" id="{43C86E4C-B863-460A-93A2-BDE47B06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9486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729BE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4" name="memory-title-3">
            <a:extLst xmlns:a="http://schemas.openxmlformats.org/drawingml/2006/main">
              <a:ext uri="{FF2B5EF4-FFF2-40B4-BE49-F238E27FC236}">
                <a16:creationId xmlns:a16="http://schemas.microsoft.com/office/drawing/2014/main" id="{C0E072B2-6E9E-47DE-A96C-63CAD7F1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Connected decisions</a:t>
            </a:r>
          </a:p>
        </p:txBody>
      </p:sp>
      <p:sp>
        <p:nvSpPr>
          <p:cNvPr id="15" name="memory-detail-3">
            <a:extLst xmlns:a="http://schemas.openxmlformats.org/drawingml/2006/main">
              <a:ext uri="{FF2B5EF4-FFF2-40B4-BE49-F238E27FC236}">
                <a16:creationId xmlns:a16="http://schemas.microsoft.com/office/drawing/2014/main" id="{AC767C92-6AED-4EA7-A91B-56B6BC88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14800"/>
            <a:ext cx="615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Understand obligations and precedent</a:t>
            </a:r>
          </a:p>
        </p:txBody>
      </p:sp>
      <p:sp>
        <p:nvSpPr>
          <p:cNvPr id="16" name="memory-layer-4">
            <a:extLst xmlns:a="http://schemas.openxmlformats.org/drawingml/2006/main">
              <a:ext uri="{FF2B5EF4-FFF2-40B4-BE49-F238E27FC236}">
                <a16:creationId xmlns:a16="http://schemas.microsoft.com/office/drawing/2014/main" id="{5C684420-5601-42A3-8A86-5293BAFF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103251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7" name="memory-title-4">
            <a:extLst xmlns:a="http://schemas.openxmlformats.org/drawingml/2006/main">
              <a:ext uri="{FF2B5EF4-FFF2-40B4-BE49-F238E27FC236}">
                <a16:creationId xmlns:a16="http://schemas.microsoft.com/office/drawing/2014/main" id="{8787F3CF-2D40-49C8-B1B0-20C8934A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Institutional knowledge</a:t>
            </a:r>
          </a:p>
        </p:txBody>
      </p:sp>
      <p:sp>
        <p:nvSpPr>
          <p:cNvPr id="18" name="memory-detail-4">
            <a:extLst xmlns:a="http://schemas.openxmlformats.org/drawingml/2006/main">
              <a:ext uri="{FF2B5EF4-FFF2-40B4-BE49-F238E27FC236}">
                <a16:creationId xmlns:a16="http://schemas.microsoft.com/office/drawing/2014/main" id="{DE66B19B-E79A-4A96-A117-5E5E99F6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72050"/>
            <a:ext cx="699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Retain a trusted history of action</a:t>
            </a:r>
          </a:p>
        </p:txBody>
      </p:sp>
      <p:sp>
        <p:nvSpPr>
          <p:cNvPr id="19" name="bottom-accent-line">
            <a:extLst xmlns:a="http://schemas.openxmlformats.org/drawingml/2006/main">
              <a:ext uri="{FF2B5EF4-FFF2-40B4-BE49-F238E27FC236}">
                <a16:creationId xmlns:a16="http://schemas.microsoft.com/office/drawing/2014/main" id="{42CB73B5-3DE2-4AA9-8E43-8A91C5F4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82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ttom-takeaway">
            <a:extLst xmlns:a="http://schemas.openxmlformats.org/drawingml/2006/main">
              <a:ext uri="{FF2B5EF4-FFF2-40B4-BE49-F238E27FC236}">
                <a16:creationId xmlns:a16="http://schemas.microsoft.com/office/drawing/2014/main" id="{9AB42E80-9D49-43BB-B2F6-BF9D5A19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archive becomes a trusted knowledge foundation—not merely a destination after signing.</a:t>
            </a:r>
          </a:p>
        </p:txBody>
      </p:sp>
    </p:spTree>
    <p:extLst>
      <p:ext uri="{BB962C8B-B14F-4D97-AF65-F5344CB8AC3E}">
        <p14:creationId xmlns:p14="http://schemas.microsoft.com/office/powerpoint/2010/main" val="14616973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4784e486b4d28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82030AD-41FA-4D29-8AD8-DC10D46E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EDD0A864-83C3-4CFF-85D6-0C6EDA7C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94E5D612-ACF5-4457-AFA8-591E8EE3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working-mark">
            <a:extLst xmlns:a="http://schemas.openxmlformats.org/drawingml/2006/main">
              <a:ext uri="{FF2B5EF4-FFF2-40B4-BE49-F238E27FC236}">
                <a16:creationId xmlns:a16="http://schemas.microsoft.com/office/drawing/2014/main" id="{9C99585F-E455-44A4-9304-FA1DA44A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5D1F17-D96E-4E69-A506-8A2E999D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Trusted context gives AI a governed path from knowing to acting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daf95c5dd434c"/>
          <a:srcRect xmlns:a="http://schemas.openxmlformats.org/drawingml/2006/main" l="6195" t="0" r="61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1700" y="2019300"/>
            <a:ext cx="5753100" cy="3695700"/>
          </a:xfrm>
          <a:prstGeom xmlns:a="http://schemas.openxmlformats.org/drawingml/2006/main" prst="rect">
            <a:avLst/>
          </a:prstGeom>
        </p:spPr>
      </p:pic>
      <p:sp>
        <p:nvSpPr>
          <p:cNvPr id="8" name="ai-stage-1">
            <a:extLst xmlns:a="http://schemas.openxmlformats.org/drawingml/2006/main">
              <a:ext uri="{FF2B5EF4-FFF2-40B4-BE49-F238E27FC236}">
                <a16:creationId xmlns:a16="http://schemas.microsoft.com/office/drawing/2014/main" id="{3A5F99E7-5B91-49C8-BB5C-4FAA2F50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KNOW</a:t>
            </a:r>
          </a:p>
        </p:txBody>
      </p:sp>
      <p:sp>
        <p:nvSpPr>
          <p:cNvPr id="9" name="ai-detail-1">
            <a:extLst xmlns:a="http://schemas.openxmlformats.org/drawingml/2006/main">
              <a:ext uri="{FF2B5EF4-FFF2-40B4-BE49-F238E27FC236}">
                <a16:creationId xmlns:a16="http://schemas.microsoft.com/office/drawing/2014/main" id="{364A2C34-B4A5-4A2A-A44D-EEDCC372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288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Extract · Classify · Summarize · Retrieve</a:t>
            </a:r>
          </a:p>
        </p:txBody>
      </p:sp>
      <p:sp>
        <p:nvSpPr>
          <p:cNvPr id="10" name="ai-stage-2">
            <a:extLst xmlns:a="http://schemas.openxmlformats.org/drawingml/2006/main">
              <a:ext uri="{FF2B5EF4-FFF2-40B4-BE49-F238E27FC236}">
                <a16:creationId xmlns:a16="http://schemas.microsoft.com/office/drawing/2014/main" id="{BDCB9370-324D-4640-B73D-F4D59B72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ADVISE</a:t>
            </a:r>
          </a:p>
        </p:txBody>
      </p:sp>
      <p:sp>
        <p:nvSpPr>
          <p:cNvPr id="11" name="ai-detail-2">
            <a:extLst xmlns:a="http://schemas.openxmlformats.org/drawingml/2006/main">
              <a:ext uri="{FF2B5EF4-FFF2-40B4-BE49-F238E27FC236}">
                <a16:creationId xmlns:a16="http://schemas.microsoft.com/office/drawing/2014/main" id="{F3C4884D-9A3F-4D2D-BF9E-765C4C9F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528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Identify obligations · Risks · Anomalies</a:t>
            </a:r>
          </a:p>
        </p:txBody>
      </p:sp>
      <p:sp>
        <p:nvSpPr>
          <p:cNvPr id="12" name="ai-stage-3">
            <a:extLst xmlns:a="http://schemas.openxmlformats.org/drawingml/2006/main">
              <a:ext uri="{FF2B5EF4-FFF2-40B4-BE49-F238E27FC236}">
                <a16:creationId xmlns:a16="http://schemas.microsoft.com/office/drawing/2014/main" id="{09646482-66FC-45F0-8D52-3F05CBC4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ACT</a:t>
            </a:r>
          </a:p>
        </p:txBody>
      </p:sp>
      <p:sp>
        <p:nvSpPr>
          <p:cNvPr id="13" name="ai-detail-3">
            <a:extLst xmlns:a="http://schemas.openxmlformats.org/drawingml/2006/main">
              <a:ext uri="{FF2B5EF4-FFF2-40B4-BE49-F238E27FC236}">
                <a16:creationId xmlns:a16="http://schemas.microsoft.com/office/drawing/2014/main" id="{1527D679-7A2D-4B23-ADD1-7D3F5AF8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767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Initiate workflows · Request approvals · Invoke permitted actions</a:t>
            </a:r>
          </a:p>
        </p:txBody>
      </p:sp>
      <p:sp>
        <p:nvSpPr>
          <p:cNvPr id="14" name="bottom-accent-line">
            <a:extLst xmlns:a="http://schemas.openxmlformats.org/drawingml/2006/main">
              <a:ext uri="{FF2B5EF4-FFF2-40B4-BE49-F238E27FC236}">
                <a16:creationId xmlns:a16="http://schemas.microsoft.com/office/drawing/2014/main" id="{87729F10-CDD1-40E4-BE52-E313616F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82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ttom-takeaway">
            <a:extLst xmlns:a="http://schemas.openxmlformats.org/drawingml/2006/main">
              <a:ext uri="{FF2B5EF4-FFF2-40B4-BE49-F238E27FC236}">
                <a16:creationId xmlns:a16="http://schemas.microsoft.com/office/drawing/2014/main" id="{8C468006-B289-4648-BDB3-8C1E26CC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records → Trusted context → Trusted intelligence → Governed action</a:t>
            </a:r>
          </a:p>
        </p:txBody>
      </p:sp>
    </p:spTree>
    <p:extLst>
      <p:ext uri="{BB962C8B-B14F-4D97-AF65-F5344CB8AC3E}">
        <p14:creationId xmlns:p14="http://schemas.microsoft.com/office/powerpoint/2010/main" val="10482492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0b8ac0912450f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26981D-D6D4-4F06-AFC7-205018A7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48BFF3C2-89A6-4BE0-A0BB-F89333A5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84825286-ABDC-4879-B9E6-BFDB70D5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working-mark">
            <a:extLst xmlns:a="http://schemas.openxmlformats.org/drawingml/2006/main">
              <a:ext uri="{FF2B5EF4-FFF2-40B4-BE49-F238E27FC236}">
                <a16:creationId xmlns:a16="http://schemas.microsoft.com/office/drawing/2014/main" id="{2F4807D0-0E18-4339-B7F9-AA404E65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291CD7-7A99-4D5A-9ACF-28D45DDA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Agentic action must cross an explicit authority boundary</a:t>
            </a:r>
          </a:p>
        </p:txBody>
      </p:sp>
      <p:sp>
        <p:nvSpPr>
          <p:cNvPr id="7" name="agent-boundary-line">
            <a:extLst xmlns:a="http://schemas.openxmlformats.org/drawingml/2006/main">
              <a:ext uri="{FF2B5EF4-FFF2-40B4-BE49-F238E27FC236}">
                <a16:creationId xmlns:a16="http://schemas.microsoft.com/office/drawing/2014/main" id="{711BFD16-8450-4F61-A7BF-98D903B5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undary-node-1">
            <a:extLst xmlns:a="http://schemas.openxmlformats.org/drawingml/2006/main">
              <a:ext uri="{FF2B5EF4-FFF2-40B4-BE49-F238E27FC236}">
                <a16:creationId xmlns:a16="http://schemas.microsoft.com/office/drawing/2014/main" id="{0D3777F7-9E60-4003-8611-6A6A6599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93" y="32004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undary-number-1">
            <a:extLst xmlns:a="http://schemas.openxmlformats.org/drawingml/2006/main">
              <a:ext uri="{FF2B5EF4-FFF2-40B4-BE49-F238E27FC236}">
                <a16:creationId xmlns:a16="http://schemas.microsoft.com/office/drawing/2014/main" id="{3353966D-7F88-4F29-953F-FB086D2A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43" y="33147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</a:t>
            </a:r>
          </a:p>
        </p:txBody>
      </p:sp>
      <p:sp>
        <p:nvSpPr>
          <p:cNvPr id="10" name="boundary-label-1">
            <a:extLst xmlns:a="http://schemas.openxmlformats.org/drawingml/2006/main">
              <a:ext uri="{FF2B5EF4-FFF2-40B4-BE49-F238E27FC236}">
                <a16:creationId xmlns:a16="http://schemas.microsoft.com/office/drawing/2014/main" id="{960FD27A-2A9A-43D7-A64B-D10BB768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981450"/>
            <a:ext cx="159203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11" name="boundary-node-2">
            <a:extLst xmlns:a="http://schemas.openxmlformats.org/drawingml/2006/main">
              <a:ext uri="{FF2B5EF4-FFF2-40B4-BE49-F238E27FC236}">
                <a16:creationId xmlns:a16="http://schemas.microsoft.com/office/drawing/2014/main" id="{7069B5A1-5049-40E5-96DC-13F70A53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129" y="32004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undary-number-2">
            <a:extLst xmlns:a="http://schemas.openxmlformats.org/drawingml/2006/main">
              <a:ext uri="{FF2B5EF4-FFF2-40B4-BE49-F238E27FC236}">
                <a16:creationId xmlns:a16="http://schemas.microsoft.com/office/drawing/2014/main" id="{E9900DFA-9A99-4A11-A6B6-368E4B3A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279" y="33147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</a:t>
            </a:r>
          </a:p>
        </p:txBody>
      </p:sp>
      <p:sp>
        <p:nvSpPr>
          <p:cNvPr id="13" name="boundary-label-2">
            <a:extLst xmlns:a="http://schemas.openxmlformats.org/drawingml/2006/main">
              <a:ext uri="{FF2B5EF4-FFF2-40B4-BE49-F238E27FC236}">
                <a16:creationId xmlns:a16="http://schemas.microsoft.com/office/drawing/2014/main" id="{C9915296-C35C-4B86-A469-8000F0BF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711" y="3981450"/>
            <a:ext cx="159203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Delegated authority</a:t>
            </a:r>
          </a:p>
        </p:txBody>
      </p:sp>
      <p:sp>
        <p:nvSpPr>
          <p:cNvPr id="14" name="boundary-node-3">
            <a:extLst xmlns:a="http://schemas.openxmlformats.org/drawingml/2006/main">
              <a:ext uri="{FF2B5EF4-FFF2-40B4-BE49-F238E27FC236}">
                <a16:creationId xmlns:a16="http://schemas.microsoft.com/office/drawing/2014/main" id="{D5575B68-AF81-4BD0-94CE-E6038D50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264" y="32004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undary-number-3">
            <a:extLst xmlns:a="http://schemas.openxmlformats.org/drawingml/2006/main">
              <a:ext uri="{FF2B5EF4-FFF2-40B4-BE49-F238E27FC236}">
                <a16:creationId xmlns:a16="http://schemas.microsoft.com/office/drawing/2014/main" id="{1AEC6AFB-3C7E-48CC-81FC-1FA7073B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414" y="33147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3</a:t>
            </a:r>
          </a:p>
        </p:txBody>
      </p:sp>
      <p:sp>
        <p:nvSpPr>
          <p:cNvPr id="16" name="boundary-label-3">
            <a:extLst xmlns:a="http://schemas.openxmlformats.org/drawingml/2006/main">
              <a:ext uri="{FF2B5EF4-FFF2-40B4-BE49-F238E27FC236}">
                <a16:creationId xmlns:a16="http://schemas.microsoft.com/office/drawing/2014/main" id="{7A8F3ABF-B365-42B4-9482-06AC2CDD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846" y="3981450"/>
            <a:ext cx="159203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Policy</a:t>
            </a:r>
          </a:p>
        </p:txBody>
      </p:sp>
      <p:sp>
        <p:nvSpPr>
          <p:cNvPr id="17" name="boundary-node-4">
            <a:extLst xmlns:a="http://schemas.openxmlformats.org/drawingml/2006/main">
              <a:ext uri="{FF2B5EF4-FFF2-40B4-BE49-F238E27FC236}">
                <a16:creationId xmlns:a16="http://schemas.microsoft.com/office/drawing/2014/main" id="{8328C948-8032-4DB5-9429-E831D94F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004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undary-number-4">
            <a:extLst xmlns:a="http://schemas.openxmlformats.org/drawingml/2006/main">
              <a:ext uri="{FF2B5EF4-FFF2-40B4-BE49-F238E27FC236}">
                <a16:creationId xmlns:a16="http://schemas.microsoft.com/office/drawing/2014/main" id="{04B46457-D350-47B5-B501-12E57923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147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4</a:t>
            </a:r>
          </a:p>
        </p:txBody>
      </p:sp>
      <p:sp>
        <p:nvSpPr>
          <p:cNvPr id="19" name="boundary-label-4">
            <a:extLst xmlns:a="http://schemas.openxmlformats.org/drawingml/2006/main">
              <a:ext uri="{FF2B5EF4-FFF2-40B4-BE49-F238E27FC236}">
                <a16:creationId xmlns:a16="http://schemas.microsoft.com/office/drawing/2014/main" id="{3B703B87-7928-4BC8-9643-E1C8CD0A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982" y="3981450"/>
            <a:ext cx="159203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Approval</a:t>
            </a:r>
          </a:p>
        </p:txBody>
      </p:sp>
      <p:sp>
        <p:nvSpPr>
          <p:cNvPr id="20" name="boundary-node-5">
            <a:extLst xmlns:a="http://schemas.openxmlformats.org/drawingml/2006/main">
              <a:ext uri="{FF2B5EF4-FFF2-40B4-BE49-F238E27FC236}">
                <a16:creationId xmlns:a16="http://schemas.microsoft.com/office/drawing/2014/main" id="{ABA73966-0365-401B-949D-A5CD6F8A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536" y="32004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undary-number-5">
            <a:extLst xmlns:a="http://schemas.openxmlformats.org/drawingml/2006/main">
              <a:ext uri="{FF2B5EF4-FFF2-40B4-BE49-F238E27FC236}">
                <a16:creationId xmlns:a16="http://schemas.microsoft.com/office/drawing/2014/main" id="{A1103508-B8D4-4373-B2CE-22B77FC1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4686" y="33147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5</a:t>
            </a:r>
          </a:p>
        </p:txBody>
      </p:sp>
      <p:sp>
        <p:nvSpPr>
          <p:cNvPr id="22" name="boundary-label-5">
            <a:extLst xmlns:a="http://schemas.openxmlformats.org/drawingml/2006/main">
              <a:ext uri="{FF2B5EF4-FFF2-40B4-BE49-F238E27FC236}">
                <a16:creationId xmlns:a16="http://schemas.microsoft.com/office/drawing/2014/main" id="{3928F63B-9631-4A41-B682-981854E0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0118" y="3981450"/>
            <a:ext cx="159203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Execution</a:t>
            </a:r>
          </a:p>
        </p:txBody>
      </p:sp>
      <p:sp>
        <p:nvSpPr>
          <p:cNvPr id="23" name="boundary-node-6">
            <a:extLst xmlns:a="http://schemas.openxmlformats.org/drawingml/2006/main">
              <a:ext uri="{FF2B5EF4-FFF2-40B4-BE49-F238E27FC236}">
                <a16:creationId xmlns:a16="http://schemas.microsoft.com/office/drawing/2014/main" id="{89A3C3A5-CB36-426F-A8A4-3574507C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671" y="32004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undary-number-6">
            <a:extLst xmlns:a="http://schemas.openxmlformats.org/drawingml/2006/main">
              <a:ext uri="{FF2B5EF4-FFF2-40B4-BE49-F238E27FC236}">
                <a16:creationId xmlns:a16="http://schemas.microsoft.com/office/drawing/2014/main" id="{D6CFA2DA-DD80-421C-81A2-873FD18B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4821" y="33147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6</a:t>
            </a:r>
          </a:p>
        </p:txBody>
      </p:sp>
      <p:sp>
        <p:nvSpPr>
          <p:cNvPr id="25" name="boundary-label-6">
            <a:extLst xmlns:a="http://schemas.openxmlformats.org/drawingml/2006/main">
              <a:ext uri="{FF2B5EF4-FFF2-40B4-BE49-F238E27FC236}">
                <a16:creationId xmlns:a16="http://schemas.microsoft.com/office/drawing/2014/main" id="{83F279E1-A6EC-4712-8826-92C966B5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0254" y="3981450"/>
            <a:ext cx="159203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6" name="boundary-node-7">
            <a:extLst xmlns:a="http://schemas.openxmlformats.org/drawingml/2006/main">
              <a:ext uri="{FF2B5EF4-FFF2-40B4-BE49-F238E27FC236}">
                <a16:creationId xmlns:a16="http://schemas.microsoft.com/office/drawing/2014/main" id="{D8F3E2CD-E879-4420-8A81-13B76635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7807" y="32004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undary-number-7">
            <a:extLst xmlns:a="http://schemas.openxmlformats.org/drawingml/2006/main">
              <a:ext uri="{FF2B5EF4-FFF2-40B4-BE49-F238E27FC236}">
                <a16:creationId xmlns:a16="http://schemas.microsoft.com/office/drawing/2014/main" id="{AC0BFE05-87D8-43F4-A94B-81FD1C0E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957" y="33147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7</a:t>
            </a:r>
          </a:p>
        </p:txBody>
      </p:sp>
      <p:sp>
        <p:nvSpPr>
          <p:cNvPr id="28" name="boundary-label-7">
            <a:extLst xmlns:a="http://schemas.openxmlformats.org/drawingml/2006/main">
              <a:ext uri="{FF2B5EF4-FFF2-40B4-BE49-F238E27FC236}">
                <a16:creationId xmlns:a16="http://schemas.microsoft.com/office/drawing/2014/main" id="{036B2ED3-5AA8-4094-A847-80D28480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389" y="3981450"/>
            <a:ext cx="159203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Audit</a:t>
            </a:r>
          </a:p>
        </p:txBody>
      </p:sp>
      <p:sp>
        <p:nvSpPr>
          <p:cNvPr id="29" name="critical-boundary">
            <a:extLst xmlns:a="http://schemas.openxmlformats.org/drawingml/2006/main">
              <a:ext uri="{FF2B5EF4-FFF2-40B4-BE49-F238E27FC236}">
                <a16:creationId xmlns:a16="http://schemas.microsoft.com/office/drawing/2014/main" id="{E608B251-59FA-44C7-A4C8-7ED8B396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75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E6DEFF"/>
                </a:solidFill>
                <a:latin typeface="Mulish"/>
                <a:ea typeface="Mulish"/>
                <a:cs typeface="Mulish"/>
              </a:rPr>
              <a:t>Circularo governs what the agent is permitted to do, what actually executes, and what evidence is retained afterwards.</a:t>
            </a:r>
          </a:p>
        </p:txBody>
      </p:sp>
    </p:spTree>
    <p:extLst>
      <p:ext uri="{BB962C8B-B14F-4D97-AF65-F5344CB8AC3E}">
        <p14:creationId xmlns:p14="http://schemas.microsoft.com/office/powerpoint/2010/main" val="13677978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8200e473b491f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BB8DBB-5F5E-448A-A9D6-4C79AE55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8F99E8D8-687E-4978-B47B-70BA2667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FDE5597B-E51F-43A6-A39A-43AD6B57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working-mark">
            <a:extLst xmlns:a="http://schemas.openxmlformats.org/drawingml/2006/main">
              <a:ext uri="{FF2B5EF4-FFF2-40B4-BE49-F238E27FC236}">
                <a16:creationId xmlns:a16="http://schemas.microsoft.com/office/drawing/2014/main" id="{A5173AA4-506F-40DE-A3D9-3AEA1974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C820A2-F4AF-49EC-8F92-7B929BBF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Humans, applications, and agents share the same trust framework</a:t>
            </a:r>
          </a:p>
        </p:txBody>
      </p:sp>
      <p:sp>
        <p:nvSpPr>
          <p:cNvPr id="7" name="actor-label-1">
            <a:extLst xmlns:a="http://schemas.openxmlformats.org/drawingml/2006/main">
              <a:ext uri="{FF2B5EF4-FFF2-40B4-BE49-F238E27FC236}">
                <a16:creationId xmlns:a16="http://schemas.microsoft.com/office/drawing/2014/main" id="{0D1102E5-AA33-447B-9B55-142C351C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People</a:t>
            </a:r>
          </a:p>
        </p:txBody>
      </p:sp>
      <p:sp>
        <p:nvSpPr>
          <p:cNvPr id="8" name="actor-path-1">
            <a:extLst xmlns:a="http://schemas.openxmlformats.org/drawingml/2006/main">
              <a:ext uri="{FF2B5EF4-FFF2-40B4-BE49-F238E27FC236}">
                <a16:creationId xmlns:a16="http://schemas.microsoft.com/office/drawing/2014/main" id="{636F76D1-C622-4F72-8406-BA99770C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00990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ctor-label-2">
            <a:extLst xmlns:a="http://schemas.openxmlformats.org/drawingml/2006/main">
              <a:ext uri="{FF2B5EF4-FFF2-40B4-BE49-F238E27FC236}">
                <a16:creationId xmlns:a16="http://schemas.microsoft.com/office/drawing/2014/main" id="{6936D75E-1CF0-4C44-9C90-D729C54F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4315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External parties</a:t>
            </a:r>
          </a:p>
        </p:txBody>
      </p:sp>
      <p:sp>
        <p:nvSpPr>
          <p:cNvPr id="10" name="actor-path-2">
            <a:extLst xmlns:a="http://schemas.openxmlformats.org/drawingml/2006/main">
              <a:ext uri="{FF2B5EF4-FFF2-40B4-BE49-F238E27FC236}">
                <a16:creationId xmlns:a16="http://schemas.microsoft.com/office/drawing/2014/main" id="{ABEC32F5-DD29-46C5-8D12-3589FC87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00990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ctor-label-3">
            <a:extLst xmlns:a="http://schemas.openxmlformats.org/drawingml/2006/main">
              <a:ext uri="{FF2B5EF4-FFF2-40B4-BE49-F238E27FC236}">
                <a16:creationId xmlns:a16="http://schemas.microsoft.com/office/drawing/2014/main" id="{1AC2D23C-756C-4E24-AE2F-97EE8408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4315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Organizations</a:t>
            </a:r>
          </a:p>
        </p:txBody>
      </p:sp>
      <p:sp>
        <p:nvSpPr>
          <p:cNvPr id="12" name="actor-path-3">
            <a:extLst xmlns:a="http://schemas.openxmlformats.org/drawingml/2006/main">
              <a:ext uri="{FF2B5EF4-FFF2-40B4-BE49-F238E27FC236}">
                <a16:creationId xmlns:a16="http://schemas.microsoft.com/office/drawing/2014/main" id="{EBF6C669-9777-4699-9CC5-B54C2070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990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ctor-label-4">
            <a:extLst xmlns:a="http://schemas.openxmlformats.org/drawingml/2006/main">
              <a:ext uri="{FF2B5EF4-FFF2-40B4-BE49-F238E27FC236}">
                <a16:creationId xmlns:a16="http://schemas.microsoft.com/office/drawing/2014/main" id="{02699BB5-4694-4AB3-B296-2F55655C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Applications</a:t>
            </a:r>
          </a:p>
        </p:txBody>
      </p:sp>
      <p:sp>
        <p:nvSpPr>
          <p:cNvPr id="14" name="actor-path-4">
            <a:extLst xmlns:a="http://schemas.openxmlformats.org/drawingml/2006/main">
              <a:ext uri="{FF2B5EF4-FFF2-40B4-BE49-F238E27FC236}">
                <a16:creationId xmlns:a16="http://schemas.microsoft.com/office/drawing/2014/main" id="{C19CDA7E-FBAA-417F-BA50-AA66A207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00990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ctor-label-5">
            <a:extLst xmlns:a="http://schemas.openxmlformats.org/drawingml/2006/main">
              <a:ext uri="{FF2B5EF4-FFF2-40B4-BE49-F238E27FC236}">
                <a16:creationId xmlns:a16="http://schemas.microsoft.com/office/drawing/2014/main" id="{76DF3EFA-648C-4BF1-8B3A-BFD040E3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4315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 agents</a:t>
            </a:r>
          </a:p>
        </p:txBody>
      </p:sp>
      <p:sp>
        <p:nvSpPr>
          <p:cNvPr id="16" name="actor-path-5">
            <a:extLst xmlns:a="http://schemas.openxmlformats.org/drawingml/2006/main">
              <a:ext uri="{FF2B5EF4-FFF2-40B4-BE49-F238E27FC236}">
                <a16:creationId xmlns:a16="http://schemas.microsoft.com/office/drawing/2014/main" id="{749FE7BB-00C5-49C9-B996-53D28F32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00990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ared-boundary">
            <a:extLst xmlns:a="http://schemas.openxmlformats.org/drawingml/2006/main">
              <a:ext uri="{FF2B5EF4-FFF2-40B4-BE49-F238E27FC236}">
                <a16:creationId xmlns:a16="http://schemas.microsoft.com/office/drawing/2014/main" id="{5B083DDA-AF62-4911-BB40-4607D566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10058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hared-boundary-title">
            <a:extLst xmlns:a="http://schemas.openxmlformats.org/drawingml/2006/main">
              <a:ext uri="{FF2B5EF4-FFF2-40B4-BE49-F238E27FC236}">
                <a16:creationId xmlns:a16="http://schemas.microsoft.com/office/drawing/2014/main" id="{A8E8A2DC-C3DB-4B52-8AE6-828EC571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67175"/>
            <a:ext cx="929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 + AUTHORITY + POLICY + APPROVAL + EXECUTION + EVIDENCE</a:t>
            </a:r>
          </a:p>
        </p:txBody>
      </p:sp>
      <p:sp>
        <p:nvSpPr>
          <p:cNvPr id="19" name="bottom-accent-line">
            <a:extLst xmlns:a="http://schemas.openxmlformats.org/drawingml/2006/main">
              <a:ext uri="{FF2B5EF4-FFF2-40B4-BE49-F238E27FC236}">
                <a16:creationId xmlns:a16="http://schemas.microsoft.com/office/drawing/2014/main" id="{ADAC0EA7-A861-404D-B29A-A986CFC4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82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ttom-takeaway">
            <a:extLst xmlns:a="http://schemas.openxmlformats.org/drawingml/2006/main">
              <a:ext uri="{FF2B5EF4-FFF2-40B4-BE49-F238E27FC236}">
                <a16:creationId xmlns:a16="http://schemas.microsoft.com/office/drawing/2014/main" id="{8F875779-0430-49FE-81A4-771FF988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 becomes another governed actor inside the institution’s trusted execution environment.</a:t>
            </a:r>
          </a:p>
        </p:txBody>
      </p:sp>
    </p:spTree>
    <p:extLst>
      <p:ext uri="{BB962C8B-B14F-4D97-AF65-F5344CB8AC3E}">
        <p14:creationId xmlns:p14="http://schemas.microsoft.com/office/powerpoint/2010/main" val="6968687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6a4f61939453a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33E981-3EF8-44CF-BFD8-E7162511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6F0AF66C-782E-4F76-9019-BEBA4607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FCD3C59B-25B9-479E-99BD-159D0F1C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working-mark">
            <a:extLst xmlns:a="http://schemas.openxmlformats.org/drawingml/2006/main">
              <a:ext uri="{FF2B5EF4-FFF2-40B4-BE49-F238E27FC236}">
                <a16:creationId xmlns:a16="http://schemas.microsoft.com/office/drawing/2014/main" id="{A054877E-D544-447D-A0B0-D29DA1FA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6AD0B6-37A8-4C28-B099-478AA56B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 sits between actors and consequential business actions</a:t>
            </a:r>
          </a:p>
        </p:txBody>
      </p:sp>
      <p:sp>
        <p:nvSpPr>
          <p:cNvPr id="7" name="strategic-line-1">
            <a:extLst xmlns:a="http://schemas.openxmlformats.org/drawingml/2006/main">
              <a:ext uri="{FF2B5EF4-FFF2-40B4-BE49-F238E27FC236}">
                <a16:creationId xmlns:a16="http://schemas.microsoft.com/office/drawing/2014/main" id="{43EEE0AF-1C96-4F78-B82A-59FDC39B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9555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ategic-line-2">
            <a:extLst xmlns:a="http://schemas.openxmlformats.org/drawingml/2006/main">
              <a:ext uri="{FF2B5EF4-FFF2-40B4-BE49-F238E27FC236}">
                <a16:creationId xmlns:a16="http://schemas.microsoft.com/office/drawing/2014/main" id="{3A41CF1E-C1D1-40D0-A5B4-AC92A8AC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5765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ctors-row">
            <a:extLst xmlns:a="http://schemas.openxmlformats.org/drawingml/2006/main">
              <a:ext uri="{FF2B5EF4-FFF2-40B4-BE49-F238E27FC236}">
                <a16:creationId xmlns:a16="http://schemas.microsoft.com/office/drawing/2014/main" id="{08739F22-5F42-4AA3-AC62-10029AA7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929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2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PEOPLE · ORGANIZATIONS · APPLICATIONS · AI AGENTS</a:t>
            </a:r>
          </a:p>
        </p:txBody>
      </p:sp>
      <p:sp>
        <p:nvSpPr>
          <p:cNvPr id="10" name="trusted-execution-layer">
            <a:extLst xmlns:a="http://schemas.openxmlformats.org/drawingml/2006/main">
              <a:ext uri="{FF2B5EF4-FFF2-40B4-BE49-F238E27FC236}">
                <a16:creationId xmlns:a16="http://schemas.microsoft.com/office/drawing/2014/main" id="{E3D31BCE-9B2A-4BE2-88B4-2960F18C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24200"/>
            <a:ext cx="88392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usted-execution-title">
            <a:extLst xmlns:a="http://schemas.openxmlformats.org/drawingml/2006/main">
              <a:ext uri="{FF2B5EF4-FFF2-40B4-BE49-F238E27FC236}">
                <a16:creationId xmlns:a16="http://schemas.microsoft.com/office/drawing/2014/main" id="{1646FFF9-D89C-477E-8922-A57D8723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19475"/>
            <a:ext cx="792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TRUSTED EXECUTION LAYER</a:t>
            </a:r>
          </a:p>
        </p:txBody>
      </p:sp>
      <p:sp>
        <p:nvSpPr>
          <p:cNvPr id="12" name="controls-row">
            <a:extLst xmlns:a="http://schemas.openxmlformats.org/drawingml/2006/main">
              <a:ext uri="{FF2B5EF4-FFF2-40B4-BE49-F238E27FC236}">
                <a16:creationId xmlns:a16="http://schemas.microsoft.com/office/drawing/2014/main" id="{B0C6D3A7-399D-4415-9F43-36DFB773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1005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 · Authority · Policy · Collaboration · Approval · Sign &amp; Seal · Evidence · Audit · Archive</a:t>
            </a:r>
          </a:p>
        </p:txBody>
      </p:sp>
      <p:sp>
        <p:nvSpPr>
          <p:cNvPr id="13" name="bottom-accent-line">
            <a:extLst xmlns:a="http://schemas.openxmlformats.org/drawingml/2006/main">
              <a:ext uri="{FF2B5EF4-FFF2-40B4-BE49-F238E27FC236}">
                <a16:creationId xmlns:a16="http://schemas.microsoft.com/office/drawing/2014/main" id="{44A80227-BD1E-44C3-A422-183EA328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82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ttom-takeaway">
            <a:extLst xmlns:a="http://schemas.openxmlformats.org/drawingml/2006/main">
              <a:ext uri="{FF2B5EF4-FFF2-40B4-BE49-F238E27FC236}">
                <a16:creationId xmlns:a16="http://schemas.microsoft.com/office/drawing/2014/main" id="{B396A8FF-1E37-4546-A1B6-E5A3661E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infrastructure may vary. The trust model remains consistent.</a:t>
            </a:r>
          </a:p>
        </p:txBody>
      </p:sp>
    </p:spTree>
    <p:extLst>
      <p:ext uri="{BB962C8B-B14F-4D97-AF65-F5344CB8AC3E}">
        <p14:creationId xmlns:p14="http://schemas.microsoft.com/office/powerpoint/2010/main" val="8046929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0b6aec57b40a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38078d6ab4bf9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20B8C6C-75F6-49C9-914B-D6799D3E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14</a:t>
            </a:r>
          </a:p>
        </p:txBody>
      </p:sp>
      <p:sp>
        <p:nvSpPr>
          <p:cNvPr id="4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D383978-EE8E-4667-9921-428394D1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1DD2B453-74DB-43A3-A338-D18D19FB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6" name="internal-working-mark">
            <a:extLst xmlns:a="http://schemas.openxmlformats.org/drawingml/2006/main">
              <a:ext uri="{FF2B5EF4-FFF2-40B4-BE49-F238E27FC236}">
                <a16:creationId xmlns:a16="http://schemas.microsoft.com/office/drawing/2014/main" id="{B1A5D7B7-A565-4D51-B8E1-3B74EC07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7" name="flywheel-kicker">
            <a:extLst xmlns:a="http://schemas.openxmlformats.org/drawingml/2006/main">
              <a:ext uri="{FF2B5EF4-FFF2-40B4-BE49-F238E27FC236}">
                <a16:creationId xmlns:a16="http://schemas.microsoft.com/office/drawing/2014/main" id="{EF73A681-0538-4266-8DD2-A27C8025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2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THE CIRCULARO FLYWHEEL</a:t>
            </a:r>
          </a:p>
        </p:txBody>
      </p:sp>
      <p:sp>
        <p:nvSpPr>
          <p:cNvPr id="8" name="flywheel-title">
            <a:extLst xmlns:a="http://schemas.openxmlformats.org/drawingml/2006/main">
              <a:ext uri="{FF2B5EF4-FFF2-40B4-BE49-F238E27FC236}">
                <a16:creationId xmlns:a16="http://schemas.microsoft.com/office/drawing/2014/main" id="{E3777DEE-3EFE-4C1E-867C-D35B5B1C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4857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8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Every governed action strengthens the next one</a:t>
            </a:r>
          </a:p>
        </p:txBody>
      </p:sp>
      <p:sp>
        <p:nvSpPr>
          <p:cNvPr id="9" name="flywheel-copy">
            <a:extLst xmlns:a="http://schemas.openxmlformats.org/drawingml/2006/main">
              <a:ext uri="{FF2B5EF4-FFF2-40B4-BE49-F238E27FC236}">
                <a16:creationId xmlns:a16="http://schemas.microsoft.com/office/drawing/2014/main" id="{93482B0C-C3E4-43DA-83A2-0BD8B7CD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46863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Trusted collaboration creates execution. Execution creates evidence. Evidence creates records. Records create trusted AI context. Governed action creates the next trusted execution.</a:t>
            </a:r>
          </a:p>
        </p:txBody>
      </p:sp>
    </p:spTree>
    <p:extLst>
      <p:ext uri="{BB962C8B-B14F-4D97-AF65-F5344CB8AC3E}">
        <p14:creationId xmlns:p14="http://schemas.microsoft.com/office/powerpoint/2010/main" val="3165483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b01576f32433c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44D2F3D-D2D3-454D-ADE7-98A5A254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8768FA2-9C6C-4AC3-8C6C-6FD8CDC1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79BD353A-B73C-4523-95F6-D3577E26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working-mark">
            <a:extLst xmlns:a="http://schemas.openxmlformats.org/drawingml/2006/main">
              <a:ext uri="{FF2B5EF4-FFF2-40B4-BE49-F238E27FC236}">
                <a16:creationId xmlns:a16="http://schemas.microsoft.com/office/drawing/2014/main" id="{D93CFE91-4EF4-450C-BC20-680223DC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9BA417FF-2920-4CA0-8D07-2BEE91CD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2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THE CIRCULARO PROPOSITION</a:t>
            </a:r>
          </a:p>
        </p:txBody>
      </p:sp>
      <p:sp>
        <p:nvSpPr>
          <p:cNvPr id="7" name="close-title">
            <a:extLst xmlns:a="http://schemas.openxmlformats.org/drawingml/2006/main">
              <a:ext uri="{FF2B5EF4-FFF2-40B4-BE49-F238E27FC236}">
                <a16:creationId xmlns:a16="http://schemas.microsoft.com/office/drawing/2014/main" id="{31DCCA40-4523-4C33-A395-4E11A4D1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Govern what executes.</a:t>
            </a:r>
          </a:p>
        </p:txBody>
      </p:sp>
      <p:sp>
        <p:nvSpPr>
          <p:cNvPr id="8" name="close-body">
            <a:extLst xmlns:a="http://schemas.openxmlformats.org/drawingml/2006/main">
              <a:ext uri="{FF2B5EF4-FFF2-40B4-BE49-F238E27FC236}">
                <a16:creationId xmlns:a16="http://schemas.microsoft.com/office/drawing/2014/main" id="{F1824F96-5620-4C09-B963-9F92BF2B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Circularo connects people, organizations, applications, and AI agents with consequential business processes through one platform, one governance model, one continuous evidence chain, and one API.</a:t>
            </a:r>
          </a:p>
        </p:txBody>
      </p:sp>
      <p:sp>
        <p:nvSpPr>
          <p:cNvPr id="9" name="close-rule">
            <a:extLst xmlns:a="http://schemas.openxmlformats.org/drawingml/2006/main">
              <a:ext uri="{FF2B5EF4-FFF2-40B4-BE49-F238E27FC236}">
                <a16:creationId xmlns:a16="http://schemas.microsoft.com/office/drawing/2014/main" id="{9544D55F-D4B4-4048-8121-1DBB78C8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ose-movements">
            <a:extLst xmlns:a="http://schemas.openxmlformats.org/drawingml/2006/main">
              <a:ext uri="{FF2B5EF4-FFF2-40B4-BE49-F238E27FC236}">
                <a16:creationId xmlns:a16="http://schemas.microsoft.com/office/drawing/2014/main" id="{7B622BE2-6BF2-4CFB-9A6E-79F452EC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1000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Signing documents → Governing trusted execution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Storing files → Building institutional memory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AI assistance → Governed agentic action</a:t>
            </a:r>
          </a:p>
        </p:txBody>
      </p:sp>
    </p:spTree>
    <p:extLst>
      <p:ext uri="{BB962C8B-B14F-4D97-AF65-F5344CB8AC3E}">
        <p14:creationId xmlns:p14="http://schemas.microsoft.com/office/powerpoint/2010/main" val="4910088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2026-08-28T14:29:13.1220000Z</dcterms:created>
  <dcterms:modified xsi:type="dcterms:W3CDTF">2026-08-28T14:29:13.1230000Z</dcterms:modified>
</coreProperties>
</file>