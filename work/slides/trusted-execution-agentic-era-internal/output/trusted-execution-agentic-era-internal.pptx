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e2d553ac754ebb" /><Relationship Type="http://schemas.openxmlformats.org/officeDocument/2006/relationships/extended-properties" Target="/docProps/app.xml" Id="Ra72fcb5ae7a147f3" /><Relationship Type="http://schemas.openxmlformats.org/officeDocument/2006/relationships/officeDocument" Target="/ppt/presentation.xml" Id="Rdb648687fedb48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b37b6fca894656"/>
  </p:sldMasterIdLst>
  <p:notesMasterIdLst>
    <p:notesMasterId xmlns:r="http://schemas.openxmlformats.org/officeDocument/2006/relationships" r:id="R278b089042734e9d"/>
  </p:notesMasterIdLst>
  <p:sldIdLst>
    <p:sldId xmlns:r="http://schemas.openxmlformats.org/officeDocument/2006/relationships" id="256" r:id="Rd24de79ebf854787"/>
    <p:sldId xmlns:r="http://schemas.openxmlformats.org/officeDocument/2006/relationships" id="257" r:id="Rb10a417beb2441f7"/>
    <p:sldId xmlns:r="http://schemas.openxmlformats.org/officeDocument/2006/relationships" id="258" r:id="Re1d3406c430249ec"/>
    <p:sldId xmlns:r="http://schemas.openxmlformats.org/officeDocument/2006/relationships" id="259" r:id="Ra6d6e034588a470c"/>
    <p:sldId xmlns:r="http://schemas.openxmlformats.org/officeDocument/2006/relationships" id="260" r:id="R1997cd57d1e243ff"/>
    <p:sldId xmlns:r="http://schemas.openxmlformats.org/officeDocument/2006/relationships" id="261" r:id="Rb2bb0f92e62c477f"/>
    <p:sldId xmlns:r="http://schemas.openxmlformats.org/officeDocument/2006/relationships" id="262" r:id="R4fa47a44cae64726"/>
    <p:sldId xmlns:r="http://schemas.openxmlformats.org/officeDocument/2006/relationships" id="263" r:id="Rbf228fb72e8f4963"/>
    <p:sldId xmlns:r="http://schemas.openxmlformats.org/officeDocument/2006/relationships" id="264" r:id="Rb541175ffb4f4aaf"/>
    <p:sldId xmlns:r="http://schemas.openxmlformats.org/officeDocument/2006/relationships" id="265" r:id="R9311c55a48d3481c"/>
    <p:sldId xmlns:r="http://schemas.openxmlformats.org/officeDocument/2006/relationships" id="266" r:id="Re6be6d53115e44d4"/>
    <p:sldId xmlns:r="http://schemas.openxmlformats.org/officeDocument/2006/relationships" id="267" r:id="Rb2470f468cc64559"/>
    <p:sldId xmlns:r="http://schemas.openxmlformats.org/officeDocument/2006/relationships" id="268" r:id="Rdddd702657c94140"/>
    <p:sldId xmlns:r="http://schemas.openxmlformats.org/officeDocument/2006/relationships" id="269" r:id="R4ab4818104c14b48"/>
    <p:sldId xmlns:r="http://schemas.openxmlformats.org/officeDocument/2006/relationships" id="270" r:id="R01f6d01be14b4839"/>
    <p:sldId xmlns:r="http://schemas.openxmlformats.org/officeDocument/2006/relationships" id="271" r:id="R7be24f14017144c0"/>
    <p:sldId xmlns:r="http://schemas.openxmlformats.org/officeDocument/2006/relationships" id="272" r:id="Rd5b8ab02700b4c02"/>
    <p:sldId xmlns:r="http://schemas.openxmlformats.org/officeDocument/2006/relationships" id="273" r:id="R09029d4c7ab548f6"/>
    <p:sldId xmlns:r="http://schemas.openxmlformats.org/officeDocument/2006/relationships" id="274" r:id="Rc061682007ad4be6"/>
    <p:sldId xmlns:r="http://schemas.openxmlformats.org/officeDocument/2006/relationships" id="275" r:id="Re397e00ec0004aa6"/>
    <p:sldId xmlns:r="http://schemas.openxmlformats.org/officeDocument/2006/relationships" id="276" r:id="R7af37cf976e94541"/>
    <p:sldId xmlns:r="http://schemas.openxmlformats.org/officeDocument/2006/relationships" id="277" r:id="R01b5a3a550364817"/>
    <p:sldId xmlns:r="http://schemas.openxmlformats.org/officeDocument/2006/relationships" id="278" r:id="R8ba648990e3743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b3bd7544014e57" /><Relationship Type="http://schemas.openxmlformats.org/officeDocument/2006/relationships/slideMaster" Target="/ppt/slideMasters/slideMaster1.xml" Id="R06b37b6fca894656" /><Relationship Type="http://schemas.openxmlformats.org/officeDocument/2006/relationships/notesMaster" Target="/ppt/notesMasters/notesMaster1.xml" Id="R278b089042734e9d" /><Relationship Type="http://schemas.openxmlformats.org/officeDocument/2006/relationships/presProps" Target="/ppt/presProps.xml" Id="R80256da5da884b95" /><Relationship Type="http://schemas.openxmlformats.org/officeDocument/2006/relationships/tableStyles" Target="/ppt/tableStyles.xml" Id="Rc7c694e6f0a94019" /><Relationship Type="http://schemas.openxmlformats.org/officeDocument/2006/relationships/slide" Target="/ppt/slides/slide1.xml" Id="Rd24de79ebf854787" /><Relationship Type="http://schemas.openxmlformats.org/officeDocument/2006/relationships/slide" Target="/ppt/slides/slide2.xml" Id="Rb10a417beb2441f7" /><Relationship Type="http://schemas.openxmlformats.org/officeDocument/2006/relationships/slide" Target="/ppt/slides/slide3.xml" Id="Re1d3406c430249ec" /><Relationship Type="http://schemas.openxmlformats.org/officeDocument/2006/relationships/slide" Target="/ppt/slides/slide4.xml" Id="Ra6d6e034588a470c" /><Relationship Type="http://schemas.openxmlformats.org/officeDocument/2006/relationships/slide" Target="/ppt/slides/slide5.xml" Id="R1997cd57d1e243ff" /><Relationship Type="http://schemas.openxmlformats.org/officeDocument/2006/relationships/slide" Target="/ppt/slides/slide6.xml" Id="Rb2bb0f92e62c477f" /><Relationship Type="http://schemas.openxmlformats.org/officeDocument/2006/relationships/slide" Target="/ppt/slides/slide7.xml" Id="R4fa47a44cae64726" /><Relationship Type="http://schemas.openxmlformats.org/officeDocument/2006/relationships/slide" Target="/ppt/slides/slide8.xml" Id="Rbf228fb72e8f4963" /><Relationship Type="http://schemas.openxmlformats.org/officeDocument/2006/relationships/slide" Target="/ppt/slides/slide9.xml" Id="Rb541175ffb4f4aaf" /><Relationship Type="http://schemas.openxmlformats.org/officeDocument/2006/relationships/slide" Target="/ppt/slides/slide10.xml" Id="R9311c55a48d3481c" /><Relationship Type="http://schemas.openxmlformats.org/officeDocument/2006/relationships/slide" Target="/ppt/slides/slide11.xml" Id="Re6be6d53115e44d4" /><Relationship Type="http://schemas.openxmlformats.org/officeDocument/2006/relationships/slide" Target="/ppt/slides/slide12.xml" Id="Rb2470f468cc64559" /><Relationship Type="http://schemas.openxmlformats.org/officeDocument/2006/relationships/slide" Target="/ppt/slides/slide13.xml" Id="Rdddd702657c94140" /><Relationship Type="http://schemas.openxmlformats.org/officeDocument/2006/relationships/slide" Target="/ppt/slides/slide14.xml" Id="R4ab4818104c14b48" /><Relationship Type="http://schemas.openxmlformats.org/officeDocument/2006/relationships/slide" Target="/ppt/slides/slide15.xml" Id="R01f6d01be14b4839" /><Relationship Type="http://schemas.openxmlformats.org/officeDocument/2006/relationships/slide" Target="/ppt/slides/slide16.xml" Id="R7be24f14017144c0" /><Relationship Type="http://schemas.openxmlformats.org/officeDocument/2006/relationships/slide" Target="/ppt/slides/slide17.xml" Id="Rd5b8ab02700b4c02" /><Relationship Type="http://schemas.openxmlformats.org/officeDocument/2006/relationships/slide" Target="/ppt/slides/slide18.xml" Id="R09029d4c7ab548f6" /><Relationship Type="http://schemas.openxmlformats.org/officeDocument/2006/relationships/slide" Target="/ppt/slides/slide19.xml" Id="Rc061682007ad4be6" /><Relationship Type="http://schemas.openxmlformats.org/officeDocument/2006/relationships/slide" Target="/ppt/slides/slide20.xml" Id="Re397e00ec0004aa6" /><Relationship Type="http://schemas.openxmlformats.org/officeDocument/2006/relationships/slide" Target="/ppt/slides/slide21.xml" Id="R7af37cf976e94541" /><Relationship Type="http://schemas.openxmlformats.org/officeDocument/2006/relationships/slide" Target="/ppt/slides/slide22.xml" Id="R01b5a3a550364817" /><Relationship Type="http://schemas.openxmlformats.org/officeDocument/2006/relationships/slide" Target="/ppt/slides/slide23.xml" Id="R8ba648990e37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cc533d4cf84a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e9b6ddd3c749c0" /><Relationship Type="http://schemas.openxmlformats.org/officeDocument/2006/relationships/notesMaster" Target="/ppt/notesMasters/notesMaster1.xml" Id="R9e764c1cf0a545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d90f36acd84773" /><Relationship Type="http://schemas.openxmlformats.org/officeDocument/2006/relationships/notesMaster" Target="/ppt/notesMasters/notesMaster1.xml" Id="R64ee16044dc94d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ff5a51659a4db7" /><Relationship Type="http://schemas.openxmlformats.org/officeDocument/2006/relationships/notesMaster" Target="/ppt/notesMasters/notesMaster1.xml" Id="R6df699a0f16246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276252699d4f58" /><Relationship Type="http://schemas.openxmlformats.org/officeDocument/2006/relationships/notesMaster" Target="/ppt/notesMasters/notesMaster1.xml" Id="R253e3722608a48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ff6983934f4f3b" /><Relationship Type="http://schemas.openxmlformats.org/officeDocument/2006/relationships/notesMaster" Target="/ppt/notesMasters/notesMaster1.xml" Id="R0cbd20e939e548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947caaf99e40ce" /><Relationship Type="http://schemas.openxmlformats.org/officeDocument/2006/relationships/notesMaster" Target="/ppt/notesMasters/notesMaster1.xml" Id="Refaac9b9fc7645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3d85f7f3524fbd" /><Relationship Type="http://schemas.openxmlformats.org/officeDocument/2006/relationships/notesMaster" Target="/ppt/notesMasters/notesMaster1.xml" Id="R552a3b05ae0247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9aa0bb14824daf" /><Relationship Type="http://schemas.openxmlformats.org/officeDocument/2006/relationships/notesMaster" Target="/ppt/notesMasters/notesMaster1.xml" Id="Rf8e680cfc55045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ec597c45b842a5" /><Relationship Type="http://schemas.openxmlformats.org/officeDocument/2006/relationships/notesMaster" Target="/ppt/notesMasters/notesMaster1.xml" Id="Re7fefa6813d34c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efb4f168e6478a" /><Relationship Type="http://schemas.openxmlformats.org/officeDocument/2006/relationships/notesMaster" Target="/ppt/notesMasters/notesMaster1.xml" Id="R03218a47453447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1a2cd85f264be5" /><Relationship Type="http://schemas.openxmlformats.org/officeDocument/2006/relationships/notesMaster" Target="/ppt/notesMasters/notesMaster1.xml" Id="Rac62addfd09440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43f1659b2f4490" /><Relationship Type="http://schemas.openxmlformats.org/officeDocument/2006/relationships/notesMaster" Target="/ppt/notesMasters/notesMaster1.xml" Id="Rb3cd3d45fe8040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d9b1042bc144b5" /><Relationship Type="http://schemas.openxmlformats.org/officeDocument/2006/relationships/notesMaster" Target="/ppt/notesMasters/notesMaster1.xml" Id="Rbcdd3c1ae9d346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6a11bd8dcc41db" /><Relationship Type="http://schemas.openxmlformats.org/officeDocument/2006/relationships/notesMaster" Target="/ppt/notesMasters/notesMaster1.xml" Id="R8990b5f9ca224c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8ef00b79814056" /><Relationship Type="http://schemas.openxmlformats.org/officeDocument/2006/relationships/notesMaster" Target="/ppt/notesMasters/notesMaster1.xml" Id="Rcb7807610dcc48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9588270b364d05" /><Relationship Type="http://schemas.openxmlformats.org/officeDocument/2006/relationships/notesMaster" Target="/ppt/notesMasters/notesMaster1.xml" Id="R1e666eb0939c43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48998de6834fb4" /><Relationship Type="http://schemas.openxmlformats.org/officeDocument/2006/relationships/notesMaster" Target="/ppt/notesMasters/notesMaster1.xml" Id="R320f85633d4a46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8d984f4d944100" /><Relationship Type="http://schemas.openxmlformats.org/officeDocument/2006/relationships/notesMaster" Target="/ppt/notesMasters/notesMaster1.xml" Id="R6ce92853d4d54e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6c46e169edb41bd" /><Relationship Type="http://schemas.openxmlformats.org/officeDocument/2006/relationships/notesMaster" Target="/ppt/notesMasters/notesMaster1.xml" Id="Read9f4cb211546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33663ef32b4780" /><Relationship Type="http://schemas.openxmlformats.org/officeDocument/2006/relationships/notesMaster" Target="/ppt/notesMasters/notesMaster1.xml" Id="R64a2d8f36acf47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1ec23eede834ea6" /><Relationship Type="http://schemas.openxmlformats.org/officeDocument/2006/relationships/notesMaster" Target="/ppt/notesMasters/notesMaster1.xml" Id="R958aaf8df2344e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d4597bcb62451f" /><Relationship Type="http://schemas.openxmlformats.org/officeDocument/2006/relationships/notesMaster" Target="/ppt/notesMasters/notesMaster1.xml" Id="Rdc480b7c991d43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d9a95e325084efc" /><Relationship Type="http://schemas.openxmlformats.org/officeDocument/2006/relationships/notesMaster" Target="/ppt/notesMasters/notesMaster1.xml" Id="R23b902ba05d04a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work/slides/trusted-execution-agentic-era/assets/trust-boundary-cover.png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work/slides/trusted-execution-agentic-era/assets/fragmented-accountability.png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work/slides/trusted-execution-agentic-era/assets/trusted-context-action.png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work/slides/trusted-execution-agentic-era/assets/trusted-execution-flywheel.png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work/new-story/Trusted-Execution-for-the-Agentic-Era-Final.md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60f64691240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01c43560ad44ef" /><Relationship Type="http://schemas.openxmlformats.org/officeDocument/2006/relationships/slideLayout" Target="/ppt/slideLayouts/slideLayout1.xml" Id="Rdd6605266a684d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605266a684d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5d5bc149b4d79" /><Relationship Type="http://schemas.openxmlformats.org/officeDocument/2006/relationships/image" Target="/ppt/media/image.png" Id="R6a2ee4d288504f68" /><Relationship Type="http://schemas.openxmlformats.org/officeDocument/2006/relationships/image" Target="/ppt/media/image2.png" Id="R394c375f74e04bf2" /><Relationship Type="http://schemas.openxmlformats.org/officeDocument/2006/relationships/notesSlide" Target="/ppt/notesSlides/notesSlide1.xml" Id="Re0bef11bd7f34b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8eb1413bb4ab2" /><Relationship Type="http://schemas.openxmlformats.org/officeDocument/2006/relationships/image" Target="/ppt/media/image3.png" Id="Ra32234ded25848a9" /><Relationship Type="http://schemas.openxmlformats.org/officeDocument/2006/relationships/notesSlide" Target="/ppt/notesSlides/notesSlide2.xml" Id="R6bf6659d95a24c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5a5732f9e4239" /><Relationship Type="http://schemas.openxmlformats.org/officeDocument/2006/relationships/image" Target="/ppt/media/image4.png" Id="R5440d28c4ead45c5" /><Relationship Type="http://schemas.openxmlformats.org/officeDocument/2006/relationships/notesSlide" Target="/ppt/notesSlides/notesSlide3.xml" Id="R675dc13604e646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dfcbfa7094063" /><Relationship Type="http://schemas.openxmlformats.org/officeDocument/2006/relationships/image" Target="/ppt/media/image5.png" Id="R1371cf1694f34204" /><Relationship Type="http://schemas.openxmlformats.org/officeDocument/2006/relationships/image" Target="/ppt/media/image6.png" Id="Rb581c15a44a1436e" /><Relationship Type="http://schemas.openxmlformats.org/officeDocument/2006/relationships/notesSlide" Target="/ppt/notesSlides/notesSlide4.xml" Id="R05974b1f53ad41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589d0b7144ac2" /><Relationship Type="http://schemas.openxmlformats.org/officeDocument/2006/relationships/image" Target="/ppt/media/image7.png" Id="Ra77181bb76374f1d" /><Relationship Type="http://schemas.openxmlformats.org/officeDocument/2006/relationships/notesSlide" Target="/ppt/notesSlides/notesSlide5.xml" Id="R7cb85717a52f4e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bf1c31a9841c0" /><Relationship Type="http://schemas.openxmlformats.org/officeDocument/2006/relationships/image" Target="/ppt/media/image8.png" Id="R07b30c25cb884fe4" /><Relationship Type="http://schemas.openxmlformats.org/officeDocument/2006/relationships/notesSlide" Target="/ppt/notesSlides/notesSlide6.xml" Id="R8e22f846c70d4c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8c621910a49d7" /><Relationship Type="http://schemas.openxmlformats.org/officeDocument/2006/relationships/image" Target="/ppt/media/image9.png" Id="R7b7ba170f3de480d" /><Relationship Type="http://schemas.openxmlformats.org/officeDocument/2006/relationships/notesSlide" Target="/ppt/notesSlides/notesSlide7.xml" Id="R8b71763adc1e43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2525dfe8c474e" /><Relationship Type="http://schemas.openxmlformats.org/officeDocument/2006/relationships/image" Target="/ppt/media/image10.png" Id="Ra5df424658f648b6" /><Relationship Type="http://schemas.openxmlformats.org/officeDocument/2006/relationships/notesSlide" Target="/ppt/notesSlides/notesSlide8.xml" Id="R3cb0c3b5a99842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b8dd7c06543f7" /><Relationship Type="http://schemas.openxmlformats.org/officeDocument/2006/relationships/image" Target="/ppt/media/image11.png" Id="R4828b586855a4007" /><Relationship Type="http://schemas.openxmlformats.org/officeDocument/2006/relationships/notesSlide" Target="/ppt/notesSlides/notesSlide9.xml" Id="R6449ce00da9e48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a4006953c431a" /><Relationship Type="http://schemas.openxmlformats.org/officeDocument/2006/relationships/image" Target="/ppt/media/image12.png" Id="Rffc6568610a349ca" /><Relationship Type="http://schemas.openxmlformats.org/officeDocument/2006/relationships/notesSlide" Target="/ppt/notesSlides/notesSlide10.xml" Id="Rf6ea1adbe1df43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4da69d9494175" /><Relationship Type="http://schemas.openxmlformats.org/officeDocument/2006/relationships/image" Target="/ppt/media/image13.png" Id="Rc8b8ba99b4ff4c8d" /><Relationship Type="http://schemas.openxmlformats.org/officeDocument/2006/relationships/notesSlide" Target="/ppt/notesSlides/notesSlide11.xml" Id="R4e848c34f73847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6e8165ac7400d" /><Relationship Type="http://schemas.openxmlformats.org/officeDocument/2006/relationships/image" Target="/ppt/media/image14.png" Id="R5595323e38b34f27" /><Relationship Type="http://schemas.openxmlformats.org/officeDocument/2006/relationships/notesSlide" Target="/ppt/notesSlides/notesSlide12.xml" Id="R55e7472fdcb24d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13d8ec3d647ac" /><Relationship Type="http://schemas.openxmlformats.org/officeDocument/2006/relationships/image" Target="/ppt/media/image15.png" Id="R79b273316567428b" /><Relationship Type="http://schemas.openxmlformats.org/officeDocument/2006/relationships/notesSlide" Target="/ppt/notesSlides/notesSlide13.xml" Id="R8a8687c0062448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321d2f9cb4436" /><Relationship Type="http://schemas.openxmlformats.org/officeDocument/2006/relationships/image" Target="/ppt/media/image16.png" Id="R7c6cf7ede9f043a7" /><Relationship Type="http://schemas.openxmlformats.org/officeDocument/2006/relationships/notesSlide" Target="/ppt/notesSlides/notesSlide14.xml" Id="R0233a3b76dbf4c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dfe5075544ae7" /><Relationship Type="http://schemas.openxmlformats.org/officeDocument/2006/relationships/image" Target="/ppt/media/image17.png" Id="R2970c61727474c41" /><Relationship Type="http://schemas.openxmlformats.org/officeDocument/2006/relationships/image" Target="/ppt/media/image18.png" Id="Ra538b095c1074d20" /><Relationship Type="http://schemas.openxmlformats.org/officeDocument/2006/relationships/notesSlide" Target="/ppt/notesSlides/notesSlide15.xml" Id="R01b210248fb341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24ddddbf24f27" /><Relationship Type="http://schemas.openxmlformats.org/officeDocument/2006/relationships/image" Target="/ppt/media/image19.png" Id="R6ed1b772eb6d44a5" /><Relationship Type="http://schemas.openxmlformats.org/officeDocument/2006/relationships/notesSlide" Target="/ppt/notesSlides/notesSlide16.xml" Id="Ra944cc035bab44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9cfe1bf644f5e" /><Relationship Type="http://schemas.openxmlformats.org/officeDocument/2006/relationships/image" Target="/ppt/media/image20.png" Id="R5d75befc11234d49" /><Relationship Type="http://schemas.openxmlformats.org/officeDocument/2006/relationships/notesSlide" Target="/ppt/notesSlides/notesSlide17.xml" Id="Reaa4da71527a40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d9a6f50754930" /><Relationship Type="http://schemas.openxmlformats.org/officeDocument/2006/relationships/image" Target="/ppt/media/image21.png" Id="R5ade46f5549e489c" /><Relationship Type="http://schemas.openxmlformats.org/officeDocument/2006/relationships/notesSlide" Target="/ppt/notesSlides/notesSlide18.xml" Id="Rab39feeca0cb40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a846484cc41c0" /><Relationship Type="http://schemas.openxmlformats.org/officeDocument/2006/relationships/image" Target="/ppt/media/image22.png" Id="R3d6f8ef116cb43d1" /><Relationship Type="http://schemas.openxmlformats.org/officeDocument/2006/relationships/notesSlide" Target="/ppt/notesSlides/notesSlide19.xml" Id="R12344a19617647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7a88b14a245d3" /><Relationship Type="http://schemas.openxmlformats.org/officeDocument/2006/relationships/image" Target="/ppt/media/image23.png" Id="Re130fe6686774592" /><Relationship Type="http://schemas.openxmlformats.org/officeDocument/2006/relationships/notesSlide" Target="/ppt/notesSlides/notesSlide20.xml" Id="Rd5a44449bbb649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67357834445fd" /><Relationship Type="http://schemas.openxmlformats.org/officeDocument/2006/relationships/image" Target="/ppt/media/image24.png" Id="R8424a3461c5341a2" /><Relationship Type="http://schemas.openxmlformats.org/officeDocument/2006/relationships/image" Target="/ppt/media/image25.png" Id="Rf1d84ca1635549c9" /><Relationship Type="http://schemas.openxmlformats.org/officeDocument/2006/relationships/notesSlide" Target="/ppt/notesSlides/notesSlide21.xml" Id="Re9f3a291018f42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711417e484f10" /><Relationship Type="http://schemas.openxmlformats.org/officeDocument/2006/relationships/image" Target="/ppt/media/image26.png" Id="Rb50ab228720846f2" /><Relationship Type="http://schemas.openxmlformats.org/officeDocument/2006/relationships/notesSlide" Target="/ppt/notesSlides/notesSlide22.xml" Id="R78d6b652fe1c454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6b13791dd4b9c" /><Relationship Type="http://schemas.openxmlformats.org/officeDocument/2006/relationships/image" Target="/ppt/media/image27.png" Id="R617c0e82f11a4017" /><Relationship Type="http://schemas.openxmlformats.org/officeDocument/2006/relationships/notesSlide" Target="/ppt/notesSlides/notesSlide23.xml" Id="R63f4097ffd034a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ee4d288504f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c375f74e04bf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8E538F-7665-4680-9140-6EB5BBD1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4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C5536F1-859D-4C93-843A-BE88CFA3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68D319B-FD3F-4E00-800E-7C6A8EDE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6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6DEE012A-690B-42D1-A079-BF3B02B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AE20123-1EEF-488B-BC18-78115828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INTERNAL STRATEGY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AB70A64-4B14-46E5-8F7F-D46E2790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6191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6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6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for the Agentic Era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E78E241-5FDC-4FC7-886A-6DF16904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The institutional execution boundary for people, applications, and AI agents</a:t>
            </a:r>
          </a:p>
        </p:txBody>
      </p:sp>
      <p:sp>
        <p:nvSpPr>
          <p:cNvPr id="10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0E538782-7859-4063-94E3-B23CE754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Greater autonomy requires stronger institutional control.</a:t>
            </a:r>
          </a:p>
        </p:txBody>
      </p:sp>
    </p:spTree>
    <p:extLst>
      <p:ext uri="{BB962C8B-B14F-4D97-AF65-F5344CB8AC3E}">
        <p14:creationId xmlns:p14="http://schemas.microsoft.com/office/powerpoint/2010/main" val="509846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234ded25848a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79996A-FBF0-467C-BA8F-5279FE6C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D7BF2EB-FAB3-4FDC-B4CB-3523EFD6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57B4FFD-4058-4173-97A0-E898E6CC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EF49FFA3-3990-4630-B85E-197A072C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B2EEBB-4CB6-4879-AD0E-1B116FCE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Digital work is entering the agentic stage</a:t>
            </a:r>
          </a:p>
        </p:txBody>
      </p:sp>
      <p:sp>
        <p:nvSpPr>
          <p:cNvPr id="7" name="evolution-line">
            <a:extLst xmlns:a="http://schemas.openxmlformats.org/drawingml/2006/main">
              <a:ext uri="{FF2B5EF4-FFF2-40B4-BE49-F238E27FC236}">
                <a16:creationId xmlns:a16="http://schemas.microsoft.com/office/drawing/2014/main" id="{E2BB74B0-134F-46A5-A4F6-F96E6E14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olution-1-frame">
            <a:extLst xmlns:a="http://schemas.openxmlformats.org/drawingml/2006/main">
              <a:ext uri="{FF2B5EF4-FFF2-40B4-BE49-F238E27FC236}">
                <a16:creationId xmlns:a16="http://schemas.microsoft.com/office/drawing/2014/main" id="{A2320A6A-2FDE-49F0-9292-CBC894B1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evolution-1-text">
            <a:extLst xmlns:a="http://schemas.openxmlformats.org/drawingml/2006/main">
              <a:ext uri="{FF2B5EF4-FFF2-40B4-BE49-F238E27FC236}">
                <a16:creationId xmlns:a16="http://schemas.microsoft.com/office/drawing/2014/main" id="{7EDB9E05-9921-445A-83EE-4018D508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evolution-title-1">
            <a:extLst xmlns:a="http://schemas.openxmlformats.org/drawingml/2006/main">
              <a:ext uri="{FF2B5EF4-FFF2-40B4-BE49-F238E27FC236}">
                <a16:creationId xmlns:a16="http://schemas.microsoft.com/office/drawing/2014/main" id="{70D3AF25-EE68-4231-9FD1-E796A3B6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</a:t>
            </a:r>
          </a:p>
        </p:txBody>
      </p:sp>
      <p:sp>
        <p:nvSpPr>
          <p:cNvPr id="11" name="evolution-body-1">
            <a:extLst xmlns:a="http://schemas.openxmlformats.org/drawingml/2006/main">
              <a:ext uri="{FF2B5EF4-FFF2-40B4-BE49-F238E27FC236}">
                <a16:creationId xmlns:a16="http://schemas.microsoft.com/office/drawing/2014/main" id="{27A6090E-10CE-487E-A012-00124FBF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People move content and records online</a:t>
            </a:r>
          </a:p>
        </p:txBody>
      </p:sp>
      <p:sp>
        <p:nvSpPr>
          <p:cNvPr id="12" name="evolution-2-frame">
            <a:extLst xmlns:a="http://schemas.openxmlformats.org/drawingml/2006/main">
              <a:ext uri="{FF2B5EF4-FFF2-40B4-BE49-F238E27FC236}">
                <a16:creationId xmlns:a16="http://schemas.microsoft.com/office/drawing/2014/main" id="{ED5DF2A4-3030-49C7-9C81-95EF0ED6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evolution-2-text">
            <a:extLst xmlns:a="http://schemas.openxmlformats.org/drawingml/2006/main">
              <a:ext uri="{FF2B5EF4-FFF2-40B4-BE49-F238E27FC236}">
                <a16:creationId xmlns:a16="http://schemas.microsoft.com/office/drawing/2014/main" id="{A4963894-761D-42E2-A91F-3998BEEB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57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evolution-title-2">
            <a:extLst xmlns:a="http://schemas.openxmlformats.org/drawingml/2006/main">
              <a:ext uri="{FF2B5EF4-FFF2-40B4-BE49-F238E27FC236}">
                <a16:creationId xmlns:a16="http://schemas.microsoft.com/office/drawing/2014/main" id="{839FFA87-F3BF-45E5-B786-382FB6C5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Automated</a:t>
            </a:r>
          </a:p>
        </p:txBody>
      </p:sp>
      <p:sp>
        <p:nvSpPr>
          <p:cNvPr id="15" name="evolution-body-2">
            <a:extLst xmlns:a="http://schemas.openxmlformats.org/drawingml/2006/main">
              <a:ext uri="{FF2B5EF4-FFF2-40B4-BE49-F238E27FC236}">
                <a16:creationId xmlns:a16="http://schemas.microsoft.com/office/drawing/2014/main" id="{2D93C3E9-5256-4C0F-B542-FF69F54B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76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Systems execute repeatable process rules</a:t>
            </a:r>
          </a:p>
        </p:txBody>
      </p:sp>
      <p:sp>
        <p:nvSpPr>
          <p:cNvPr id="16" name="evolution-3-frame">
            <a:extLst xmlns:a="http://schemas.openxmlformats.org/drawingml/2006/main">
              <a:ext uri="{FF2B5EF4-FFF2-40B4-BE49-F238E27FC236}">
                <a16:creationId xmlns:a16="http://schemas.microsoft.com/office/drawing/2014/main" id="{BA422A7B-D941-4AB2-9758-29C82131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7" name="evolution-3-text">
            <a:extLst xmlns:a="http://schemas.openxmlformats.org/drawingml/2006/main">
              <a:ext uri="{FF2B5EF4-FFF2-40B4-BE49-F238E27FC236}">
                <a16:creationId xmlns:a16="http://schemas.microsoft.com/office/drawing/2014/main" id="{C05D2C99-2147-4C76-AC25-F6547F96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evolution-title-3">
            <a:extLst xmlns:a="http://schemas.openxmlformats.org/drawingml/2006/main">
              <a:ext uri="{FF2B5EF4-FFF2-40B4-BE49-F238E27FC236}">
                <a16:creationId xmlns:a16="http://schemas.microsoft.com/office/drawing/2014/main" id="{2761BCDD-B4EF-470D-BD84-F28EB724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assisted</a:t>
            </a:r>
          </a:p>
        </p:txBody>
      </p:sp>
      <p:sp>
        <p:nvSpPr>
          <p:cNvPr id="19" name="evolution-body-3">
            <a:extLst xmlns:a="http://schemas.openxmlformats.org/drawingml/2006/main">
              <a:ext uri="{FF2B5EF4-FFF2-40B4-BE49-F238E27FC236}">
                <a16:creationId xmlns:a16="http://schemas.microsoft.com/office/drawing/2014/main" id="{1D21494A-5BB6-4C58-AD59-6DAA18EE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Systems interpret information and recommend</a:t>
            </a:r>
          </a:p>
        </p:txBody>
      </p:sp>
      <p:sp>
        <p:nvSpPr>
          <p:cNvPr id="20" name="evolution-4-frame">
            <a:extLst xmlns:a="http://schemas.openxmlformats.org/drawingml/2006/main">
              <a:ext uri="{FF2B5EF4-FFF2-40B4-BE49-F238E27FC236}">
                <a16:creationId xmlns:a16="http://schemas.microsoft.com/office/drawing/2014/main" id="{FD7304C9-A943-4950-9D3E-289B520C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432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evolution-4-text">
            <a:extLst xmlns:a="http://schemas.openxmlformats.org/drawingml/2006/main">
              <a:ext uri="{FF2B5EF4-FFF2-40B4-BE49-F238E27FC236}">
                <a16:creationId xmlns:a16="http://schemas.microsoft.com/office/drawing/2014/main" id="{0C8DBA82-F4F5-4AAF-82A1-8BA80144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57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evolution-title-4">
            <a:extLst xmlns:a="http://schemas.openxmlformats.org/drawingml/2006/main">
              <a:ext uri="{FF2B5EF4-FFF2-40B4-BE49-F238E27FC236}">
                <a16:creationId xmlns:a16="http://schemas.microsoft.com/office/drawing/2014/main" id="{A2C39B59-0277-48B6-A25C-B883620E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Agentic</a:t>
            </a:r>
          </a:p>
        </p:txBody>
      </p:sp>
      <p:sp>
        <p:nvSpPr>
          <p:cNvPr id="23" name="evolution-body-4">
            <a:extLst xmlns:a="http://schemas.openxmlformats.org/drawingml/2006/main">
              <a:ext uri="{FF2B5EF4-FFF2-40B4-BE49-F238E27FC236}">
                <a16:creationId xmlns:a16="http://schemas.microsoft.com/office/drawing/2014/main" id="{3D59B992-9838-4CFB-9FA5-436B8B8F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76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Software initiates trusted actions</a:t>
            </a:r>
          </a:p>
        </p:txBody>
      </p:sp>
      <p:sp>
        <p:nvSpPr>
          <p:cNvPr id="24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3C03487C-D172-48A5-861C-2F251375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13C50E50-45D0-4DAE-9270-A57012A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As systems gain autonomy, institutions need a clearer boundary for permitted action.</a:t>
            </a:r>
          </a:p>
        </p:txBody>
      </p:sp>
    </p:spTree>
    <p:extLst>
      <p:ext uri="{BB962C8B-B14F-4D97-AF65-F5344CB8AC3E}">
        <p14:creationId xmlns:p14="http://schemas.microsoft.com/office/powerpoint/2010/main" val="1067168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0d28c4ead45c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96E386-72DE-4535-9B1F-5D836907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C4F8576-CA38-4162-99FA-C82A9544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C2119A4-6CFB-4E6A-BC1F-58D59EF4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8E171CF1-76CA-4EF5-B496-51173B2E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5569D4-1DBA-4E53-86FA-F8A4D804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Greater autonomy requires explicit institutional control</a:t>
            </a:r>
          </a:p>
        </p:txBody>
      </p:sp>
      <p:sp>
        <p:nvSpPr>
          <p:cNvPr id="7" name="control-intro">
            <a:extLst xmlns:a="http://schemas.openxmlformats.org/drawingml/2006/main">
              <a:ext uri="{FF2B5EF4-FFF2-40B4-BE49-F238E27FC236}">
                <a16:creationId xmlns:a16="http://schemas.microsoft.com/office/drawing/2014/main" id="{45DB78A4-D106-48C8-B533-3E9CBD28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An intelligent system can propose an action. The institution must establish the conditions under which that action may execute.</a:t>
            </a:r>
          </a:p>
        </p:txBody>
      </p:sp>
      <p:sp>
        <p:nvSpPr>
          <p:cNvPr id="8" name="control-spine">
            <a:extLst xmlns:a="http://schemas.openxmlformats.org/drawingml/2006/main">
              <a:ext uri="{FF2B5EF4-FFF2-40B4-BE49-F238E27FC236}">
                <a16:creationId xmlns:a16="http://schemas.microsoft.com/office/drawing/2014/main" id="{CEA7A93D-8C00-488A-90B0-8616FD8F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trol-1-frame">
            <a:extLst xmlns:a="http://schemas.openxmlformats.org/drawingml/2006/main">
              <a:ext uri="{FF2B5EF4-FFF2-40B4-BE49-F238E27FC236}">
                <a16:creationId xmlns:a16="http://schemas.microsoft.com/office/drawing/2014/main" id="{787CD098-20D0-4289-A95D-454D3D85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0" name="control-1-text">
            <a:extLst xmlns:a="http://schemas.openxmlformats.org/drawingml/2006/main">
              <a:ext uri="{FF2B5EF4-FFF2-40B4-BE49-F238E27FC236}">
                <a16:creationId xmlns:a16="http://schemas.microsoft.com/office/drawing/2014/main" id="{7FDD942A-4FC2-41DC-889A-1B4153CB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1" name="control-label-1">
            <a:extLst xmlns:a="http://schemas.openxmlformats.org/drawingml/2006/main">
              <a:ext uri="{FF2B5EF4-FFF2-40B4-BE49-F238E27FC236}">
                <a16:creationId xmlns:a16="http://schemas.microsoft.com/office/drawing/2014/main" id="{C2C5DF6A-10AC-409C-BFE4-66A678D8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Actor</a:t>
            </a:r>
          </a:p>
        </p:txBody>
      </p:sp>
      <p:sp>
        <p:nvSpPr>
          <p:cNvPr id="12" name="control-2-frame">
            <a:extLst xmlns:a="http://schemas.openxmlformats.org/drawingml/2006/main">
              <a:ext uri="{FF2B5EF4-FFF2-40B4-BE49-F238E27FC236}">
                <a16:creationId xmlns:a16="http://schemas.microsoft.com/office/drawing/2014/main" id="{41EE8BF3-7A10-4395-875D-0D7E13B4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3" name="control-2-text">
            <a:extLst xmlns:a="http://schemas.openxmlformats.org/drawingml/2006/main">
              <a:ext uri="{FF2B5EF4-FFF2-40B4-BE49-F238E27FC236}">
                <a16:creationId xmlns:a16="http://schemas.microsoft.com/office/drawing/2014/main" id="{B285CE8C-1477-4BEC-9A25-D132B6A2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control-label-2">
            <a:extLst xmlns:a="http://schemas.openxmlformats.org/drawingml/2006/main">
              <a:ext uri="{FF2B5EF4-FFF2-40B4-BE49-F238E27FC236}">
                <a16:creationId xmlns:a16="http://schemas.microsoft.com/office/drawing/2014/main" id="{6D369171-4C6C-48B3-8FF9-9DA219D3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291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5" name="control-3-frame">
            <a:extLst xmlns:a="http://schemas.openxmlformats.org/drawingml/2006/main">
              <a:ext uri="{FF2B5EF4-FFF2-40B4-BE49-F238E27FC236}">
                <a16:creationId xmlns:a16="http://schemas.microsoft.com/office/drawing/2014/main" id="{01ACACB5-C270-488E-9A64-90FFADBC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6" name="control-3-text">
            <a:extLst xmlns:a="http://schemas.openxmlformats.org/drawingml/2006/main">
              <a:ext uri="{FF2B5EF4-FFF2-40B4-BE49-F238E27FC236}">
                <a16:creationId xmlns:a16="http://schemas.microsoft.com/office/drawing/2014/main" id="{9AFE23EF-14CF-44C7-9210-0E0C561B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control-label-3">
            <a:extLst xmlns:a="http://schemas.openxmlformats.org/drawingml/2006/main">
              <a:ext uri="{FF2B5EF4-FFF2-40B4-BE49-F238E27FC236}">
                <a16:creationId xmlns:a16="http://schemas.microsoft.com/office/drawing/2014/main" id="{A61A4EB4-9B75-47D2-9072-7388056A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291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18" name="control-4-frame">
            <a:extLst xmlns:a="http://schemas.openxmlformats.org/drawingml/2006/main">
              <a:ext uri="{FF2B5EF4-FFF2-40B4-BE49-F238E27FC236}">
                <a16:creationId xmlns:a16="http://schemas.microsoft.com/office/drawing/2014/main" id="{6603DBE4-7B76-41E2-8C14-436E916F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052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9" name="control-4-text">
            <a:extLst xmlns:a="http://schemas.openxmlformats.org/drawingml/2006/main">
              <a:ext uri="{FF2B5EF4-FFF2-40B4-BE49-F238E27FC236}">
                <a16:creationId xmlns:a16="http://schemas.microsoft.com/office/drawing/2014/main" id="{A1E2E01D-292C-4CAE-A3AF-4909518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0" name="control-label-4">
            <a:extLst xmlns:a="http://schemas.openxmlformats.org/drawingml/2006/main">
              <a:ext uri="{FF2B5EF4-FFF2-40B4-BE49-F238E27FC236}">
                <a16:creationId xmlns:a16="http://schemas.microsoft.com/office/drawing/2014/main" id="{AAAE9006-882E-4AE2-9C81-E09004AA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291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1" name="control-5-frame">
            <a:extLst xmlns:a="http://schemas.openxmlformats.org/drawingml/2006/main">
              <a:ext uri="{FF2B5EF4-FFF2-40B4-BE49-F238E27FC236}">
                <a16:creationId xmlns:a16="http://schemas.microsoft.com/office/drawing/2014/main" id="{066B6864-5008-4F2C-8A5C-7E6E4505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2" name="control-5-text">
            <a:extLst xmlns:a="http://schemas.openxmlformats.org/drawingml/2006/main">
              <a:ext uri="{FF2B5EF4-FFF2-40B4-BE49-F238E27FC236}">
                <a16:creationId xmlns:a16="http://schemas.microsoft.com/office/drawing/2014/main" id="{DD350058-DE33-4B50-AFE6-8C6E43BD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3" name="control-label-5">
            <a:extLst xmlns:a="http://schemas.openxmlformats.org/drawingml/2006/main">
              <a:ext uri="{FF2B5EF4-FFF2-40B4-BE49-F238E27FC236}">
                <a16:creationId xmlns:a16="http://schemas.microsoft.com/office/drawing/2014/main" id="{EE513453-8F9E-4AEA-B3F2-A21F2BD4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291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24" name="control-6-frame">
            <a:extLst xmlns:a="http://schemas.openxmlformats.org/drawingml/2006/main">
              <a:ext uri="{FF2B5EF4-FFF2-40B4-BE49-F238E27FC236}">
                <a16:creationId xmlns:a16="http://schemas.microsoft.com/office/drawing/2014/main" id="{1381741A-9B96-47C0-934D-10D40878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052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25" name="control-6-text">
            <a:extLst xmlns:a="http://schemas.openxmlformats.org/drawingml/2006/main">
              <a:ext uri="{FF2B5EF4-FFF2-40B4-BE49-F238E27FC236}">
                <a16:creationId xmlns:a16="http://schemas.microsoft.com/office/drawing/2014/main" id="{6BF33E0D-06E8-4903-9706-FA05B918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19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6" name="control-label-6">
            <a:extLst xmlns:a="http://schemas.openxmlformats.org/drawingml/2006/main">
              <a:ext uri="{FF2B5EF4-FFF2-40B4-BE49-F238E27FC236}">
                <a16:creationId xmlns:a16="http://schemas.microsoft.com/office/drawing/2014/main" id="{83A60EBC-801C-4E40-9A24-2F38B20C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291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7" name="control-audit">
            <a:extLst xmlns:a="http://schemas.openxmlformats.org/drawingml/2006/main">
              <a:ext uri="{FF2B5EF4-FFF2-40B4-BE49-F238E27FC236}">
                <a16:creationId xmlns:a16="http://schemas.microsoft.com/office/drawing/2014/main" id="{BA871883-5696-45B0-A39C-34ADD044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768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Audit preserves the complete chain afterwards.</a:t>
            </a:r>
          </a:p>
        </p:txBody>
      </p:sp>
      <p:sp>
        <p:nvSpPr>
          <p:cNvPr id="28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D4562551-04F8-4CAA-853D-EEF4952B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keaway">
            <a:extLst xmlns:a="http://schemas.openxmlformats.org/drawingml/2006/main">
              <a:ext uri="{FF2B5EF4-FFF2-40B4-BE49-F238E27FC236}">
                <a16:creationId xmlns:a16="http://schemas.microsoft.com/office/drawing/2014/main" id="{E1052CAB-4E2F-4837-AA9A-AAA9E964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Institutional control must remain explicit before, during, and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21407625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1cf1694f3420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8145D2-A665-4E15-AA1B-50726190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0AA31C13-3684-4EBA-9377-272DFB54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536A35A-97CF-462E-9BEC-0438FF8B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F92A0055-7A98-43E2-A258-8CA5E6E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26F542-D1E9-450E-A907-BC47358B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Fragmented tools fragment accountability</a:t>
            </a:r>
          </a:p>
        </p:txBody>
      </p:sp>
      <p:sp>
        <p:nvSpPr>
          <p:cNvPr id="7" name="fragmentation-copy">
            <a:extLst xmlns:a="http://schemas.openxmlformats.org/drawingml/2006/main">
              <a:ext uri="{FF2B5EF4-FFF2-40B4-BE49-F238E27FC236}">
                <a16:creationId xmlns:a16="http://schemas.microsoft.com/office/drawing/2014/main" id="{E48E329A-7641-4C0A-9B15-8B4A51BB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Drafting, collaboration, approval, signing, records, and AI often operate in separate environments. Each handoff can detach the final record from the authority and decisions that produced it.</a:t>
            </a:r>
          </a:p>
        </p:txBody>
      </p:sp>
      <p:sp>
        <p:nvSpPr>
          <p:cNvPr id="8" name="fragmentation-result">
            <a:extLst xmlns:a="http://schemas.openxmlformats.org/drawingml/2006/main">
              <a:ext uri="{FF2B5EF4-FFF2-40B4-BE49-F238E27FC236}">
                <a16:creationId xmlns:a16="http://schemas.microsoft.com/office/drawing/2014/main" id="{D61D4D6C-E8E7-41DC-8937-EDD2AF3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result is a process that completed without a complete account of why it was allowed.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1c15a44a1436e"/>
          <a:srcRect xmlns:a="http://schemas.openxmlformats.org/drawingml/2006/main" l="0" t="89" r="0" b="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962150"/>
            <a:ext cx="6781800" cy="3810000"/>
          </a:xfrm>
          <a:prstGeom xmlns:a="http://schemas.openxmlformats.org/drawingml/2006/main" prst="rect">
            <a:avLst/>
          </a:prstGeom>
        </p:spPr>
      </p:pic>
      <p:sp>
        <p:nvSpPr>
          <p:cNvPr id="10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A1E82462-3D85-4712-A1FA-C03EECC2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7C386561-4ABC-4F1E-B344-0650308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Every disconnected handoff increases the risk of losing context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500890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181bb76374f1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009019-C597-4B2A-BA04-C715A4C1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0E39D29-CEE0-4F6E-A80B-198EAFB1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26A00C8-B0E0-4223-A861-D61B04B4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E4DA912F-ABE0-4917-93E3-CFFBD1B4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426CBB-7D20-412B-9CE1-8FD12EBE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accountability questions no single tool can answer</a:t>
            </a:r>
          </a:p>
        </p:txBody>
      </p:sp>
      <p:sp>
        <p:nvSpPr>
          <p:cNvPr id="7" name="question-group-1">
            <a:extLst xmlns:a="http://schemas.openxmlformats.org/drawingml/2006/main">
              <a:ext uri="{FF2B5EF4-FFF2-40B4-BE49-F238E27FC236}">
                <a16:creationId xmlns:a16="http://schemas.microsoft.com/office/drawing/2014/main" id="{479AFB0B-BD5B-4C90-84CB-DB116393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CONTENT</a:t>
            </a:r>
          </a:p>
        </p:txBody>
      </p:sp>
      <p:sp>
        <p:nvSpPr>
          <p:cNvPr id="8" name="question-rule-1">
            <a:extLst xmlns:a="http://schemas.openxmlformats.org/drawingml/2006/main">
              <a:ext uri="{FF2B5EF4-FFF2-40B4-BE49-F238E27FC236}">
                <a16:creationId xmlns:a16="http://schemas.microsoft.com/office/drawing/2014/main" id="{3E560CF9-376A-4CBB-98AD-4B3F5DE6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estion-1-1">
            <a:extLst xmlns:a="http://schemas.openxmlformats.org/drawingml/2006/main">
              <a:ext uri="{FF2B5EF4-FFF2-40B4-BE49-F238E27FC236}">
                <a16:creationId xmlns:a16="http://schemas.microsoft.com/office/drawing/2014/main" id="{574A86A1-EB8E-449F-86CD-BE4F003F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Which version was authoritative?</a:t>
            </a:r>
          </a:p>
        </p:txBody>
      </p:sp>
      <p:sp>
        <p:nvSpPr>
          <p:cNvPr id="10" name="question-line-1-1">
            <a:extLst xmlns:a="http://schemas.openxmlformats.org/drawingml/2006/main">
              <a:ext uri="{FF2B5EF4-FFF2-40B4-BE49-F238E27FC236}">
                <a16:creationId xmlns:a16="http://schemas.microsoft.com/office/drawing/2014/main" id="{29863ED8-E50B-45DD-AD8C-6F69C318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question-1-2">
            <a:extLst xmlns:a="http://schemas.openxmlformats.org/drawingml/2006/main">
              <a:ext uri="{FF2B5EF4-FFF2-40B4-BE49-F238E27FC236}">
                <a16:creationId xmlns:a16="http://schemas.microsoft.com/office/drawing/2014/main" id="{0D360280-2822-4C6E-BB46-8AE636B3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exactly received approval?</a:t>
            </a:r>
          </a:p>
        </p:txBody>
      </p:sp>
      <p:sp>
        <p:nvSpPr>
          <p:cNvPr id="12" name="question-line-1-2">
            <a:extLst xmlns:a="http://schemas.openxmlformats.org/drawingml/2006/main">
              <a:ext uri="{FF2B5EF4-FFF2-40B4-BE49-F238E27FC236}">
                <a16:creationId xmlns:a16="http://schemas.microsoft.com/office/drawing/2014/main" id="{59DA4AE4-A4C5-4848-BF68-63664EF0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uestion-1-3">
            <a:extLst xmlns:a="http://schemas.openxmlformats.org/drawingml/2006/main">
              <a:ext uri="{FF2B5EF4-FFF2-40B4-BE49-F238E27FC236}">
                <a16:creationId xmlns:a16="http://schemas.microsoft.com/office/drawing/2014/main" id="{5B7A7085-5DB5-47A5-BB59-971DB570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Which trust services applied?</a:t>
            </a:r>
          </a:p>
        </p:txBody>
      </p:sp>
      <p:sp>
        <p:nvSpPr>
          <p:cNvPr id="14" name="question-group-2">
            <a:extLst xmlns:a="http://schemas.openxmlformats.org/drawingml/2006/main">
              <a:ext uri="{FF2B5EF4-FFF2-40B4-BE49-F238E27FC236}">
                <a16:creationId xmlns:a16="http://schemas.microsoft.com/office/drawing/2014/main" id="{B8CAC7F2-B72A-41F7-9461-53B21342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5" name="question-rule-2">
            <a:extLst xmlns:a="http://schemas.openxmlformats.org/drawingml/2006/main">
              <a:ext uri="{FF2B5EF4-FFF2-40B4-BE49-F238E27FC236}">
                <a16:creationId xmlns:a16="http://schemas.microsoft.com/office/drawing/2014/main" id="{45D79F97-633C-4B0A-9FE4-CBABD1E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question-2-1">
            <a:extLst xmlns:a="http://schemas.openxmlformats.org/drawingml/2006/main">
              <a:ext uri="{FF2B5EF4-FFF2-40B4-BE49-F238E27FC236}">
                <a16:creationId xmlns:a16="http://schemas.microsoft.com/office/drawing/2014/main" id="{936A9FE2-BC13-4A98-A23B-F3777517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 participated?</a:t>
            </a:r>
          </a:p>
        </p:txBody>
      </p:sp>
      <p:sp>
        <p:nvSpPr>
          <p:cNvPr id="17" name="question-line-2-1">
            <a:extLst xmlns:a="http://schemas.openxmlformats.org/drawingml/2006/main">
              <a:ext uri="{FF2B5EF4-FFF2-40B4-BE49-F238E27FC236}">
                <a16:creationId xmlns:a16="http://schemas.microsoft.com/office/drawing/2014/main" id="{6C8423A3-4959-4438-B996-13F11264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uestion-2-2">
            <a:extLst xmlns:a="http://schemas.openxmlformats.org/drawingml/2006/main">
              <a:ext uri="{FF2B5EF4-FFF2-40B4-BE49-F238E27FC236}">
                <a16:creationId xmlns:a16="http://schemas.microsoft.com/office/drawing/2014/main" id="{CB5D4591-5DB5-4CDB-88A0-BFDF87E2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 was permitted to decide?</a:t>
            </a:r>
          </a:p>
        </p:txBody>
      </p:sp>
      <p:sp>
        <p:nvSpPr>
          <p:cNvPr id="19" name="question-line-2-2">
            <a:extLst xmlns:a="http://schemas.openxmlformats.org/drawingml/2006/main">
              <a:ext uri="{FF2B5EF4-FFF2-40B4-BE49-F238E27FC236}">
                <a16:creationId xmlns:a16="http://schemas.microsoft.com/office/drawing/2014/main" id="{17AD8787-EA26-483A-8339-9FB13A6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question-2-3">
            <a:extLst xmlns:a="http://schemas.openxmlformats.org/drawingml/2006/main">
              <a:ext uri="{FF2B5EF4-FFF2-40B4-BE49-F238E27FC236}">
                <a16:creationId xmlns:a16="http://schemas.microsoft.com/office/drawing/2014/main" id="{770B6D71-F339-4335-8A0F-DF89F4EA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Which identity assurance applied?</a:t>
            </a:r>
          </a:p>
        </p:txBody>
      </p:sp>
      <p:sp>
        <p:nvSpPr>
          <p:cNvPr id="21" name="question-group-3">
            <a:extLst xmlns:a="http://schemas.openxmlformats.org/drawingml/2006/main">
              <a:ext uri="{FF2B5EF4-FFF2-40B4-BE49-F238E27FC236}">
                <a16:creationId xmlns:a16="http://schemas.microsoft.com/office/drawing/2014/main" id="{79611E8E-50B3-4625-9D9F-7DF6ABD7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22" name="question-rule-3">
            <a:extLst xmlns:a="http://schemas.openxmlformats.org/drawingml/2006/main">
              <a:ext uri="{FF2B5EF4-FFF2-40B4-BE49-F238E27FC236}">
                <a16:creationId xmlns:a16="http://schemas.microsoft.com/office/drawing/2014/main" id="{D15AE7A6-68DC-424C-BCC0-575F8766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336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question-3-1">
            <a:extLst xmlns:a="http://schemas.openxmlformats.org/drawingml/2006/main">
              <a:ext uri="{FF2B5EF4-FFF2-40B4-BE49-F238E27FC236}">
                <a16:creationId xmlns:a16="http://schemas.microsoft.com/office/drawing/2014/main" id="{11516ED6-2110-4D11-862C-B843ED8D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actually executed?</a:t>
            </a:r>
          </a:p>
        </p:txBody>
      </p:sp>
      <p:sp>
        <p:nvSpPr>
          <p:cNvPr id="24" name="question-line-3-1">
            <a:extLst xmlns:a="http://schemas.openxmlformats.org/drawingml/2006/main">
              <a:ext uri="{FF2B5EF4-FFF2-40B4-BE49-F238E27FC236}">
                <a16:creationId xmlns:a16="http://schemas.microsoft.com/office/drawing/2014/main" id="{78607A90-370A-439A-A000-5934241F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question-3-2">
            <a:extLst xmlns:a="http://schemas.openxmlformats.org/drawingml/2006/main">
              <a:ext uri="{FF2B5EF4-FFF2-40B4-BE49-F238E27FC236}">
                <a16:creationId xmlns:a16="http://schemas.microsoft.com/office/drawing/2014/main" id="{45DDD239-57EB-404E-9717-89CAD772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338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happened afterwards?</a:t>
            </a:r>
          </a:p>
        </p:txBody>
      </p:sp>
      <p:sp>
        <p:nvSpPr>
          <p:cNvPr id="26" name="question-line-3-2">
            <a:extLst xmlns:a="http://schemas.openxmlformats.org/drawingml/2006/main">
              <a:ext uri="{FF2B5EF4-FFF2-40B4-BE49-F238E27FC236}">
                <a16:creationId xmlns:a16="http://schemas.microsoft.com/office/drawing/2014/main" id="{8C9A2428-0725-4A6D-8F06-343E9D67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question-3-3">
            <a:extLst xmlns:a="http://schemas.openxmlformats.org/drawingml/2006/main">
              <a:ext uri="{FF2B5EF4-FFF2-40B4-BE49-F238E27FC236}">
                <a16:creationId xmlns:a16="http://schemas.microsoft.com/office/drawing/2014/main" id="{7A3FB87D-888B-4232-A814-4EDA09B3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Can the complete chain be proven?</a:t>
            </a:r>
          </a:p>
        </p:txBody>
      </p:sp>
      <p:sp>
        <p:nvSpPr>
          <p:cNvPr id="28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71064170-8684-450A-8B35-4633A008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keaway">
            <a:extLst xmlns:a="http://schemas.openxmlformats.org/drawingml/2006/main">
              <a:ext uri="{FF2B5EF4-FFF2-40B4-BE49-F238E27FC236}">
                <a16:creationId xmlns:a16="http://schemas.microsoft.com/office/drawing/2014/main" id="{0E1998C3-25E6-4B91-89EC-55DB89C4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future requirement is a continuous trust and evidence chain.</a:t>
            </a:r>
          </a:p>
        </p:txBody>
      </p:sp>
    </p:spTree>
    <p:extLst>
      <p:ext uri="{BB962C8B-B14F-4D97-AF65-F5344CB8AC3E}">
        <p14:creationId xmlns:p14="http://schemas.microsoft.com/office/powerpoint/2010/main" val="716862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30c25cb884fe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C1B02F-9351-42D8-BC80-19A86E7A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D2F6F64-C7E8-4D26-8D19-F19E2D6F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4715A783-39E5-45F5-AB50-306C2EF7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31E4D141-326F-4A3D-98B8-F1CC15C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D14EDD-D156-441B-821E-DD80EF4D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continuous trust and evidence chain</a:t>
            </a:r>
          </a:p>
        </p:txBody>
      </p:sp>
      <p:sp>
        <p:nvSpPr>
          <p:cNvPr id="7" name="chain-1-frame">
            <a:extLst xmlns:a="http://schemas.openxmlformats.org/drawingml/2006/main">
              <a:ext uri="{FF2B5EF4-FFF2-40B4-BE49-F238E27FC236}">
                <a16:creationId xmlns:a16="http://schemas.microsoft.com/office/drawing/2014/main" id="{A1BD6DF0-6F3D-4DA7-A85A-3882C91A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8" name="chain-1-text">
            <a:extLst xmlns:a="http://schemas.openxmlformats.org/drawingml/2006/main">
              <a:ext uri="{FF2B5EF4-FFF2-40B4-BE49-F238E27FC236}">
                <a16:creationId xmlns:a16="http://schemas.microsoft.com/office/drawing/2014/main" id="{8D3AB257-9991-4A83-AF16-B782C61C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chain-label-1">
            <a:extLst xmlns:a="http://schemas.openxmlformats.org/drawingml/2006/main">
              <a:ext uri="{FF2B5EF4-FFF2-40B4-BE49-F238E27FC236}">
                <a16:creationId xmlns:a16="http://schemas.microsoft.com/office/drawing/2014/main" id="{8EE9D87C-F954-484A-B544-A40FB48D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0" name="chain-link-1">
            <a:extLst xmlns:a="http://schemas.openxmlformats.org/drawingml/2006/main">
              <a:ext uri="{FF2B5EF4-FFF2-40B4-BE49-F238E27FC236}">
                <a16:creationId xmlns:a16="http://schemas.microsoft.com/office/drawing/2014/main" id="{11B7272A-2AF5-49FE-B37D-B80F571C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527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ain-2-frame">
            <a:extLst xmlns:a="http://schemas.openxmlformats.org/drawingml/2006/main">
              <a:ext uri="{FF2B5EF4-FFF2-40B4-BE49-F238E27FC236}">
                <a16:creationId xmlns:a16="http://schemas.microsoft.com/office/drawing/2014/main" id="{7494A6D3-4095-4C49-B55A-D9B1641E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chain-2-text">
            <a:extLst xmlns:a="http://schemas.openxmlformats.org/drawingml/2006/main">
              <a:ext uri="{FF2B5EF4-FFF2-40B4-BE49-F238E27FC236}">
                <a16:creationId xmlns:a16="http://schemas.microsoft.com/office/drawing/2014/main" id="{0A6E4B45-724F-4474-BB3C-33BB6CE7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chain-label-2">
            <a:extLst xmlns:a="http://schemas.openxmlformats.org/drawingml/2006/main">
              <a:ext uri="{FF2B5EF4-FFF2-40B4-BE49-F238E27FC236}">
                <a16:creationId xmlns:a16="http://schemas.microsoft.com/office/drawing/2014/main" id="{FC9CCF1A-3477-41A6-A7E4-990D77C9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003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14" name="chain-link-2">
            <a:extLst xmlns:a="http://schemas.openxmlformats.org/drawingml/2006/main">
              <a:ext uri="{FF2B5EF4-FFF2-40B4-BE49-F238E27FC236}">
                <a16:creationId xmlns:a16="http://schemas.microsoft.com/office/drawing/2014/main" id="{DFBCFA71-5227-434F-A994-CA04C1D2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ain-3-frame">
            <a:extLst xmlns:a="http://schemas.openxmlformats.org/drawingml/2006/main">
              <a:ext uri="{FF2B5EF4-FFF2-40B4-BE49-F238E27FC236}">
                <a16:creationId xmlns:a16="http://schemas.microsoft.com/office/drawing/2014/main" id="{FB3BCCAE-BEFE-4008-BB68-985D5635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6" name="chain-3-text">
            <a:extLst xmlns:a="http://schemas.openxmlformats.org/drawingml/2006/main">
              <a:ext uri="{FF2B5EF4-FFF2-40B4-BE49-F238E27FC236}">
                <a16:creationId xmlns:a16="http://schemas.microsoft.com/office/drawing/2014/main" id="{D7C6BCB8-E920-49AB-919C-91F30C79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chain-label-3">
            <a:extLst xmlns:a="http://schemas.openxmlformats.org/drawingml/2006/main">
              <a:ext uri="{FF2B5EF4-FFF2-40B4-BE49-F238E27FC236}">
                <a16:creationId xmlns:a16="http://schemas.microsoft.com/office/drawing/2014/main" id="{681152B7-85B6-4082-8F88-862AFA14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8" name="chain-link-3">
            <a:extLst xmlns:a="http://schemas.openxmlformats.org/drawingml/2006/main">
              <a:ext uri="{FF2B5EF4-FFF2-40B4-BE49-F238E27FC236}">
                <a16:creationId xmlns:a16="http://schemas.microsoft.com/office/drawing/2014/main" id="{8EF46819-2BD6-42FF-A064-07D3F243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ain-4-frame">
            <a:extLst xmlns:a="http://schemas.openxmlformats.org/drawingml/2006/main">
              <a:ext uri="{FF2B5EF4-FFF2-40B4-BE49-F238E27FC236}">
                <a16:creationId xmlns:a16="http://schemas.microsoft.com/office/drawing/2014/main" id="{C3E2B515-790F-4596-BF1B-08AE7367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43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0" name="chain-4-text">
            <a:extLst xmlns:a="http://schemas.openxmlformats.org/drawingml/2006/main">
              <a:ext uri="{FF2B5EF4-FFF2-40B4-BE49-F238E27FC236}">
                <a16:creationId xmlns:a16="http://schemas.microsoft.com/office/drawing/2014/main" id="{EA92C048-1DFE-46C0-AE09-F56EFADC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1" name="chain-label-4">
            <a:extLst xmlns:a="http://schemas.openxmlformats.org/drawingml/2006/main">
              <a:ext uri="{FF2B5EF4-FFF2-40B4-BE49-F238E27FC236}">
                <a16:creationId xmlns:a16="http://schemas.microsoft.com/office/drawing/2014/main" id="{63AAA5FF-5806-444F-9628-1A9E5C84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03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22" name="chain-link-4">
            <a:extLst xmlns:a="http://schemas.openxmlformats.org/drawingml/2006/main">
              <a:ext uri="{FF2B5EF4-FFF2-40B4-BE49-F238E27FC236}">
                <a16:creationId xmlns:a16="http://schemas.microsoft.com/office/drawing/2014/main" id="{E1EFD68E-323C-41B9-A2D2-137A5D60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527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hain-5-frame">
            <a:extLst xmlns:a="http://schemas.openxmlformats.org/drawingml/2006/main">
              <a:ext uri="{FF2B5EF4-FFF2-40B4-BE49-F238E27FC236}">
                <a16:creationId xmlns:a16="http://schemas.microsoft.com/office/drawing/2014/main" id="{1CFA4819-2C6F-4BA8-98C4-E05D3539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4" name="chain-5-text">
            <a:extLst xmlns:a="http://schemas.openxmlformats.org/drawingml/2006/main">
              <a:ext uri="{FF2B5EF4-FFF2-40B4-BE49-F238E27FC236}">
                <a16:creationId xmlns:a16="http://schemas.microsoft.com/office/drawing/2014/main" id="{44F39BA0-CB83-4748-84AD-C1ECBA7C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5" name="chain-label-5">
            <a:extLst xmlns:a="http://schemas.openxmlformats.org/drawingml/2006/main">
              <a:ext uri="{FF2B5EF4-FFF2-40B4-BE49-F238E27FC236}">
                <a16:creationId xmlns:a16="http://schemas.microsoft.com/office/drawing/2014/main" id="{6090532E-B6BB-490D-B37F-08544476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 or seal</a:t>
            </a:r>
          </a:p>
        </p:txBody>
      </p:sp>
      <p:sp>
        <p:nvSpPr>
          <p:cNvPr id="26" name="chain-6-frame">
            <a:extLst xmlns:a="http://schemas.openxmlformats.org/drawingml/2006/main">
              <a:ext uri="{FF2B5EF4-FFF2-40B4-BE49-F238E27FC236}">
                <a16:creationId xmlns:a16="http://schemas.microsoft.com/office/drawing/2014/main" id="{9C4CF845-654C-47B3-B2E2-496CBAAD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7" name="chain-6-text">
            <a:extLst xmlns:a="http://schemas.openxmlformats.org/drawingml/2006/main">
              <a:ext uri="{FF2B5EF4-FFF2-40B4-BE49-F238E27FC236}">
                <a16:creationId xmlns:a16="http://schemas.microsoft.com/office/drawing/2014/main" id="{45AFDFA3-F607-4B9E-978A-F8E20CEB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8" name="chain-label-6">
            <a:extLst xmlns:a="http://schemas.openxmlformats.org/drawingml/2006/main">
              <a:ext uri="{FF2B5EF4-FFF2-40B4-BE49-F238E27FC236}">
                <a16:creationId xmlns:a16="http://schemas.microsoft.com/office/drawing/2014/main" id="{9A4ED0C2-626A-4160-A8AE-BC3DE583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9" name="chain-link-6">
            <a:extLst xmlns:a="http://schemas.openxmlformats.org/drawingml/2006/main">
              <a:ext uri="{FF2B5EF4-FFF2-40B4-BE49-F238E27FC236}">
                <a16:creationId xmlns:a16="http://schemas.microsoft.com/office/drawing/2014/main" id="{7F411D77-A1CC-45BD-BEC2-5BE9ADA3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67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ain-7-frame">
            <a:extLst xmlns:a="http://schemas.openxmlformats.org/drawingml/2006/main">
              <a:ext uri="{FF2B5EF4-FFF2-40B4-BE49-F238E27FC236}">
                <a16:creationId xmlns:a16="http://schemas.microsoft.com/office/drawing/2014/main" id="{FB952C99-9B43-4B2B-A0A2-0865ADE7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576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1" name="chain-7-text">
            <a:extLst xmlns:a="http://schemas.openxmlformats.org/drawingml/2006/main">
              <a:ext uri="{FF2B5EF4-FFF2-40B4-BE49-F238E27FC236}">
                <a16:creationId xmlns:a16="http://schemas.microsoft.com/office/drawing/2014/main" id="{F9561645-2A5B-4632-AA88-AB5E5C4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71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2" name="chain-label-7">
            <a:extLst xmlns:a="http://schemas.openxmlformats.org/drawingml/2006/main">
              <a:ext uri="{FF2B5EF4-FFF2-40B4-BE49-F238E27FC236}">
                <a16:creationId xmlns:a16="http://schemas.microsoft.com/office/drawing/2014/main" id="{CFBBCA9B-6F05-44AA-9202-343F9BDF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148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33" name="chain-link-7">
            <a:extLst xmlns:a="http://schemas.openxmlformats.org/drawingml/2006/main">
              <a:ext uri="{FF2B5EF4-FFF2-40B4-BE49-F238E27FC236}">
                <a16:creationId xmlns:a16="http://schemas.microsoft.com/office/drawing/2014/main" id="{F153801A-96B3-45AA-B92B-E47F70F3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67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hain-8-frame">
            <a:extLst xmlns:a="http://schemas.openxmlformats.org/drawingml/2006/main">
              <a:ext uri="{FF2B5EF4-FFF2-40B4-BE49-F238E27FC236}">
                <a16:creationId xmlns:a16="http://schemas.microsoft.com/office/drawing/2014/main" id="{B2D9E3A0-E64A-4BB9-8AC5-D12C7B2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576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5" name="chain-8-text">
            <a:extLst xmlns:a="http://schemas.openxmlformats.org/drawingml/2006/main">
              <a:ext uri="{FF2B5EF4-FFF2-40B4-BE49-F238E27FC236}">
                <a16:creationId xmlns:a16="http://schemas.microsoft.com/office/drawing/2014/main" id="{32C2462D-A067-4807-B9F5-C2ADE5A4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6" name="chain-label-8">
            <a:extLst xmlns:a="http://schemas.openxmlformats.org/drawingml/2006/main">
              <a:ext uri="{FF2B5EF4-FFF2-40B4-BE49-F238E27FC236}">
                <a16:creationId xmlns:a16="http://schemas.microsoft.com/office/drawing/2014/main" id="{775A0D7F-BDE3-48B7-B30D-0A9BA22C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Retrieve</a:t>
            </a:r>
          </a:p>
        </p:txBody>
      </p:sp>
      <p:sp>
        <p:nvSpPr>
          <p:cNvPr id="37" name="chain-link-8">
            <a:extLst xmlns:a="http://schemas.openxmlformats.org/drawingml/2006/main">
              <a:ext uri="{FF2B5EF4-FFF2-40B4-BE49-F238E27FC236}">
                <a16:creationId xmlns:a16="http://schemas.microsoft.com/office/drawing/2014/main" id="{A76C92E9-3AFA-4B35-9898-15919FB0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67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hain-9-frame">
            <a:extLst xmlns:a="http://schemas.openxmlformats.org/drawingml/2006/main">
              <a:ext uri="{FF2B5EF4-FFF2-40B4-BE49-F238E27FC236}">
                <a16:creationId xmlns:a16="http://schemas.microsoft.com/office/drawing/2014/main" id="{95733A71-2F40-4C4C-AE5B-8D14D690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9" name="chain-9-text">
            <a:extLst xmlns:a="http://schemas.openxmlformats.org/drawingml/2006/main">
              <a:ext uri="{FF2B5EF4-FFF2-40B4-BE49-F238E27FC236}">
                <a16:creationId xmlns:a16="http://schemas.microsoft.com/office/drawing/2014/main" id="{C3D9FC1C-2A3B-4F7C-BAE8-54753B81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40" name="chain-label-9">
            <a:extLst xmlns:a="http://schemas.openxmlformats.org/drawingml/2006/main">
              <a:ext uri="{FF2B5EF4-FFF2-40B4-BE49-F238E27FC236}">
                <a16:creationId xmlns:a16="http://schemas.microsoft.com/office/drawing/2014/main" id="{BDA8E633-2E39-442E-8E41-F5D27695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Analyse</a:t>
            </a:r>
          </a:p>
        </p:txBody>
      </p:sp>
      <p:sp>
        <p:nvSpPr>
          <p:cNvPr id="41" name="chain-link-9">
            <a:extLst xmlns:a="http://schemas.openxmlformats.org/drawingml/2006/main">
              <a:ext uri="{FF2B5EF4-FFF2-40B4-BE49-F238E27FC236}">
                <a16:creationId xmlns:a16="http://schemas.microsoft.com/office/drawing/2014/main" id="{16AA577A-A5BF-4B04-AC81-71740266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67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hain-10-frame">
            <a:extLst xmlns:a="http://schemas.openxmlformats.org/drawingml/2006/main">
              <a:ext uri="{FF2B5EF4-FFF2-40B4-BE49-F238E27FC236}">
                <a16:creationId xmlns:a16="http://schemas.microsoft.com/office/drawing/2014/main" id="{2A322CE4-8D35-4FEC-BF92-BE4F328C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43" name="chain-10-text">
            <a:extLst xmlns:a="http://schemas.openxmlformats.org/drawingml/2006/main">
              <a:ext uri="{FF2B5EF4-FFF2-40B4-BE49-F238E27FC236}">
                <a16:creationId xmlns:a16="http://schemas.microsoft.com/office/drawing/2014/main" id="{AD633A99-D009-44BD-9A6D-B0F9522F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44" name="chain-label-10">
            <a:extLst xmlns:a="http://schemas.openxmlformats.org/drawingml/2006/main">
              <a:ext uri="{FF2B5EF4-FFF2-40B4-BE49-F238E27FC236}">
                <a16:creationId xmlns:a16="http://schemas.microsoft.com/office/drawing/2014/main" id="{54C436B0-0CAA-4ECD-A4E5-FD07B84D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148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Act</a:t>
            </a:r>
          </a:p>
        </p:txBody>
      </p:sp>
      <p:sp>
        <p:nvSpPr>
          <p:cNvPr id="45" name="chain-turn">
            <a:extLst xmlns:a="http://schemas.openxmlformats.org/drawingml/2006/main">
              <a:ext uri="{FF2B5EF4-FFF2-40B4-BE49-F238E27FC236}">
                <a16:creationId xmlns:a16="http://schemas.microsoft.com/office/drawing/2014/main" id="{C493A0DE-45D3-408A-A9BE-D4C1F87E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781300"/>
            <a:ext cx="19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hain-explanation">
            <a:extLst xmlns:a="http://schemas.openxmlformats.org/drawingml/2006/main">
              <a:ext uri="{FF2B5EF4-FFF2-40B4-BE49-F238E27FC236}">
                <a16:creationId xmlns:a16="http://schemas.microsoft.com/office/drawing/2014/main" id="{18D52B50-B2C7-4C76-962C-A21D57AC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75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Identity, permissions, authority, versions, decisions, trust events, and evidence remain connected through the lifecycle.</a:t>
            </a:r>
          </a:p>
        </p:txBody>
      </p:sp>
      <p:sp>
        <p:nvSpPr>
          <p:cNvPr id="4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25C4C2F0-D4AA-4F4E-BB48-E21B630D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akeaway">
            <a:extLst xmlns:a="http://schemas.openxmlformats.org/drawingml/2006/main">
              <a:ext uri="{FF2B5EF4-FFF2-40B4-BE49-F238E27FC236}">
                <a16:creationId xmlns:a16="http://schemas.microsoft.com/office/drawing/2014/main" id="{5A43D820-FD65-461F-8F3B-6D85CE93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persists across the process instead of appearing only at the point of signing.</a:t>
            </a:r>
          </a:p>
        </p:txBody>
      </p:sp>
    </p:spTree>
    <p:extLst>
      <p:ext uri="{BB962C8B-B14F-4D97-AF65-F5344CB8AC3E}">
        <p14:creationId xmlns:p14="http://schemas.microsoft.com/office/powerpoint/2010/main" val="1443349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ba170f3de480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1C9238-B5DA-41E8-AEC7-A770C29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057B7586-A7A5-431E-886D-CE06CF00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F5E7BF1-6B0A-45D2-8F15-7CA79533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5373A57F-0CE5-4B91-A572-19B86148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7C91B4-5409-464F-B745-9C809F24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 starts before the signature</a:t>
            </a:r>
          </a:p>
        </p:txBody>
      </p:sp>
      <p:sp>
        <p:nvSpPr>
          <p:cNvPr id="7" name="signature-zone-1">
            <a:extLst xmlns:a="http://schemas.openxmlformats.org/drawingml/2006/main">
              <a:ext uri="{FF2B5EF4-FFF2-40B4-BE49-F238E27FC236}">
                <a16:creationId xmlns:a16="http://schemas.microsoft.com/office/drawing/2014/main" id="{456515DB-DA04-4C10-9F9A-3986060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3528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signature-zone-label-1">
            <a:extLst xmlns:a="http://schemas.openxmlformats.org/drawingml/2006/main">
              <a:ext uri="{FF2B5EF4-FFF2-40B4-BE49-F238E27FC236}">
                <a16:creationId xmlns:a16="http://schemas.microsoft.com/office/drawing/2014/main" id="{9DA4895A-B721-49D2-BA61-D3D2D544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BEFORE</a:t>
            </a:r>
          </a:p>
        </p:txBody>
      </p:sp>
      <p:sp>
        <p:nvSpPr>
          <p:cNvPr id="9" name="signature-zone-body-1">
            <a:extLst xmlns:a="http://schemas.openxmlformats.org/drawingml/2006/main">
              <a:ext uri="{FF2B5EF4-FFF2-40B4-BE49-F238E27FC236}">
                <a16:creationId xmlns:a16="http://schemas.microsoft.com/office/drawing/2014/main" id="{BB6FADC7-149F-4C52-9420-74760913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743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Content, identity, authority, versions, review, and approval</a:t>
            </a:r>
          </a:p>
        </p:txBody>
      </p:sp>
      <p:sp>
        <p:nvSpPr>
          <p:cNvPr id="10" name="signature-zone-2">
            <a:extLst xmlns:a="http://schemas.openxmlformats.org/drawingml/2006/main">
              <a:ext uri="{FF2B5EF4-FFF2-40B4-BE49-F238E27FC236}">
                <a16:creationId xmlns:a16="http://schemas.microsoft.com/office/drawing/2014/main" id="{8C32F3F8-777C-48D8-BE9D-C6C0241D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33528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7000FF"/>
            </a:solidFill>
            <a:prstDash val="solid"/>
          </a:ln>
        </p:spPr>
      </p:sp>
      <p:sp>
        <p:nvSpPr>
          <p:cNvPr id="11" name="signature-zone-label-2">
            <a:extLst xmlns:a="http://schemas.openxmlformats.org/drawingml/2006/main">
              <a:ext uri="{FF2B5EF4-FFF2-40B4-BE49-F238E27FC236}">
                <a16:creationId xmlns:a16="http://schemas.microsoft.com/office/drawing/2014/main" id="{517D0DCC-F79C-4B7D-ABF9-055B26B2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 EVENT</a:t>
            </a:r>
          </a:p>
        </p:txBody>
      </p:sp>
      <p:sp>
        <p:nvSpPr>
          <p:cNvPr id="12" name="signature-zone-body-2">
            <a:extLst xmlns:a="http://schemas.openxmlformats.org/drawingml/2006/main">
              <a:ext uri="{FF2B5EF4-FFF2-40B4-BE49-F238E27FC236}">
                <a16:creationId xmlns:a16="http://schemas.microsoft.com/office/drawing/2014/main" id="{19EFD9D1-7868-4FB9-BAB9-4465ABFD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2743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Signature, seal, timestamp, or another required mechanism</a:t>
            </a:r>
          </a:p>
        </p:txBody>
      </p:sp>
      <p:sp>
        <p:nvSpPr>
          <p:cNvPr id="13" name="signature-zone-3">
            <a:extLst xmlns:a="http://schemas.openxmlformats.org/drawingml/2006/main">
              <a:ext uri="{FF2B5EF4-FFF2-40B4-BE49-F238E27FC236}">
                <a16:creationId xmlns:a16="http://schemas.microsoft.com/office/drawing/2014/main" id="{3BE69E7B-D42E-44D8-B950-AA5F1297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33528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signature-zone-label-3">
            <a:extLst xmlns:a="http://schemas.openxmlformats.org/drawingml/2006/main">
              <a:ext uri="{FF2B5EF4-FFF2-40B4-BE49-F238E27FC236}">
                <a16:creationId xmlns:a16="http://schemas.microsoft.com/office/drawing/2014/main" id="{EFD8D2EC-F3A6-4E14-9DAD-CF6B120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AFTER</a:t>
            </a:r>
          </a:p>
        </p:txBody>
      </p:sp>
      <p:sp>
        <p:nvSpPr>
          <p:cNvPr id="15" name="signature-zone-body-3">
            <a:extLst xmlns:a="http://schemas.openxmlformats.org/drawingml/2006/main">
              <a:ext uri="{FF2B5EF4-FFF2-40B4-BE49-F238E27FC236}">
                <a16:creationId xmlns:a16="http://schemas.microsoft.com/office/drawing/2014/main" id="{514523F6-D669-42BE-A3D4-06026EF4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2743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Evidence, trusted record, auditability, retrieval, and analysis</a:t>
            </a:r>
          </a:p>
        </p:txBody>
      </p:sp>
      <p:sp>
        <p:nvSpPr>
          <p:cNvPr id="16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2EB616DC-BB2F-454C-80E7-5307377D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739142C7-A2BB-4168-852A-657D3914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signature is an important trust event within a broader trust model.</a:t>
            </a:r>
          </a:p>
        </p:txBody>
      </p:sp>
    </p:spTree>
    <p:extLst>
      <p:ext uri="{BB962C8B-B14F-4D97-AF65-F5344CB8AC3E}">
        <p14:creationId xmlns:p14="http://schemas.microsoft.com/office/powerpoint/2010/main" val="1714040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f424658f648b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3A0267-0037-4AC6-A175-9B5A7764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2180164-580B-4372-9352-979257E1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DA708C1C-72EE-4FE6-AA54-598C2EBE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2033B1E9-BBDC-46D0-95FB-FF7E0637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20B455-1075-401F-AFC8-6F75575D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Orchestration and Trusted Execution</a:t>
            </a:r>
          </a:p>
        </p:txBody>
      </p:sp>
      <p:sp>
        <p:nvSpPr>
          <p:cNvPr id="7" name="orchestration-frame">
            <a:extLst xmlns:a="http://schemas.openxmlformats.org/drawingml/2006/main">
              <a:ext uri="{FF2B5EF4-FFF2-40B4-BE49-F238E27FC236}">
                <a16:creationId xmlns:a16="http://schemas.microsoft.com/office/drawing/2014/main" id="{388F83F8-6E3A-48E6-961C-D696F2AE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4953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8" name="orchestration-label">
            <a:extLst xmlns:a="http://schemas.openxmlformats.org/drawingml/2006/main">
              <a:ext uri="{FF2B5EF4-FFF2-40B4-BE49-F238E27FC236}">
                <a16:creationId xmlns:a16="http://schemas.microsoft.com/office/drawing/2014/main" id="{E194D0D6-2466-4B3F-97CF-0F36CF49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PLATFORM CAPABILITY</a:t>
            </a:r>
          </a:p>
        </p:txBody>
      </p:sp>
      <p:sp>
        <p:nvSpPr>
          <p:cNvPr id="9" name="orchestration-title">
            <a:extLst xmlns:a="http://schemas.openxmlformats.org/drawingml/2006/main">
              <a:ext uri="{FF2B5EF4-FFF2-40B4-BE49-F238E27FC236}">
                <a16:creationId xmlns:a16="http://schemas.microsoft.com/office/drawing/2014/main" id="{59679AD5-3858-4FB4-933C-D1C0793E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Orchestration</a:t>
            </a:r>
          </a:p>
        </p:txBody>
      </p:sp>
      <p:sp>
        <p:nvSpPr>
          <p:cNvPr id="10" name="orchestration-body">
            <a:extLst xmlns:a="http://schemas.openxmlformats.org/drawingml/2006/main">
              <a:ext uri="{FF2B5EF4-FFF2-40B4-BE49-F238E27FC236}">
                <a16:creationId xmlns:a16="http://schemas.microsoft.com/office/drawing/2014/main" id="{DB227237-0FDD-4AFB-BB19-C35890EF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Coordinates identity, authority, workflow, policy, approvals, trust services, and evidence across the business process.</a:t>
            </a:r>
          </a:p>
        </p:txBody>
      </p:sp>
      <p:sp>
        <p:nvSpPr>
          <p:cNvPr id="11" name="execution-frame">
            <a:extLst xmlns:a="http://schemas.openxmlformats.org/drawingml/2006/main">
              <a:ext uri="{FF2B5EF4-FFF2-40B4-BE49-F238E27FC236}">
                <a16:creationId xmlns:a16="http://schemas.microsoft.com/office/drawing/2014/main" id="{9BC39FB5-CD71-406E-92A5-2A487648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953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xecution-label">
            <a:extLst xmlns:a="http://schemas.openxmlformats.org/drawingml/2006/main">
              <a:ext uri="{FF2B5EF4-FFF2-40B4-BE49-F238E27FC236}">
                <a16:creationId xmlns:a16="http://schemas.microsoft.com/office/drawing/2014/main" id="{887F8D15-0862-4614-98F5-646325C5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BUSINESS OUTCOME</a:t>
            </a:r>
          </a:p>
        </p:txBody>
      </p:sp>
      <p:sp>
        <p:nvSpPr>
          <p:cNvPr id="13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2BAE7997-B521-4A46-A935-461CE0D0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</a:t>
            </a:r>
          </a:p>
        </p:txBody>
      </p:sp>
      <p:sp>
        <p:nvSpPr>
          <p:cNvPr id="14" name="execution-body">
            <a:extLst xmlns:a="http://schemas.openxmlformats.org/drawingml/2006/main">
              <a:ext uri="{FF2B5EF4-FFF2-40B4-BE49-F238E27FC236}">
                <a16:creationId xmlns:a16="http://schemas.microsoft.com/office/drawing/2014/main" id="{64F3BDC0-F339-4C1E-9CB1-DE51A1C1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Produces a governed and verifiable action with the required controls, assurance, and retained evidence.</a:t>
            </a:r>
          </a:p>
        </p:txBody>
      </p:sp>
      <p:sp>
        <p:nvSpPr>
          <p:cNvPr id="1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77656650-3355-45CF-9EB2-A53735A7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94CFEF49-9476-49F9-9CFD-D55A0BF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orchestrates trust. Trusted Execution is the outcome.</a:t>
            </a:r>
          </a:p>
        </p:txBody>
      </p:sp>
    </p:spTree>
    <p:extLst>
      <p:ext uri="{BB962C8B-B14F-4D97-AF65-F5344CB8AC3E}">
        <p14:creationId xmlns:p14="http://schemas.microsoft.com/office/powerpoint/2010/main" val="42132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8b586855a400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5C96C7-7C3C-41DC-B599-966524F4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E309CD0-E958-4B2A-8E9A-FDA7C3D5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035C24C-02AF-4180-9572-F60FF42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E92C93EE-0C70-4F48-B056-486A105C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743F8F-BC2D-45C9-8D59-FA916949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Six connected platform areas</a:t>
            </a:r>
          </a:p>
        </p:txBody>
      </p:sp>
      <p:sp>
        <p:nvSpPr>
          <p:cNvPr id="7" name="platform-1-frame">
            <a:extLst xmlns:a="http://schemas.openxmlformats.org/drawingml/2006/main">
              <a:ext uri="{FF2B5EF4-FFF2-40B4-BE49-F238E27FC236}">
                <a16:creationId xmlns:a16="http://schemas.microsoft.com/office/drawing/2014/main" id="{C1AB84D8-F4D6-4932-84B2-C7B2ED9B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8" name="platform-1-text">
            <a:extLst xmlns:a="http://schemas.openxmlformats.org/drawingml/2006/main">
              <a:ext uri="{FF2B5EF4-FFF2-40B4-BE49-F238E27FC236}">
                <a16:creationId xmlns:a16="http://schemas.microsoft.com/office/drawing/2014/main" id="{B0D3F088-D78C-461F-B4F7-E5E575B8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platform-title-1">
            <a:extLst xmlns:a="http://schemas.openxmlformats.org/drawingml/2006/main">
              <a:ext uri="{FF2B5EF4-FFF2-40B4-BE49-F238E27FC236}">
                <a16:creationId xmlns:a16="http://schemas.microsoft.com/office/drawing/2014/main" id="{70D9BE8F-213F-44CE-83C9-E7C25506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Content &amp; Collaboration</a:t>
            </a:r>
          </a:p>
        </p:txBody>
      </p:sp>
      <p:sp>
        <p:nvSpPr>
          <p:cNvPr id="10" name="platform-body-1">
            <a:extLst xmlns:a="http://schemas.openxmlformats.org/drawingml/2006/main">
              <a:ext uri="{FF2B5EF4-FFF2-40B4-BE49-F238E27FC236}">
                <a16:creationId xmlns:a16="http://schemas.microsoft.com/office/drawing/2014/main" id="{3AD6B7DC-821C-42D9-8E55-6496DE7D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Create, prepare, collaborate, review</a:t>
            </a:r>
          </a:p>
        </p:txBody>
      </p:sp>
      <p:sp>
        <p:nvSpPr>
          <p:cNvPr id="11" name="platform-rule-1">
            <a:extLst xmlns:a="http://schemas.openxmlformats.org/drawingml/2006/main">
              <a:ext uri="{FF2B5EF4-FFF2-40B4-BE49-F238E27FC236}">
                <a16:creationId xmlns:a16="http://schemas.microsoft.com/office/drawing/2014/main" id="{E741100D-94A1-4FC5-9E36-6487C32F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latform-2-frame">
            <a:extLst xmlns:a="http://schemas.openxmlformats.org/drawingml/2006/main">
              <a:ext uri="{FF2B5EF4-FFF2-40B4-BE49-F238E27FC236}">
                <a16:creationId xmlns:a16="http://schemas.microsoft.com/office/drawing/2014/main" id="{7BC2FA2A-DABA-4E6E-BB48-ECA40C5A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3" name="platform-2-text">
            <a:extLst xmlns:a="http://schemas.openxmlformats.org/drawingml/2006/main">
              <a:ext uri="{FF2B5EF4-FFF2-40B4-BE49-F238E27FC236}">
                <a16:creationId xmlns:a16="http://schemas.microsoft.com/office/drawing/2014/main" id="{ACD422B8-D221-4BE1-AA0D-91DA2366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platform-title-2">
            <a:extLst xmlns:a="http://schemas.openxmlformats.org/drawingml/2006/main">
              <a:ext uri="{FF2B5EF4-FFF2-40B4-BE49-F238E27FC236}">
                <a16:creationId xmlns:a16="http://schemas.microsoft.com/office/drawing/2014/main" id="{4068DCA5-BD9F-437D-BECB-7118401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&amp; Authority</a:t>
            </a:r>
          </a:p>
        </p:txBody>
      </p:sp>
      <p:sp>
        <p:nvSpPr>
          <p:cNvPr id="15" name="platform-body-2">
            <a:extLst xmlns:a="http://schemas.openxmlformats.org/drawingml/2006/main">
              <a:ext uri="{FF2B5EF4-FFF2-40B4-BE49-F238E27FC236}">
                <a16:creationId xmlns:a16="http://schemas.microsoft.com/office/drawing/2014/main" id="{4BE649AF-B38C-4187-9493-E9A02A25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95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Identify the actor and establish the right to act</a:t>
            </a:r>
          </a:p>
        </p:txBody>
      </p:sp>
      <p:sp>
        <p:nvSpPr>
          <p:cNvPr id="16" name="platform-rule-2">
            <a:extLst xmlns:a="http://schemas.openxmlformats.org/drawingml/2006/main">
              <a:ext uri="{FF2B5EF4-FFF2-40B4-BE49-F238E27FC236}">
                <a16:creationId xmlns:a16="http://schemas.microsoft.com/office/drawing/2014/main" id="{3E436E07-894A-40A2-BBDD-BE292D64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latform-3-frame">
            <a:extLst xmlns:a="http://schemas.openxmlformats.org/drawingml/2006/main">
              <a:ext uri="{FF2B5EF4-FFF2-40B4-BE49-F238E27FC236}">
                <a16:creationId xmlns:a16="http://schemas.microsoft.com/office/drawing/2014/main" id="{100BB254-1A94-428A-A74A-56BD7F93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8" name="platform-3-text">
            <a:extLst xmlns:a="http://schemas.openxmlformats.org/drawingml/2006/main">
              <a:ext uri="{FF2B5EF4-FFF2-40B4-BE49-F238E27FC236}">
                <a16:creationId xmlns:a16="http://schemas.microsoft.com/office/drawing/2014/main" id="{2946ED49-55B6-4031-9956-9D5EF5B5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9" name="platform-title-3">
            <a:extLst xmlns:a="http://schemas.openxmlformats.org/drawingml/2006/main">
              <a:ext uri="{FF2B5EF4-FFF2-40B4-BE49-F238E27FC236}">
                <a16:creationId xmlns:a16="http://schemas.microsoft.com/office/drawing/2014/main" id="{97389E8F-AA03-4825-837D-38D4D6AC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Workflow &amp; Approval</a:t>
            </a:r>
          </a:p>
        </p:txBody>
      </p:sp>
      <p:sp>
        <p:nvSpPr>
          <p:cNvPr id="20" name="platform-body-3">
            <a:extLst xmlns:a="http://schemas.openxmlformats.org/drawingml/2006/main">
              <a:ext uri="{FF2B5EF4-FFF2-40B4-BE49-F238E27FC236}">
                <a16:creationId xmlns:a16="http://schemas.microsoft.com/office/drawing/2014/main" id="{FDAB95A8-F85D-4539-941A-174C4FFB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Route decisions through institutional control</a:t>
            </a:r>
          </a:p>
        </p:txBody>
      </p:sp>
      <p:sp>
        <p:nvSpPr>
          <p:cNvPr id="21" name="platform-rule-3">
            <a:extLst xmlns:a="http://schemas.openxmlformats.org/drawingml/2006/main">
              <a:ext uri="{FF2B5EF4-FFF2-40B4-BE49-F238E27FC236}">
                <a16:creationId xmlns:a16="http://schemas.microsoft.com/office/drawing/2014/main" id="{593147C8-128C-4C36-8622-F3D331B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latform-4-frame">
            <a:extLst xmlns:a="http://schemas.openxmlformats.org/drawingml/2006/main">
              <a:ext uri="{FF2B5EF4-FFF2-40B4-BE49-F238E27FC236}">
                <a16:creationId xmlns:a16="http://schemas.microsoft.com/office/drawing/2014/main" id="{2DA76275-AAA8-4770-AB8C-87551A6A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23" name="platform-4-text">
            <a:extLst xmlns:a="http://schemas.openxmlformats.org/drawingml/2006/main">
              <a:ext uri="{FF2B5EF4-FFF2-40B4-BE49-F238E27FC236}">
                <a16:creationId xmlns:a16="http://schemas.microsoft.com/office/drawing/2014/main" id="{83BDA1F1-C749-45A5-AE84-F18D8E93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4" name="platform-title-4">
            <a:extLst xmlns:a="http://schemas.openxmlformats.org/drawingml/2006/main">
              <a:ext uri="{FF2B5EF4-FFF2-40B4-BE49-F238E27FC236}">
                <a16:creationId xmlns:a16="http://schemas.microsoft.com/office/drawing/2014/main" id="{AABCC0FA-9312-4BB4-A2ED-32510AB8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Services</a:t>
            </a:r>
          </a:p>
        </p:txBody>
      </p:sp>
      <p:sp>
        <p:nvSpPr>
          <p:cNvPr id="25" name="platform-body-4">
            <a:extLst xmlns:a="http://schemas.openxmlformats.org/drawingml/2006/main">
              <a:ext uri="{FF2B5EF4-FFF2-40B4-BE49-F238E27FC236}">
                <a16:creationId xmlns:a16="http://schemas.microsoft.com/office/drawing/2014/main" id="{09410253-EC42-4A69-9184-91CB6190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Apply the required identity and assurance mechanisms</a:t>
            </a:r>
          </a:p>
        </p:txBody>
      </p:sp>
      <p:sp>
        <p:nvSpPr>
          <p:cNvPr id="26" name="platform-rule-4">
            <a:extLst xmlns:a="http://schemas.openxmlformats.org/drawingml/2006/main">
              <a:ext uri="{FF2B5EF4-FFF2-40B4-BE49-F238E27FC236}">
                <a16:creationId xmlns:a16="http://schemas.microsoft.com/office/drawing/2014/main" id="{FB95E77D-B3D6-42BF-86C0-8BA9FFE2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latform-5-frame">
            <a:extLst xmlns:a="http://schemas.openxmlformats.org/drawingml/2006/main">
              <a:ext uri="{FF2B5EF4-FFF2-40B4-BE49-F238E27FC236}">
                <a16:creationId xmlns:a16="http://schemas.microsoft.com/office/drawing/2014/main" id="{B397D4F1-194A-4ED7-B69B-5727D491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28" name="platform-5-text">
            <a:extLst xmlns:a="http://schemas.openxmlformats.org/drawingml/2006/main">
              <a:ext uri="{FF2B5EF4-FFF2-40B4-BE49-F238E27FC236}">
                <a16:creationId xmlns:a16="http://schemas.microsoft.com/office/drawing/2014/main" id="{7A4008B7-431C-4F51-961D-6D9E350D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9" name="platform-title-5">
            <a:extLst xmlns:a="http://schemas.openxmlformats.org/drawingml/2006/main">
              <a:ext uri="{FF2B5EF4-FFF2-40B4-BE49-F238E27FC236}">
                <a16:creationId xmlns:a16="http://schemas.microsoft.com/office/drawing/2014/main" id="{B95290D3-AC48-4067-B572-7A66140D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434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 &amp; Trusted Records</a:t>
            </a:r>
          </a:p>
        </p:txBody>
      </p:sp>
      <p:sp>
        <p:nvSpPr>
          <p:cNvPr id="30" name="platform-body-5">
            <a:extLst xmlns:a="http://schemas.openxmlformats.org/drawingml/2006/main">
              <a:ext uri="{FF2B5EF4-FFF2-40B4-BE49-F238E27FC236}">
                <a16:creationId xmlns:a16="http://schemas.microsoft.com/office/drawing/2014/main" id="{73F86A07-5386-45B7-A70D-24AFF397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43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Preserve what happened and why</a:t>
            </a:r>
          </a:p>
        </p:txBody>
      </p:sp>
      <p:sp>
        <p:nvSpPr>
          <p:cNvPr id="31" name="platform-6-frame">
            <a:extLst xmlns:a="http://schemas.openxmlformats.org/drawingml/2006/main">
              <a:ext uri="{FF2B5EF4-FFF2-40B4-BE49-F238E27FC236}">
                <a16:creationId xmlns:a16="http://schemas.microsoft.com/office/drawing/2014/main" id="{8F98610F-2E73-4D0B-9094-3FD473D5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2" name="platform-6-text">
            <a:extLst xmlns:a="http://schemas.openxmlformats.org/drawingml/2006/main">
              <a:ext uri="{FF2B5EF4-FFF2-40B4-BE49-F238E27FC236}">
                <a16:creationId xmlns:a16="http://schemas.microsoft.com/office/drawing/2014/main" id="{52186D3B-B7ED-4E82-A170-27DC65FB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3" name="platform-title-6">
            <a:extLst xmlns:a="http://schemas.openxmlformats.org/drawingml/2006/main">
              <a:ext uri="{FF2B5EF4-FFF2-40B4-BE49-F238E27FC236}">
                <a16:creationId xmlns:a16="http://schemas.microsoft.com/office/drawing/2014/main" id="{461328BC-6D00-46BA-A309-24612678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434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Programmable Trust</a:t>
            </a:r>
          </a:p>
        </p:txBody>
      </p:sp>
      <p:sp>
        <p:nvSpPr>
          <p:cNvPr id="34" name="platform-body-6">
            <a:extLst xmlns:a="http://schemas.openxmlformats.org/drawingml/2006/main">
              <a:ext uri="{FF2B5EF4-FFF2-40B4-BE49-F238E27FC236}">
                <a16:creationId xmlns:a16="http://schemas.microsoft.com/office/drawing/2014/main" id="{6011857B-F1ED-4669-8959-F8DC2C01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43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Extend governed execution to applications and agents</a:t>
            </a:r>
          </a:p>
        </p:txBody>
      </p:sp>
      <p:sp>
        <p:nvSpPr>
          <p:cNvPr id="3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4D24D07D-F7DE-4014-A98D-85F077A1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akeaway">
            <a:extLst xmlns:a="http://schemas.openxmlformats.org/drawingml/2006/main">
              <a:ext uri="{FF2B5EF4-FFF2-40B4-BE49-F238E27FC236}">
                <a16:creationId xmlns:a16="http://schemas.microsoft.com/office/drawing/2014/main" id="{0105C5CE-F986-426A-801F-DCCD8259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Together, these areas form one Trust Orchestration and Trusted Execution environment.</a:t>
            </a:r>
          </a:p>
        </p:txBody>
      </p:sp>
    </p:spTree>
    <p:extLst>
      <p:ext uri="{BB962C8B-B14F-4D97-AF65-F5344CB8AC3E}">
        <p14:creationId xmlns:p14="http://schemas.microsoft.com/office/powerpoint/2010/main" val="1234326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6568610a349c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295D9D-AEC4-4FB9-BA23-C2BEE5E1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679A46A-13EB-4FBF-9E30-2B3E0AB6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6295E71-AA6B-40EE-A431-0897E4B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2D1DE4D1-1792-408E-BD33-8DD5D370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C7B73B-43FF-485A-A443-4C53210B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Four dimensions of execution assurance</a:t>
            </a:r>
          </a:p>
        </p:txBody>
      </p:sp>
      <p:sp>
        <p:nvSpPr>
          <p:cNvPr id="7" name="assurance-1-frame">
            <a:extLst xmlns:a="http://schemas.openxmlformats.org/drawingml/2006/main">
              <a:ext uri="{FF2B5EF4-FFF2-40B4-BE49-F238E27FC236}">
                <a16:creationId xmlns:a16="http://schemas.microsoft.com/office/drawing/2014/main" id="{388FBCEC-F89E-4BDE-AB15-D7C59BAA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8" name="assurance-1-text">
            <a:extLst xmlns:a="http://schemas.openxmlformats.org/drawingml/2006/main">
              <a:ext uri="{FF2B5EF4-FFF2-40B4-BE49-F238E27FC236}">
                <a16:creationId xmlns:a16="http://schemas.microsoft.com/office/drawing/2014/main" id="{E9BB7CB6-F243-4E1A-A5FD-AA703C07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assurance-title-1">
            <a:extLst xmlns:a="http://schemas.openxmlformats.org/drawingml/2006/main">
              <a:ext uri="{FF2B5EF4-FFF2-40B4-BE49-F238E27FC236}">
                <a16:creationId xmlns:a16="http://schemas.microsoft.com/office/drawing/2014/main" id="{C1E2B1A3-EBB0-4011-ADF0-D2633A9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10" name="assurance-rule-1">
            <a:extLst xmlns:a="http://schemas.openxmlformats.org/drawingml/2006/main">
              <a:ext uri="{FF2B5EF4-FFF2-40B4-BE49-F238E27FC236}">
                <a16:creationId xmlns:a16="http://schemas.microsoft.com/office/drawing/2014/main" id="{354EC146-5CF7-4E34-A8F2-62597AFB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rance-body-1">
            <a:extLst xmlns:a="http://schemas.openxmlformats.org/drawingml/2006/main">
              <a:ext uri="{FF2B5EF4-FFF2-40B4-BE49-F238E27FC236}">
                <a16:creationId xmlns:a16="http://schemas.microsoft.com/office/drawing/2014/main" id="{B924289C-DA26-4F57-97EC-1EC4249E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approved the action, and did the process follow the required path?</a:t>
            </a:r>
          </a:p>
        </p:txBody>
      </p:sp>
      <p:sp>
        <p:nvSpPr>
          <p:cNvPr id="12" name="assurance-2-frame">
            <a:extLst xmlns:a="http://schemas.openxmlformats.org/drawingml/2006/main">
              <a:ext uri="{FF2B5EF4-FFF2-40B4-BE49-F238E27FC236}">
                <a16:creationId xmlns:a16="http://schemas.microsoft.com/office/drawing/2014/main" id="{93D98916-FAFE-430D-89E7-020089DC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assurance-2-text">
            <a:extLst xmlns:a="http://schemas.openxmlformats.org/drawingml/2006/main">
              <a:ext uri="{FF2B5EF4-FFF2-40B4-BE49-F238E27FC236}">
                <a16:creationId xmlns:a16="http://schemas.microsoft.com/office/drawing/2014/main" id="{72E51DC8-2758-4B11-B7DA-FAC486AE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38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assurance-title-2">
            <a:extLst xmlns:a="http://schemas.openxmlformats.org/drawingml/2006/main">
              <a:ext uri="{FF2B5EF4-FFF2-40B4-BE49-F238E27FC236}">
                <a16:creationId xmlns:a16="http://schemas.microsoft.com/office/drawing/2014/main" id="{1DA85939-40AF-4F78-A130-80D31206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86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Personal</a:t>
            </a:r>
          </a:p>
        </p:txBody>
      </p:sp>
      <p:sp>
        <p:nvSpPr>
          <p:cNvPr id="15" name="assurance-rule-2">
            <a:extLst xmlns:a="http://schemas.openxmlformats.org/drawingml/2006/main">
              <a:ext uri="{FF2B5EF4-FFF2-40B4-BE49-F238E27FC236}">
                <a16:creationId xmlns:a16="http://schemas.microsoft.com/office/drawing/2014/main" id="{5D269063-E35E-4385-9566-A0A1FE4C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766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ssurance-body-2">
            <a:extLst xmlns:a="http://schemas.openxmlformats.org/drawingml/2006/main">
              <a:ext uri="{FF2B5EF4-FFF2-40B4-BE49-F238E27FC236}">
                <a16:creationId xmlns:a16="http://schemas.microsoft.com/office/drawing/2014/main" id="{2680F91D-BB75-43E7-9F14-A29361EE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personally authorized or signed, and can the identity be verified?</a:t>
            </a:r>
          </a:p>
        </p:txBody>
      </p:sp>
      <p:sp>
        <p:nvSpPr>
          <p:cNvPr id="17" name="assurance-3-frame">
            <a:extLst xmlns:a="http://schemas.openxmlformats.org/drawingml/2006/main">
              <a:ext uri="{FF2B5EF4-FFF2-40B4-BE49-F238E27FC236}">
                <a16:creationId xmlns:a16="http://schemas.microsoft.com/office/drawing/2014/main" id="{B48DD15D-D948-4D5C-8B88-4A460F2F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assurance-3-text">
            <a:extLst xmlns:a="http://schemas.openxmlformats.org/drawingml/2006/main">
              <a:ext uri="{FF2B5EF4-FFF2-40B4-BE49-F238E27FC236}">
                <a16:creationId xmlns:a16="http://schemas.microsoft.com/office/drawing/2014/main" id="{36741EFC-4F94-4DDD-B9AD-61B7104D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9" name="assurance-title-3">
            <a:extLst xmlns:a="http://schemas.openxmlformats.org/drawingml/2006/main">
              <a:ext uri="{FF2B5EF4-FFF2-40B4-BE49-F238E27FC236}">
                <a16:creationId xmlns:a16="http://schemas.microsoft.com/office/drawing/2014/main" id="{ABAEBEAC-FACE-45A1-B9BB-E0F508F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Organizational</a:t>
            </a:r>
          </a:p>
        </p:txBody>
      </p:sp>
      <p:sp>
        <p:nvSpPr>
          <p:cNvPr id="20" name="assurance-rule-3">
            <a:extLst xmlns:a="http://schemas.openxmlformats.org/drawingml/2006/main">
              <a:ext uri="{FF2B5EF4-FFF2-40B4-BE49-F238E27FC236}">
                <a16:creationId xmlns:a16="http://schemas.microsoft.com/office/drawing/2014/main" id="{BB7010B1-6C6B-4A71-B13E-C4EEC88E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ssurance-body-3">
            <a:extLst xmlns:a="http://schemas.openxmlformats.org/drawingml/2006/main">
              <a:ext uri="{FF2B5EF4-FFF2-40B4-BE49-F238E27FC236}">
                <a16:creationId xmlns:a16="http://schemas.microsoft.com/office/drawing/2014/main" id="{05631E54-EE39-4987-B552-C2D7D800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Did the action officially originate from the organization?</a:t>
            </a:r>
          </a:p>
        </p:txBody>
      </p:sp>
      <p:sp>
        <p:nvSpPr>
          <p:cNvPr id="22" name="assurance-4-frame">
            <a:extLst xmlns:a="http://schemas.openxmlformats.org/drawingml/2006/main">
              <a:ext uri="{FF2B5EF4-FFF2-40B4-BE49-F238E27FC236}">
                <a16:creationId xmlns:a16="http://schemas.microsoft.com/office/drawing/2014/main" id="{4576AB9C-AA5B-4271-9EA7-C35B1114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3" name="assurance-4-text">
            <a:extLst xmlns:a="http://schemas.openxmlformats.org/drawingml/2006/main">
              <a:ext uri="{FF2B5EF4-FFF2-40B4-BE49-F238E27FC236}">
                <a16:creationId xmlns:a16="http://schemas.microsoft.com/office/drawing/2014/main" id="{EC4B743C-68DD-496C-90C8-C89525D0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384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4" name="assurance-title-4">
            <a:extLst xmlns:a="http://schemas.openxmlformats.org/drawingml/2006/main">
              <a:ext uri="{FF2B5EF4-FFF2-40B4-BE49-F238E27FC236}">
                <a16:creationId xmlns:a16="http://schemas.microsoft.com/office/drawing/2014/main" id="{0F1E3E81-BC61-44C8-930E-C3622A8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6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25" name="assurance-rule-4">
            <a:extLst xmlns:a="http://schemas.openxmlformats.org/drawingml/2006/main">
              <a:ext uri="{FF2B5EF4-FFF2-40B4-BE49-F238E27FC236}">
                <a16:creationId xmlns:a16="http://schemas.microsoft.com/office/drawing/2014/main" id="{D0B25772-24A6-4C7E-83CF-AA96398F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ssurance-body-4">
            <a:extLst xmlns:a="http://schemas.openxmlformats.org/drawingml/2006/main">
              <a:ext uri="{FF2B5EF4-FFF2-40B4-BE49-F238E27FC236}">
                <a16:creationId xmlns:a16="http://schemas.microsoft.com/office/drawing/2014/main" id="{0B36789D-248C-4ABE-967E-720CDD27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Did authority and policy permit the action, and can the result be verified?</a:t>
            </a:r>
          </a:p>
        </p:txBody>
      </p:sp>
      <p:sp>
        <p:nvSpPr>
          <p:cNvPr id="2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410A2836-2E7E-4322-9327-7A8B22CD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B1FB6E2A-DC66-47E5-BF91-0EE472AD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required assurance depends on the significance and context of the trusted action.</a:t>
            </a:r>
          </a:p>
        </p:txBody>
      </p:sp>
    </p:spTree>
    <p:extLst>
      <p:ext uri="{BB962C8B-B14F-4D97-AF65-F5344CB8AC3E}">
        <p14:creationId xmlns:p14="http://schemas.microsoft.com/office/powerpoint/2010/main" val="9682567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8ba99b4ff4c8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3BC3DA-6272-4A9F-9795-D5284AA1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7DBDE18-C5FA-4367-BB12-4CF4A0B4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DC81A76-7EBA-4BCD-A335-06B0EB2D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62CADEE8-8D59-4E47-A8E1-5226964A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4F33E0-9ECE-4487-B486-88934C2A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Transaction complexity increases orchestration demand</a:t>
            </a:r>
          </a:p>
        </p:txBody>
      </p:sp>
      <p:sp>
        <p:nvSpPr>
          <p:cNvPr id="7" name="complexity-step-1">
            <a:extLst xmlns:a="http://schemas.openxmlformats.org/drawingml/2006/main">
              <a:ext uri="{FF2B5EF4-FFF2-40B4-BE49-F238E27FC236}">
                <a16:creationId xmlns:a16="http://schemas.microsoft.com/office/drawing/2014/main" id="{091B351F-9751-479C-BC7D-3BEC40EC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1866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complexity-number-1">
            <a:extLst xmlns:a="http://schemas.openxmlformats.org/drawingml/2006/main">
              <a:ext uri="{FF2B5EF4-FFF2-40B4-BE49-F238E27FC236}">
                <a16:creationId xmlns:a16="http://schemas.microsoft.com/office/drawing/2014/main" id="{BBBFF2ED-7C2E-40DF-8854-40028575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complexity-label-1">
            <a:extLst xmlns:a="http://schemas.openxmlformats.org/drawingml/2006/main">
              <a:ext uri="{FF2B5EF4-FFF2-40B4-BE49-F238E27FC236}">
                <a16:creationId xmlns:a16="http://schemas.microsoft.com/office/drawing/2014/main" id="{3244FFAE-DB8C-4FA4-A628-2531AE6A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Human + document</a:t>
            </a:r>
          </a:p>
        </p:txBody>
      </p:sp>
      <p:sp>
        <p:nvSpPr>
          <p:cNvPr id="10" name="complexity-step-2">
            <a:extLst xmlns:a="http://schemas.openxmlformats.org/drawingml/2006/main">
              <a:ext uri="{FF2B5EF4-FFF2-40B4-BE49-F238E27FC236}">
                <a16:creationId xmlns:a16="http://schemas.microsoft.com/office/drawing/2014/main" id="{E360E7E2-05DF-4979-82DB-A76241C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18669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1" name="complexity-number-2">
            <a:extLst xmlns:a="http://schemas.openxmlformats.org/drawingml/2006/main">
              <a:ext uri="{FF2B5EF4-FFF2-40B4-BE49-F238E27FC236}">
                <a16:creationId xmlns:a16="http://schemas.microsoft.com/office/drawing/2014/main" id="{6E518BF1-2D04-45A2-87F3-75A92D60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48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2" name="complexity-label-2">
            <a:extLst xmlns:a="http://schemas.openxmlformats.org/drawingml/2006/main">
              <a:ext uri="{FF2B5EF4-FFF2-40B4-BE49-F238E27FC236}">
                <a16:creationId xmlns:a16="http://schemas.microsoft.com/office/drawing/2014/main" id="{0306A32E-1CBA-4066-A8F0-C909BB13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338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Multiple enterprise systems</a:t>
            </a:r>
          </a:p>
        </p:txBody>
      </p:sp>
      <p:sp>
        <p:nvSpPr>
          <p:cNvPr id="13" name="complexity-step-3">
            <a:extLst xmlns:a="http://schemas.openxmlformats.org/drawingml/2006/main">
              <a:ext uri="{FF2B5EF4-FFF2-40B4-BE49-F238E27FC236}">
                <a16:creationId xmlns:a16="http://schemas.microsoft.com/office/drawing/2014/main" id="{0999C959-800E-4611-8E3B-7C090E70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38500"/>
            <a:ext cx="1866900" cy="19812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complexity-number-3">
            <a:extLst xmlns:a="http://schemas.openxmlformats.org/drawingml/2006/main">
              <a:ext uri="{FF2B5EF4-FFF2-40B4-BE49-F238E27FC236}">
                <a16:creationId xmlns:a16="http://schemas.microsoft.com/office/drawing/2014/main" id="{B31DC013-E8CA-4534-AF4A-88CE83F6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90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5" name="complexity-label-3">
            <a:extLst xmlns:a="http://schemas.openxmlformats.org/drawingml/2006/main">
              <a:ext uri="{FF2B5EF4-FFF2-40B4-BE49-F238E27FC236}">
                <a16:creationId xmlns:a16="http://schemas.microsoft.com/office/drawing/2014/main" id="{1BA54840-F0F1-4254-9B14-E0025894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766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Multiple organizations</a:t>
            </a:r>
          </a:p>
        </p:txBody>
      </p:sp>
      <p:sp>
        <p:nvSpPr>
          <p:cNvPr id="16" name="complexity-step-4">
            <a:extLst xmlns:a="http://schemas.openxmlformats.org/drawingml/2006/main">
              <a:ext uri="{FF2B5EF4-FFF2-40B4-BE49-F238E27FC236}">
                <a16:creationId xmlns:a16="http://schemas.microsoft.com/office/drawing/2014/main" id="{56611661-5F4D-437F-939F-879D5910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866900" cy="24384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7" name="complexity-number-4">
            <a:extLst xmlns:a="http://schemas.openxmlformats.org/drawingml/2006/main">
              <a:ext uri="{FF2B5EF4-FFF2-40B4-BE49-F238E27FC236}">
                <a16:creationId xmlns:a16="http://schemas.microsoft.com/office/drawing/2014/main" id="{55840830-ABA2-4D5A-B102-0916AF9F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8" name="complexity-label-4">
            <a:extLst xmlns:a="http://schemas.openxmlformats.org/drawingml/2006/main">
              <a:ext uri="{FF2B5EF4-FFF2-40B4-BE49-F238E27FC236}">
                <a16:creationId xmlns:a16="http://schemas.microsoft.com/office/drawing/2014/main" id="{BC19403E-920B-4699-9C93-CE0F2B3C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194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Applications + AI agents</a:t>
            </a:r>
          </a:p>
        </p:txBody>
      </p:sp>
      <p:sp>
        <p:nvSpPr>
          <p:cNvPr id="19" name="complexity-step-5">
            <a:extLst xmlns:a="http://schemas.openxmlformats.org/drawingml/2006/main">
              <a:ext uri="{FF2B5EF4-FFF2-40B4-BE49-F238E27FC236}">
                <a16:creationId xmlns:a16="http://schemas.microsoft.com/office/drawing/2014/main" id="{24E725CD-1133-44E2-8D1E-1E8819A8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1866900" cy="28956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0" name="complexity-number-5">
            <a:extLst xmlns:a="http://schemas.openxmlformats.org/drawingml/2006/main">
              <a:ext uri="{FF2B5EF4-FFF2-40B4-BE49-F238E27FC236}">
                <a16:creationId xmlns:a16="http://schemas.microsoft.com/office/drawing/2014/main" id="{CE7CF903-43C1-4B3C-83A1-A536911D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1" name="complexity-label-5">
            <a:extLst xmlns:a="http://schemas.openxmlformats.org/drawingml/2006/main">
              <a:ext uri="{FF2B5EF4-FFF2-40B4-BE49-F238E27FC236}">
                <a16:creationId xmlns:a16="http://schemas.microsoft.com/office/drawing/2014/main" id="{64E28505-0949-4415-9895-84EBDC0C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Cross-border jurisdictions</a:t>
            </a:r>
          </a:p>
        </p:txBody>
      </p:sp>
      <p:sp>
        <p:nvSpPr>
          <p:cNvPr id="22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C1DD9333-73DA-468E-B38A-6E599E8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keaway">
            <a:extLst xmlns:a="http://schemas.openxmlformats.org/drawingml/2006/main">
              <a:ext uri="{FF2B5EF4-FFF2-40B4-BE49-F238E27FC236}">
                <a16:creationId xmlns:a16="http://schemas.microsoft.com/office/drawing/2014/main" id="{006212C5-B7D5-449E-A202-0D0D6722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More actors, systems, organizations, and jurisdictions make context harder to preserve.</a:t>
            </a:r>
          </a:p>
        </p:txBody>
      </p:sp>
    </p:spTree>
    <p:extLst>
      <p:ext uri="{BB962C8B-B14F-4D97-AF65-F5344CB8AC3E}">
        <p14:creationId xmlns:p14="http://schemas.microsoft.com/office/powerpoint/2010/main" val="1739548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5323e38b34f2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A182CB4-3FD6-44A2-BEE7-9F70BE74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2D26AF9-0699-46D4-9A6C-93C8FD1B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4810C69-D6AA-4959-A1CC-6443F13A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6FB90D67-3617-48CF-9967-75C0FA7E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31622D-2BAF-4FA8-BD50-ED0824B0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framework can accommodate different trust infrastructure</a:t>
            </a:r>
          </a:p>
        </p:txBody>
      </p:sp>
      <p:sp>
        <p:nvSpPr>
          <p:cNvPr id="7" name="provider-1">
            <a:extLst xmlns:a="http://schemas.openxmlformats.org/drawingml/2006/main">
              <a:ext uri="{FF2B5EF4-FFF2-40B4-BE49-F238E27FC236}">
                <a16:creationId xmlns:a16="http://schemas.microsoft.com/office/drawing/2014/main" id="{44E1E106-1847-4819-BCCE-5DC2BA3B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943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8" name="provider-label-1">
            <a:extLst xmlns:a="http://schemas.openxmlformats.org/drawingml/2006/main">
              <a:ext uri="{FF2B5EF4-FFF2-40B4-BE49-F238E27FC236}">
                <a16:creationId xmlns:a16="http://schemas.microsoft.com/office/drawing/2014/main" id="{51FE2F83-622F-41E4-B34C-80F6AA1F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Enterprise IAM</a:t>
            </a:r>
          </a:p>
        </p:txBody>
      </p:sp>
      <p:sp>
        <p:nvSpPr>
          <p:cNvPr id="9" name="provider-link-1">
            <a:extLst xmlns:a="http://schemas.openxmlformats.org/drawingml/2006/main">
              <a:ext uri="{FF2B5EF4-FFF2-40B4-BE49-F238E27FC236}">
                <a16:creationId xmlns:a16="http://schemas.microsoft.com/office/drawing/2014/main" id="{631605E2-2936-47A5-8CF8-E7FE8CEE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vider-2">
            <a:extLst xmlns:a="http://schemas.openxmlformats.org/drawingml/2006/main">
              <a:ext uri="{FF2B5EF4-FFF2-40B4-BE49-F238E27FC236}">
                <a16:creationId xmlns:a16="http://schemas.microsoft.com/office/drawing/2014/main" id="{5AB64168-A945-4C2D-A246-D6C136C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81250"/>
            <a:ext cx="1943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1" name="provider-label-2">
            <a:extLst xmlns:a="http://schemas.openxmlformats.org/drawingml/2006/main">
              <a:ext uri="{FF2B5EF4-FFF2-40B4-BE49-F238E27FC236}">
                <a16:creationId xmlns:a16="http://schemas.microsoft.com/office/drawing/2014/main" id="{68CD3605-6656-4110-B629-7CE7F3A8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National identity</a:t>
            </a:r>
          </a:p>
        </p:txBody>
      </p:sp>
      <p:sp>
        <p:nvSpPr>
          <p:cNvPr id="12" name="provider-link-2">
            <a:extLst xmlns:a="http://schemas.openxmlformats.org/drawingml/2006/main">
              <a:ext uri="{FF2B5EF4-FFF2-40B4-BE49-F238E27FC236}">
                <a16:creationId xmlns:a16="http://schemas.microsoft.com/office/drawing/2014/main" id="{2458230F-BD55-4D21-BB3A-B9453A47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670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vider-3">
            <a:extLst xmlns:a="http://schemas.openxmlformats.org/drawingml/2006/main">
              <a:ext uri="{FF2B5EF4-FFF2-40B4-BE49-F238E27FC236}">
                <a16:creationId xmlns:a16="http://schemas.microsoft.com/office/drawing/2014/main" id="{693F6680-A8F3-4C41-A0C8-20E3428F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943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4" name="provider-label-3">
            <a:extLst xmlns:a="http://schemas.openxmlformats.org/drawingml/2006/main">
              <a:ext uri="{FF2B5EF4-FFF2-40B4-BE49-F238E27FC236}">
                <a16:creationId xmlns:a16="http://schemas.microsoft.com/office/drawing/2014/main" id="{ED11EEA7-0686-4F3D-BCA3-B37611C6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PKI</a:t>
            </a:r>
          </a:p>
        </p:txBody>
      </p:sp>
      <p:sp>
        <p:nvSpPr>
          <p:cNvPr id="15" name="provider-link-3">
            <a:extLst xmlns:a="http://schemas.openxmlformats.org/drawingml/2006/main">
              <a:ext uri="{FF2B5EF4-FFF2-40B4-BE49-F238E27FC236}">
                <a16:creationId xmlns:a16="http://schemas.microsoft.com/office/drawing/2014/main" id="{A09DC458-A845-4C7B-8225-8FBF7390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670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vider-4">
            <a:extLst xmlns:a="http://schemas.openxmlformats.org/drawingml/2006/main">
              <a:ext uri="{FF2B5EF4-FFF2-40B4-BE49-F238E27FC236}">
                <a16:creationId xmlns:a16="http://schemas.microsoft.com/office/drawing/2014/main" id="{3104C0FC-C6C6-4C47-B141-AE9760C2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943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7" name="provider-label-4">
            <a:extLst xmlns:a="http://schemas.openxmlformats.org/drawingml/2006/main">
              <a:ext uri="{FF2B5EF4-FFF2-40B4-BE49-F238E27FC236}">
                <a16:creationId xmlns:a16="http://schemas.microsoft.com/office/drawing/2014/main" id="{8E9FDCE4-0176-485D-A453-85C2F03F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External trust providers</a:t>
            </a:r>
          </a:p>
        </p:txBody>
      </p:sp>
      <p:sp>
        <p:nvSpPr>
          <p:cNvPr id="18" name="provider-link-4">
            <a:extLst xmlns:a="http://schemas.openxmlformats.org/drawingml/2006/main">
              <a:ext uri="{FF2B5EF4-FFF2-40B4-BE49-F238E27FC236}">
                <a16:creationId xmlns:a16="http://schemas.microsoft.com/office/drawing/2014/main" id="{8B0A61CE-671D-48A1-872A-3C8711E3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vider-5">
            <a:extLst xmlns:a="http://schemas.openxmlformats.org/drawingml/2006/main">
              <a:ext uri="{FF2B5EF4-FFF2-40B4-BE49-F238E27FC236}">
                <a16:creationId xmlns:a16="http://schemas.microsoft.com/office/drawing/2014/main" id="{7F88EA47-A897-45A5-9371-2A8D9E4F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43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0" name="provider-label-5">
            <a:extLst xmlns:a="http://schemas.openxmlformats.org/drawingml/2006/main">
              <a:ext uri="{FF2B5EF4-FFF2-40B4-BE49-F238E27FC236}">
                <a16:creationId xmlns:a16="http://schemas.microsoft.com/office/drawing/2014/main" id="{9225F54F-0876-49E4-AFE4-643A36C4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Sovereign trust services</a:t>
            </a:r>
          </a:p>
        </p:txBody>
      </p:sp>
      <p:sp>
        <p:nvSpPr>
          <p:cNvPr id="21" name="provider-link-5">
            <a:extLst xmlns:a="http://schemas.openxmlformats.org/drawingml/2006/main">
              <a:ext uri="{FF2B5EF4-FFF2-40B4-BE49-F238E27FC236}">
                <a16:creationId xmlns:a16="http://schemas.microsoft.com/office/drawing/2014/main" id="{DA0D3A24-9A3B-4620-A730-94B10AD5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670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mon-framework">
            <a:extLst xmlns:a="http://schemas.openxmlformats.org/drawingml/2006/main">
              <a:ext uri="{FF2B5EF4-FFF2-40B4-BE49-F238E27FC236}">
                <a16:creationId xmlns:a16="http://schemas.microsoft.com/office/drawing/2014/main" id="{033160B3-CBCC-4BD1-AA6E-C4233755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782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mon-framework-title">
            <a:extLst xmlns:a="http://schemas.openxmlformats.org/drawingml/2006/main">
              <a:ext uri="{FF2B5EF4-FFF2-40B4-BE49-F238E27FC236}">
                <a16:creationId xmlns:a16="http://schemas.microsoft.com/office/drawing/2014/main" id="{A14AAC83-460F-476B-918C-BAB38C40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TRUST ORCHESTRATION AND EVIDENCE FRAMEWORK</a:t>
            </a:r>
          </a:p>
        </p:txBody>
      </p:sp>
      <p:sp>
        <p:nvSpPr>
          <p:cNvPr id="24" name="common-framework-body">
            <a:extLst xmlns:a="http://schemas.openxmlformats.org/drawingml/2006/main">
              <a:ext uri="{FF2B5EF4-FFF2-40B4-BE49-F238E27FC236}">
                <a16:creationId xmlns:a16="http://schemas.microsoft.com/office/drawing/2014/main" id="{C6F4E4AA-CD3D-4C14-8EA3-BA4E5971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998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underlying identity and trust services can vary by transaction and jurisdiction.</a:t>
            </a:r>
          </a:p>
        </p:txBody>
      </p:sp>
      <p:sp>
        <p:nvSpPr>
          <p:cNvPr id="2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EDD2D4DB-3AAC-4FB9-BBB2-D55ED3A7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keaway">
            <a:extLst xmlns:a="http://schemas.openxmlformats.org/drawingml/2006/main">
              <a:ext uri="{FF2B5EF4-FFF2-40B4-BE49-F238E27FC236}">
                <a16:creationId xmlns:a16="http://schemas.microsoft.com/office/drawing/2014/main" id="{3D34D5E9-EDCE-4628-A39E-03095000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infrastructure can vary while the trust objective remains consistent.</a:t>
            </a:r>
          </a:p>
        </p:txBody>
      </p:sp>
    </p:spTree>
    <p:extLst>
      <p:ext uri="{BB962C8B-B14F-4D97-AF65-F5344CB8AC3E}">
        <p14:creationId xmlns:p14="http://schemas.microsoft.com/office/powerpoint/2010/main" val="11269227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273316567428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A214BF-1EC9-4E25-862E-B7F70D7A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BD939F1-BB33-4326-954D-10B56FCC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8DAD5C7-25C8-46A1-BD5F-1D8B1AFE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D0E8FD90-DC35-4ECE-9387-99D15DAE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5AA9AE-49AC-4B71-9618-7B51F3B1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Every execution creates institutional evidence</a:t>
            </a:r>
          </a:p>
        </p:txBody>
      </p:sp>
      <p:sp>
        <p:nvSpPr>
          <p:cNvPr id="7" name="record-core">
            <a:extLst xmlns:a="http://schemas.openxmlformats.org/drawingml/2006/main">
              <a:ext uri="{FF2B5EF4-FFF2-40B4-BE49-F238E27FC236}">
                <a16:creationId xmlns:a16="http://schemas.microsoft.com/office/drawing/2014/main" id="{EDA1D539-BC38-4DC7-8AD8-A901C811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362200" cy="2876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ord-label">
            <a:extLst xmlns:a="http://schemas.openxmlformats.org/drawingml/2006/main">
              <a:ext uri="{FF2B5EF4-FFF2-40B4-BE49-F238E27FC236}">
                <a16:creationId xmlns:a16="http://schemas.microsoft.com/office/drawing/2014/main" id="{6474F808-B8E0-464C-BD98-93D66204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OUTPUT</a:t>
            </a:r>
          </a:p>
        </p:txBody>
      </p:sp>
      <p:sp>
        <p:nvSpPr>
          <p:cNvPr id="9" name="record-title">
            <a:extLst xmlns:a="http://schemas.openxmlformats.org/drawingml/2006/main">
              <a:ext uri="{FF2B5EF4-FFF2-40B4-BE49-F238E27FC236}">
                <a16:creationId xmlns:a16="http://schemas.microsoft.com/office/drawing/2014/main" id="{EB13B26A-4065-4C62-9E08-094BE888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52800"/>
            <a:ext cx="190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9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VERIFIABLE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9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9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RECORD</a:t>
            </a:r>
          </a:p>
        </p:txBody>
      </p:sp>
      <p:sp>
        <p:nvSpPr>
          <p:cNvPr id="10" name="record-item-0-1">
            <a:extLst xmlns:a="http://schemas.openxmlformats.org/drawingml/2006/main">
              <a:ext uri="{FF2B5EF4-FFF2-40B4-BE49-F238E27FC236}">
                <a16:creationId xmlns:a16="http://schemas.microsoft.com/office/drawing/2014/main" id="{DD3CDEB6-CABC-4D0F-8C2D-13FAD3ED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Authoritative version</a:t>
            </a:r>
          </a:p>
        </p:txBody>
      </p:sp>
      <p:sp>
        <p:nvSpPr>
          <p:cNvPr id="11" name="record-link-0-1">
            <a:extLst xmlns:a="http://schemas.openxmlformats.org/drawingml/2006/main">
              <a:ext uri="{FF2B5EF4-FFF2-40B4-BE49-F238E27FC236}">
                <a16:creationId xmlns:a16="http://schemas.microsoft.com/office/drawing/2014/main" id="{7B44D572-9599-45AC-A42D-AA61710C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ord-item-0-2">
            <a:extLst xmlns:a="http://schemas.openxmlformats.org/drawingml/2006/main">
              <a:ext uri="{FF2B5EF4-FFF2-40B4-BE49-F238E27FC236}">
                <a16:creationId xmlns:a16="http://schemas.microsoft.com/office/drawing/2014/main" id="{BAD2D75D-ACCF-4A23-94DD-551EDD71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Identities and roles</a:t>
            </a:r>
          </a:p>
        </p:txBody>
      </p:sp>
      <p:sp>
        <p:nvSpPr>
          <p:cNvPr id="13" name="record-link-0-2">
            <a:extLst xmlns:a="http://schemas.openxmlformats.org/drawingml/2006/main">
              <a:ext uri="{FF2B5EF4-FFF2-40B4-BE49-F238E27FC236}">
                <a16:creationId xmlns:a16="http://schemas.microsoft.com/office/drawing/2014/main" id="{2B0456E2-040C-4D16-B888-F4E766A8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ord-item-0-3">
            <a:extLst xmlns:a="http://schemas.openxmlformats.org/drawingml/2006/main">
              <a:ext uri="{FF2B5EF4-FFF2-40B4-BE49-F238E27FC236}">
                <a16:creationId xmlns:a16="http://schemas.microsoft.com/office/drawing/2014/main" id="{A06C9DC2-5205-4DE9-88BA-82032864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Approvals and decisions</a:t>
            </a:r>
          </a:p>
        </p:txBody>
      </p:sp>
      <p:sp>
        <p:nvSpPr>
          <p:cNvPr id="15" name="record-link-0-3">
            <a:extLst xmlns:a="http://schemas.openxmlformats.org/drawingml/2006/main">
              <a:ext uri="{FF2B5EF4-FFF2-40B4-BE49-F238E27FC236}">
                <a16:creationId xmlns:a16="http://schemas.microsoft.com/office/drawing/2014/main" id="{2AB919B3-B9B2-482A-8F9C-CA170BCA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ord-item-0-4">
            <a:extLst xmlns:a="http://schemas.openxmlformats.org/drawingml/2006/main">
              <a:ext uri="{FF2B5EF4-FFF2-40B4-BE49-F238E27FC236}">
                <a16:creationId xmlns:a16="http://schemas.microsoft.com/office/drawing/2014/main" id="{F934A70B-5705-4539-8774-1A397AD4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Signatures and seals</a:t>
            </a:r>
          </a:p>
        </p:txBody>
      </p:sp>
      <p:sp>
        <p:nvSpPr>
          <p:cNvPr id="17" name="record-link-0-4">
            <a:extLst xmlns:a="http://schemas.openxmlformats.org/drawingml/2006/main">
              <a:ext uri="{FF2B5EF4-FFF2-40B4-BE49-F238E27FC236}">
                <a16:creationId xmlns:a16="http://schemas.microsoft.com/office/drawing/2014/main" id="{9A3C5455-D177-48FC-90F0-2C4803F2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767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ord-item-0-5">
            <a:extLst xmlns:a="http://schemas.openxmlformats.org/drawingml/2006/main">
              <a:ext uri="{FF2B5EF4-FFF2-40B4-BE49-F238E27FC236}">
                <a16:creationId xmlns:a16="http://schemas.microsoft.com/office/drawing/2014/main" id="{53005D00-44FD-4474-B051-128740D8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Timestamps</a:t>
            </a:r>
          </a:p>
        </p:txBody>
      </p:sp>
      <p:sp>
        <p:nvSpPr>
          <p:cNvPr id="19" name="record-link-0-5">
            <a:extLst xmlns:a="http://schemas.openxmlformats.org/drawingml/2006/main">
              <a:ext uri="{FF2B5EF4-FFF2-40B4-BE49-F238E27FC236}">
                <a16:creationId xmlns:a16="http://schemas.microsoft.com/office/drawing/2014/main" id="{D5ABDFBE-7B13-4E90-A078-18722E4C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672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ord-item-1-1">
            <a:extLst xmlns:a="http://schemas.openxmlformats.org/drawingml/2006/main">
              <a:ext uri="{FF2B5EF4-FFF2-40B4-BE49-F238E27FC236}">
                <a16:creationId xmlns:a16="http://schemas.microsoft.com/office/drawing/2014/main" id="{819FCFFF-D8D1-469C-8BA2-E81ADD48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622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Audit events</a:t>
            </a:r>
          </a:p>
        </p:txBody>
      </p:sp>
      <p:sp>
        <p:nvSpPr>
          <p:cNvPr id="21" name="record-link-1-1">
            <a:extLst xmlns:a="http://schemas.openxmlformats.org/drawingml/2006/main">
              <a:ext uri="{FF2B5EF4-FFF2-40B4-BE49-F238E27FC236}">
                <a16:creationId xmlns:a16="http://schemas.microsoft.com/office/drawing/2014/main" id="{A3EBFDC0-5D26-41E9-8BAB-4F8BD35F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050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ord-item-1-2">
            <a:extLst xmlns:a="http://schemas.openxmlformats.org/drawingml/2006/main">
              <a:ext uri="{FF2B5EF4-FFF2-40B4-BE49-F238E27FC236}">
                <a16:creationId xmlns:a16="http://schemas.microsoft.com/office/drawing/2014/main" id="{328C3F65-A97D-40BB-A948-36D51341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Process history</a:t>
            </a:r>
          </a:p>
        </p:txBody>
      </p:sp>
      <p:sp>
        <p:nvSpPr>
          <p:cNvPr id="23" name="record-link-1-2">
            <a:extLst xmlns:a="http://schemas.openxmlformats.org/drawingml/2006/main">
              <a:ext uri="{FF2B5EF4-FFF2-40B4-BE49-F238E27FC236}">
                <a16:creationId xmlns:a16="http://schemas.microsoft.com/office/drawing/2014/main" id="{E6A8424D-DCD7-4089-B1C8-9D3E3FA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9562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ord-item-1-3">
            <a:extLst xmlns:a="http://schemas.openxmlformats.org/drawingml/2006/main">
              <a:ext uri="{FF2B5EF4-FFF2-40B4-BE49-F238E27FC236}">
                <a16:creationId xmlns:a16="http://schemas.microsoft.com/office/drawing/2014/main" id="{B4443EEC-A31C-49E0-BA15-05E82452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433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Retention metadata</a:t>
            </a:r>
          </a:p>
        </p:txBody>
      </p:sp>
      <p:sp>
        <p:nvSpPr>
          <p:cNvPr id="25" name="record-link-1-3">
            <a:extLst xmlns:a="http://schemas.openxmlformats.org/drawingml/2006/main">
              <a:ext uri="{FF2B5EF4-FFF2-40B4-BE49-F238E27FC236}">
                <a16:creationId xmlns:a16="http://schemas.microsoft.com/office/drawing/2014/main" id="{1AECA9CA-1BC5-41A5-A904-BF7011D8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861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ord-item-1-4">
            <a:extLst xmlns:a="http://schemas.openxmlformats.org/drawingml/2006/main">
              <a:ext uri="{FF2B5EF4-FFF2-40B4-BE49-F238E27FC236}">
                <a16:creationId xmlns:a16="http://schemas.microsoft.com/office/drawing/2014/main" id="{B1F02F07-45C5-4072-8F59-0A3EA240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338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Supporting evidence</a:t>
            </a:r>
          </a:p>
        </p:txBody>
      </p:sp>
      <p:sp>
        <p:nvSpPr>
          <p:cNvPr id="27" name="record-link-1-4">
            <a:extLst xmlns:a="http://schemas.openxmlformats.org/drawingml/2006/main">
              <a:ext uri="{FF2B5EF4-FFF2-40B4-BE49-F238E27FC236}">
                <a16:creationId xmlns:a16="http://schemas.microsoft.com/office/drawing/2014/main" id="{EEBCE5B7-8FEC-4351-955F-A51D2B5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7672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ord-item-1-5">
            <a:extLst xmlns:a="http://schemas.openxmlformats.org/drawingml/2006/main">
              <a:ext uri="{FF2B5EF4-FFF2-40B4-BE49-F238E27FC236}">
                <a16:creationId xmlns:a16="http://schemas.microsoft.com/office/drawing/2014/main" id="{168BF2C0-980E-464A-B0EA-CA81C4E7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244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Jurisdictional context</a:t>
            </a:r>
          </a:p>
        </p:txBody>
      </p:sp>
      <p:sp>
        <p:nvSpPr>
          <p:cNvPr id="29" name="record-link-1-5">
            <a:extLst xmlns:a="http://schemas.openxmlformats.org/drawingml/2006/main">
              <a:ext uri="{FF2B5EF4-FFF2-40B4-BE49-F238E27FC236}">
                <a16:creationId xmlns:a16="http://schemas.microsoft.com/office/drawing/2014/main" id="{19445400-9C53-4E90-B7B2-02CCFB6C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672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7EC24D3F-5D30-4314-8771-6275CC1B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keaway">
            <a:extLst xmlns:a="http://schemas.openxmlformats.org/drawingml/2006/main">
              <a:ext uri="{FF2B5EF4-FFF2-40B4-BE49-F238E27FC236}">
                <a16:creationId xmlns:a16="http://schemas.microsoft.com/office/drawing/2014/main" id="{32999B70-3422-4C8B-AF38-42CA0CC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 completed process should leave a durable and provable institutional record.</a:t>
            </a:r>
          </a:p>
        </p:txBody>
      </p:sp>
    </p:spTree>
    <p:extLst>
      <p:ext uri="{BB962C8B-B14F-4D97-AF65-F5344CB8AC3E}">
        <p14:creationId xmlns:p14="http://schemas.microsoft.com/office/powerpoint/2010/main" val="12056578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cf7ede9f043a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24C341-BCC1-43AE-AD18-5C9BD490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AB71EC8-2C90-4F75-BF25-C830E404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A5120E1-419E-4C9C-B3D6-3E16BD3B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30B3C4D7-06B0-461F-8F6B-4C4CFECA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0738EE-0759-4785-917A-32DE2D30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Evidence becomes institutional memory</a:t>
            </a:r>
          </a:p>
        </p:txBody>
      </p:sp>
      <p:sp>
        <p:nvSpPr>
          <p:cNvPr id="7" name="memory-layer-1">
            <a:extLst xmlns:a="http://schemas.openxmlformats.org/drawingml/2006/main">
              <a:ext uri="{FF2B5EF4-FFF2-40B4-BE49-F238E27FC236}">
                <a16:creationId xmlns:a16="http://schemas.microsoft.com/office/drawing/2014/main" id="{2907B2FB-0CE2-4BA8-8BFE-55CBA12E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8191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8" name="memory-title-1">
            <a:extLst xmlns:a="http://schemas.openxmlformats.org/drawingml/2006/main">
              <a:ext uri="{FF2B5EF4-FFF2-40B4-BE49-F238E27FC236}">
                <a16:creationId xmlns:a16="http://schemas.microsoft.com/office/drawing/2014/main" id="{54F57568-8CEA-4497-846A-D1C9D1D5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records</a:t>
            </a:r>
          </a:p>
        </p:txBody>
      </p:sp>
      <p:sp>
        <p:nvSpPr>
          <p:cNvPr id="9" name="memory-body-1">
            <a:extLst xmlns:a="http://schemas.openxmlformats.org/drawingml/2006/main">
              <a:ext uri="{FF2B5EF4-FFF2-40B4-BE49-F238E27FC236}">
                <a16:creationId xmlns:a16="http://schemas.microsoft.com/office/drawing/2014/main" id="{8ACFAABC-9B8E-477C-84D7-EF508B52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Preserve provenance, permissions, and context</a:t>
            </a:r>
          </a:p>
        </p:txBody>
      </p:sp>
      <p:sp>
        <p:nvSpPr>
          <p:cNvPr id="10" name="memory-layer-2">
            <a:extLst xmlns:a="http://schemas.openxmlformats.org/drawingml/2006/main">
              <a:ext uri="{FF2B5EF4-FFF2-40B4-BE49-F238E27FC236}">
                <a16:creationId xmlns:a16="http://schemas.microsoft.com/office/drawing/2014/main" id="{F169A8DD-FEC2-4AE6-A5A5-A6D722EB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8915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D7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1" name="memory-title-2">
            <a:extLst xmlns:a="http://schemas.openxmlformats.org/drawingml/2006/main">
              <a:ext uri="{FF2B5EF4-FFF2-40B4-BE49-F238E27FC236}">
                <a16:creationId xmlns:a16="http://schemas.microsoft.com/office/drawing/2014/main" id="{0B693C0E-B5FA-4A98-8B24-19DA3FE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Searchable evidence</a:t>
            </a:r>
          </a:p>
        </p:txBody>
      </p:sp>
      <p:sp>
        <p:nvSpPr>
          <p:cNvPr id="12" name="memory-body-2">
            <a:extLst xmlns:a="http://schemas.openxmlformats.org/drawingml/2006/main">
              <a:ext uri="{FF2B5EF4-FFF2-40B4-BE49-F238E27FC236}">
                <a16:creationId xmlns:a16="http://schemas.microsoft.com/office/drawing/2014/main" id="{BC739CAE-EEC3-45A3-B5C9-9EA0BF95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718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Retrieve what happened and why</a:t>
            </a:r>
          </a:p>
        </p:txBody>
      </p:sp>
      <p:sp>
        <p:nvSpPr>
          <p:cNvPr id="13" name="memory-layer-3">
            <a:extLst xmlns:a="http://schemas.openxmlformats.org/drawingml/2006/main">
              <a:ext uri="{FF2B5EF4-FFF2-40B4-BE49-F238E27FC236}">
                <a16:creationId xmlns:a16="http://schemas.microsoft.com/office/drawing/2014/main" id="{16C1E689-C5E4-45FF-9DF8-6D6B66D0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9639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6B9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4" name="memory-title-3">
            <a:extLst xmlns:a="http://schemas.openxmlformats.org/drawingml/2006/main">
              <a:ext uri="{FF2B5EF4-FFF2-40B4-BE49-F238E27FC236}">
                <a16:creationId xmlns:a16="http://schemas.microsoft.com/office/drawing/2014/main" id="{4675EBDF-F8AD-4C52-B802-3C456624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Connected decisions</a:t>
            </a:r>
          </a:p>
        </p:txBody>
      </p:sp>
      <p:sp>
        <p:nvSpPr>
          <p:cNvPr id="15" name="memory-body-3">
            <a:extLst xmlns:a="http://schemas.openxmlformats.org/drawingml/2006/main">
              <a:ext uri="{FF2B5EF4-FFF2-40B4-BE49-F238E27FC236}">
                <a16:creationId xmlns:a16="http://schemas.microsoft.com/office/drawing/2014/main" id="{6C7D797B-64E6-42BF-A4C5-88F2B9B8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Understand obligations and precedent</a:t>
            </a:r>
          </a:p>
        </p:txBody>
      </p:sp>
      <p:sp>
        <p:nvSpPr>
          <p:cNvPr id="16" name="memory-layer-4">
            <a:extLst xmlns:a="http://schemas.openxmlformats.org/drawingml/2006/main">
              <a:ext uri="{FF2B5EF4-FFF2-40B4-BE49-F238E27FC236}">
                <a16:creationId xmlns:a16="http://schemas.microsoft.com/office/drawing/2014/main" id="{E48D0A75-138A-42D8-8122-114260A6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0363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7" name="memory-title-4">
            <a:extLst xmlns:a="http://schemas.openxmlformats.org/drawingml/2006/main">
              <a:ext uri="{FF2B5EF4-FFF2-40B4-BE49-F238E27FC236}">
                <a16:creationId xmlns:a16="http://schemas.microsoft.com/office/drawing/2014/main" id="{AB5883DE-D465-4048-BF98-5C53B7A4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Institutional knowledge</a:t>
            </a:r>
          </a:p>
        </p:txBody>
      </p:sp>
      <p:sp>
        <p:nvSpPr>
          <p:cNvPr id="18" name="memory-body-4">
            <a:extLst xmlns:a="http://schemas.openxmlformats.org/drawingml/2006/main">
              <a:ext uri="{FF2B5EF4-FFF2-40B4-BE49-F238E27FC236}">
                <a16:creationId xmlns:a16="http://schemas.microsoft.com/office/drawing/2014/main" id="{75384539-061F-412F-8E29-4A31AA09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48225"/>
            <a:ext cx="712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Retain a trusted history of action</a:t>
            </a:r>
          </a:p>
        </p:txBody>
      </p:sp>
      <p:sp>
        <p:nvSpPr>
          <p:cNvPr id="19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4916FB4A-F3C6-4B00-9772-F8C1B660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B5458DF6-C79D-4BFC-92AD-C93BBCB6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archive becomes a trusted knowledge foundation for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3734266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0c61727474c4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D1D1BB-EA42-406E-B0FE-B17DC1AF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D20F3D5-BD7B-4131-8C4C-36743310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AF99768-6884-4020-95FB-9526CBD2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D6F1453F-F437-40CB-9D78-5819EB09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936CD3-DCAF-4350-9204-A700A922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records provide governed AI context</a:t>
            </a:r>
          </a:p>
        </p:txBody>
      </p:sp>
      <p:sp>
        <p:nvSpPr>
          <p:cNvPr id="7" name="context-intro">
            <a:extLst xmlns:a="http://schemas.openxmlformats.org/drawingml/2006/main">
              <a:ext uri="{FF2B5EF4-FFF2-40B4-BE49-F238E27FC236}">
                <a16:creationId xmlns:a16="http://schemas.microsoft.com/office/drawing/2014/main" id="{5A217F51-DA35-45E4-A1DC-C250EF5F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4324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8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AI depends on the quality and authority of the context it receives. Circularo can provide records that retain provenance, permissions, attribution, history, and auditability.</a:t>
            </a:r>
          </a:p>
        </p:txBody>
      </p:sp>
      <p:sp>
        <p:nvSpPr>
          <p:cNvPr id="8" name="context-chain">
            <a:extLst xmlns:a="http://schemas.openxmlformats.org/drawingml/2006/main">
              <a:ext uri="{FF2B5EF4-FFF2-40B4-BE49-F238E27FC236}">
                <a16:creationId xmlns:a16="http://schemas.microsoft.com/office/drawing/2014/main" id="{AC2769BA-FD1B-4F18-9757-098B9338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RECORDS</a:t>
            </a:r>
          </a:p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CONTEXT</a:t>
            </a:r>
          </a:p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INTELLIGENCE</a:t>
            </a:r>
          </a:p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GOVERNED ACTION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8b095c1074d20"/>
          <a:srcRect xmlns:a="http://schemas.openxmlformats.org/drawingml/2006/main" l="1639" t="0" r="16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962150"/>
            <a:ext cx="6515100" cy="3790950"/>
          </a:xfrm>
          <a:prstGeom xmlns:a="http://schemas.openxmlformats.org/drawingml/2006/main" prst="rect">
            <a:avLst/>
          </a:prstGeom>
        </p:spPr>
      </p:pic>
      <p:sp>
        <p:nvSpPr>
          <p:cNvPr id="10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7D81AE4C-3447-421B-AE7F-2B3B97D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9DE25D6D-59E1-478B-AE9B-AF33D412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becomes more useful when its context remains attributable and permission controlled.</a:t>
            </a:r>
          </a:p>
        </p:txBody>
      </p:sp>
    </p:spTree>
    <p:extLst>
      <p:ext uri="{BB962C8B-B14F-4D97-AF65-F5344CB8AC3E}">
        <p14:creationId xmlns:p14="http://schemas.microsoft.com/office/powerpoint/2010/main" val="16052327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1b772eb6d44a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87DE6B-F145-4861-9D8A-37EABB64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4C4A79DC-F419-4A4C-B008-FFE1A593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D91CC96D-16D4-43D3-875E-A30DEA1F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C4AB085D-69AD-433F-B9C4-081E28F0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7AEACA-5830-4216-8404-E132D3E2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AI progresses from knowing to acting</a:t>
            </a:r>
          </a:p>
        </p:txBody>
      </p:sp>
      <p:sp>
        <p:nvSpPr>
          <p:cNvPr id="7" name="ai-label-1">
            <a:extLst xmlns:a="http://schemas.openxmlformats.org/drawingml/2006/main">
              <a:ext uri="{FF2B5EF4-FFF2-40B4-BE49-F238E27FC236}">
                <a16:creationId xmlns:a16="http://schemas.microsoft.com/office/drawing/2014/main" id="{8D6BC2CC-8E81-40A6-9E2B-60655A01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8" name="ai-title-1">
            <a:extLst xmlns:a="http://schemas.openxmlformats.org/drawingml/2006/main">
              <a:ext uri="{FF2B5EF4-FFF2-40B4-BE49-F238E27FC236}">
                <a16:creationId xmlns:a16="http://schemas.microsoft.com/office/drawing/2014/main" id="{042BBAC2-D31F-49EE-A8D3-0C9E1C0A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KNOW</a:t>
            </a:r>
          </a:p>
        </p:txBody>
      </p:sp>
      <p:sp>
        <p:nvSpPr>
          <p:cNvPr id="9" name="ai-rule-1">
            <a:extLst xmlns:a="http://schemas.openxmlformats.org/drawingml/2006/main">
              <a:ext uri="{FF2B5EF4-FFF2-40B4-BE49-F238E27FC236}">
                <a16:creationId xmlns:a16="http://schemas.microsoft.com/office/drawing/2014/main" id="{0315E672-B61B-4EE0-894F-557AAE53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body-1">
            <a:extLst xmlns:a="http://schemas.openxmlformats.org/drawingml/2006/main">
              <a:ext uri="{FF2B5EF4-FFF2-40B4-BE49-F238E27FC236}">
                <a16:creationId xmlns:a16="http://schemas.microsoft.com/office/drawing/2014/main" id="{7A6B090D-F076-4368-85FD-4D266EEB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323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Extract, classify, summarize, translate, and retrieve</a:t>
            </a:r>
          </a:p>
        </p:txBody>
      </p:sp>
      <p:sp>
        <p:nvSpPr>
          <p:cNvPr id="11" name="ai-label-2">
            <a:extLst xmlns:a="http://schemas.openxmlformats.org/drawingml/2006/main">
              <a:ext uri="{FF2B5EF4-FFF2-40B4-BE49-F238E27FC236}">
                <a16:creationId xmlns:a16="http://schemas.microsoft.com/office/drawing/2014/main" id="{99F005A9-411C-44BA-8F5E-A588BBD0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2" name="ai-title-2">
            <a:extLst xmlns:a="http://schemas.openxmlformats.org/drawingml/2006/main">
              <a:ext uri="{FF2B5EF4-FFF2-40B4-BE49-F238E27FC236}">
                <a16:creationId xmlns:a16="http://schemas.microsoft.com/office/drawing/2014/main" id="{639CB9E5-A55B-42B9-A610-9F1D71D1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ADVISE</a:t>
            </a:r>
          </a:p>
        </p:txBody>
      </p:sp>
      <p:sp>
        <p:nvSpPr>
          <p:cNvPr id="13" name="ai-rule-2">
            <a:extLst xmlns:a="http://schemas.openxmlformats.org/drawingml/2006/main">
              <a:ext uri="{FF2B5EF4-FFF2-40B4-BE49-F238E27FC236}">
                <a16:creationId xmlns:a16="http://schemas.microsoft.com/office/drawing/2014/main" id="{F7D2B6F7-2886-4D03-B176-7959A3F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body-2">
            <a:extLst xmlns:a="http://schemas.openxmlformats.org/drawingml/2006/main">
              <a:ext uri="{FF2B5EF4-FFF2-40B4-BE49-F238E27FC236}">
                <a16:creationId xmlns:a16="http://schemas.microsoft.com/office/drawing/2014/main" id="{806734C7-4280-4DE0-A9E0-750775F6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76650"/>
            <a:ext cx="323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Identify obligations, risks, anomalies, and recommendations</a:t>
            </a:r>
          </a:p>
        </p:txBody>
      </p:sp>
      <p:sp>
        <p:nvSpPr>
          <p:cNvPr id="15" name="execution-threshold">
            <a:extLst xmlns:a="http://schemas.openxmlformats.org/drawingml/2006/main">
              <a:ext uri="{FF2B5EF4-FFF2-40B4-BE49-F238E27FC236}">
                <a16:creationId xmlns:a16="http://schemas.microsoft.com/office/drawing/2014/main" id="{077068BF-6A15-4605-8144-FECB6FC2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i-label-3">
            <a:extLst xmlns:a="http://schemas.openxmlformats.org/drawingml/2006/main">
              <a:ext uri="{FF2B5EF4-FFF2-40B4-BE49-F238E27FC236}">
                <a16:creationId xmlns:a16="http://schemas.microsoft.com/office/drawing/2014/main" id="{D85CAB09-3373-472C-A54B-04809669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ai-title-3">
            <a:extLst xmlns:a="http://schemas.openxmlformats.org/drawingml/2006/main">
              <a:ext uri="{FF2B5EF4-FFF2-40B4-BE49-F238E27FC236}">
                <a16:creationId xmlns:a16="http://schemas.microsoft.com/office/drawing/2014/main" id="{CEEFD711-72E7-4C24-A0FC-38AE3FBF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ACT</a:t>
            </a:r>
          </a:p>
        </p:txBody>
      </p:sp>
      <p:sp>
        <p:nvSpPr>
          <p:cNvPr id="18" name="ai-rule-3">
            <a:extLst xmlns:a="http://schemas.openxmlformats.org/drawingml/2006/main">
              <a:ext uri="{FF2B5EF4-FFF2-40B4-BE49-F238E27FC236}">
                <a16:creationId xmlns:a16="http://schemas.microsoft.com/office/drawing/2014/main" id="{8F85B997-DBFF-4DBF-B858-B02B2122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i-body-3">
            <a:extLst xmlns:a="http://schemas.openxmlformats.org/drawingml/2006/main">
              <a:ext uri="{FF2B5EF4-FFF2-40B4-BE49-F238E27FC236}">
                <a16:creationId xmlns:a16="http://schemas.microsoft.com/office/drawing/2014/main" id="{068D3C7C-5C4C-4AAB-A4A9-53D7355C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323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Initiate workflows, prepare responses, request approval, and invoke permitted actions</a:t>
            </a:r>
          </a:p>
        </p:txBody>
      </p:sp>
      <p:sp>
        <p:nvSpPr>
          <p:cNvPr id="20" name="execution-threshold-label">
            <a:extLst xmlns:a="http://schemas.openxmlformats.org/drawingml/2006/main">
              <a:ext uri="{FF2B5EF4-FFF2-40B4-BE49-F238E27FC236}">
                <a16:creationId xmlns:a16="http://schemas.microsoft.com/office/drawing/2014/main" id="{59278A5D-A4C1-4D50-ABB7-3FC0DBD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1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BOUNDARY</a:t>
            </a:r>
          </a:p>
        </p:txBody>
      </p:sp>
      <p:sp>
        <p:nvSpPr>
          <p:cNvPr id="21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C07A048-AE40-4233-B492-DDA8AFDA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6126DC5D-7FEF-4CE4-804A-E86EA410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move from advice to action introduces an institutional authority requirement.</a:t>
            </a:r>
          </a:p>
        </p:txBody>
      </p:sp>
    </p:spTree>
    <p:extLst>
      <p:ext uri="{BB962C8B-B14F-4D97-AF65-F5344CB8AC3E}">
        <p14:creationId xmlns:p14="http://schemas.microsoft.com/office/powerpoint/2010/main" val="7202582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5befc11234d4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DDB0C4-0ACB-43A3-8F39-D5408B9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8F776E9-915D-4B6E-AC81-2CE876C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09ED44D-E671-4B19-8721-4E19FAD0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BBCBEDAB-1090-4117-877C-5A1C06BE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41CD5A-B056-49EA-AE75-D9480FE6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Governed agentic action crosses an execution boundary</a:t>
            </a:r>
          </a:p>
        </p:txBody>
      </p:sp>
      <p:sp>
        <p:nvSpPr>
          <p:cNvPr id="7" name="boundary-spine">
            <a:extLst xmlns:a="http://schemas.openxmlformats.org/drawingml/2006/main">
              <a:ext uri="{FF2B5EF4-FFF2-40B4-BE49-F238E27FC236}">
                <a16:creationId xmlns:a16="http://schemas.microsoft.com/office/drawing/2014/main" id="{6DD65A45-0CD8-45BB-BB49-AE202B5B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0439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1-frame">
            <a:extLst xmlns:a="http://schemas.openxmlformats.org/drawingml/2006/main">
              <a:ext uri="{FF2B5EF4-FFF2-40B4-BE49-F238E27FC236}">
                <a16:creationId xmlns:a16="http://schemas.microsoft.com/office/drawing/2014/main" id="{F5B077BD-CC04-4278-B753-88B40933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boundary-1-text">
            <a:extLst xmlns:a="http://schemas.openxmlformats.org/drawingml/2006/main">
              <a:ext uri="{FF2B5EF4-FFF2-40B4-BE49-F238E27FC236}">
                <a16:creationId xmlns:a16="http://schemas.microsoft.com/office/drawing/2014/main" id="{A2DAFCED-DEBA-470D-BD8B-687701D7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boundary-label-1">
            <a:extLst xmlns:a="http://schemas.openxmlformats.org/drawingml/2006/main">
              <a:ext uri="{FF2B5EF4-FFF2-40B4-BE49-F238E27FC236}">
                <a16:creationId xmlns:a16="http://schemas.microsoft.com/office/drawing/2014/main" id="{06A988CA-135F-4035-8D61-02DB19C7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1" name="boundary-2-frame">
            <a:extLst xmlns:a="http://schemas.openxmlformats.org/drawingml/2006/main">
              <a:ext uri="{FF2B5EF4-FFF2-40B4-BE49-F238E27FC236}">
                <a16:creationId xmlns:a16="http://schemas.microsoft.com/office/drawing/2014/main" id="{05ACFD0E-64AC-4AB9-ABED-F8B7D078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boundary-2-text">
            <a:extLst xmlns:a="http://schemas.openxmlformats.org/drawingml/2006/main">
              <a:ext uri="{FF2B5EF4-FFF2-40B4-BE49-F238E27FC236}">
                <a16:creationId xmlns:a16="http://schemas.microsoft.com/office/drawing/2014/main" id="{7C637851-2886-47CE-91F0-84E99334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90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boundary-label-2">
            <a:extLst xmlns:a="http://schemas.openxmlformats.org/drawingml/2006/main">
              <a:ext uri="{FF2B5EF4-FFF2-40B4-BE49-F238E27FC236}">
                <a16:creationId xmlns:a16="http://schemas.microsoft.com/office/drawing/2014/main" id="{A09B40E4-D66B-4113-AD40-F8A4F8C5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19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Delegated authority</a:t>
            </a:r>
          </a:p>
        </p:txBody>
      </p:sp>
      <p:sp>
        <p:nvSpPr>
          <p:cNvPr id="14" name="boundary-3-frame">
            <a:extLst xmlns:a="http://schemas.openxmlformats.org/drawingml/2006/main">
              <a:ext uri="{FF2B5EF4-FFF2-40B4-BE49-F238E27FC236}">
                <a16:creationId xmlns:a16="http://schemas.microsoft.com/office/drawing/2014/main" id="{71B77B21-95FB-407D-8B5E-D058709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766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5" name="boundary-3-text">
            <a:extLst xmlns:a="http://schemas.openxmlformats.org/drawingml/2006/main">
              <a:ext uri="{FF2B5EF4-FFF2-40B4-BE49-F238E27FC236}">
                <a16:creationId xmlns:a16="http://schemas.microsoft.com/office/drawing/2014/main" id="{098FE78B-29F9-43DF-B298-F81048B1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90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6" name="boundary-label-3">
            <a:extLst xmlns:a="http://schemas.openxmlformats.org/drawingml/2006/main">
              <a:ext uri="{FF2B5EF4-FFF2-40B4-BE49-F238E27FC236}">
                <a16:creationId xmlns:a16="http://schemas.microsoft.com/office/drawing/2014/main" id="{62282A10-14BD-4128-B056-2A65826A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19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17" name="boundary-4-frame">
            <a:extLst xmlns:a="http://schemas.openxmlformats.org/drawingml/2006/main">
              <a:ext uri="{FF2B5EF4-FFF2-40B4-BE49-F238E27FC236}">
                <a16:creationId xmlns:a16="http://schemas.microsoft.com/office/drawing/2014/main" id="{E122BBBF-D9AA-46BF-A979-02F6B82B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766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boundary-4-text">
            <a:extLst xmlns:a="http://schemas.openxmlformats.org/drawingml/2006/main">
              <a:ext uri="{FF2B5EF4-FFF2-40B4-BE49-F238E27FC236}">
                <a16:creationId xmlns:a16="http://schemas.microsoft.com/office/drawing/2014/main" id="{C6D41A69-C47D-4472-8062-81616A8D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90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9" name="boundary-label-4">
            <a:extLst xmlns:a="http://schemas.openxmlformats.org/drawingml/2006/main">
              <a:ext uri="{FF2B5EF4-FFF2-40B4-BE49-F238E27FC236}">
                <a16:creationId xmlns:a16="http://schemas.microsoft.com/office/drawing/2014/main" id="{30CDF3A6-A948-4578-90BD-5610ECEE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19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0" name="boundary-5-frame">
            <a:extLst xmlns:a="http://schemas.openxmlformats.org/drawingml/2006/main">
              <a:ext uri="{FF2B5EF4-FFF2-40B4-BE49-F238E27FC236}">
                <a16:creationId xmlns:a16="http://schemas.microsoft.com/office/drawing/2014/main" id="{6D577EF0-1047-4DA5-AF64-0371DBDF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boundary-5-text">
            <a:extLst xmlns:a="http://schemas.openxmlformats.org/drawingml/2006/main">
              <a:ext uri="{FF2B5EF4-FFF2-40B4-BE49-F238E27FC236}">
                <a16:creationId xmlns:a16="http://schemas.microsoft.com/office/drawing/2014/main" id="{C72B717B-B859-4EA9-86E9-BF1DB994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2" name="boundary-label-5">
            <a:extLst xmlns:a="http://schemas.openxmlformats.org/drawingml/2006/main">
              <a:ext uri="{FF2B5EF4-FFF2-40B4-BE49-F238E27FC236}">
                <a16:creationId xmlns:a16="http://schemas.microsoft.com/office/drawing/2014/main" id="{0559EDA2-91B9-4C0D-AD37-EB321677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23" name="boundary-6-frame">
            <a:extLst xmlns:a="http://schemas.openxmlformats.org/drawingml/2006/main">
              <a:ext uri="{FF2B5EF4-FFF2-40B4-BE49-F238E27FC236}">
                <a16:creationId xmlns:a16="http://schemas.microsoft.com/office/drawing/2014/main" id="{9F7C91BD-3CEC-403C-8BCA-6185D754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4" name="boundary-6-text">
            <a:extLst xmlns:a="http://schemas.openxmlformats.org/drawingml/2006/main">
              <a:ext uri="{FF2B5EF4-FFF2-40B4-BE49-F238E27FC236}">
                <a16:creationId xmlns:a16="http://schemas.microsoft.com/office/drawing/2014/main" id="{2BD5A4A3-0C02-487B-B0C1-4CDDE5B8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5" name="boundary-label-6">
            <a:extLst xmlns:a="http://schemas.openxmlformats.org/drawingml/2006/main">
              <a:ext uri="{FF2B5EF4-FFF2-40B4-BE49-F238E27FC236}">
                <a16:creationId xmlns:a16="http://schemas.microsoft.com/office/drawing/2014/main" id="{5F07C09D-08F7-45D2-886C-0CE81C25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6" name="boundary-7-frame">
            <a:extLst xmlns:a="http://schemas.openxmlformats.org/drawingml/2006/main">
              <a:ext uri="{FF2B5EF4-FFF2-40B4-BE49-F238E27FC236}">
                <a16:creationId xmlns:a16="http://schemas.microsoft.com/office/drawing/2014/main" id="{235593ED-4BA7-4666-BF5D-6B2FB5A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766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7" name="boundary-7-text">
            <a:extLst xmlns:a="http://schemas.openxmlformats.org/drawingml/2006/main">
              <a:ext uri="{FF2B5EF4-FFF2-40B4-BE49-F238E27FC236}">
                <a16:creationId xmlns:a16="http://schemas.microsoft.com/office/drawing/2014/main" id="{78326FC3-4A67-4DF8-8E25-66A27A92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90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28" name="boundary-label-7">
            <a:extLst xmlns:a="http://schemas.openxmlformats.org/drawingml/2006/main">
              <a:ext uri="{FF2B5EF4-FFF2-40B4-BE49-F238E27FC236}">
                <a16:creationId xmlns:a16="http://schemas.microsoft.com/office/drawing/2014/main" id="{32939375-2CFD-4B40-AB99-CE0A246B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19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Audit</a:t>
            </a:r>
          </a:p>
        </p:txBody>
      </p:sp>
      <p:sp>
        <p:nvSpPr>
          <p:cNvPr id="29" name="boundary-description">
            <a:extLst xmlns:a="http://schemas.openxmlformats.org/drawingml/2006/main">
              <a:ext uri="{FF2B5EF4-FFF2-40B4-BE49-F238E27FC236}">
                <a16:creationId xmlns:a16="http://schemas.microsoft.com/office/drawing/2014/main" id="{C462BA1C-3729-4335-8F60-2F1F9B2B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834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governs what the agent may do, what actually executes, and what evidence remains afterwards.</a:t>
            </a:r>
          </a:p>
        </p:txBody>
      </p:sp>
      <p:sp>
        <p:nvSpPr>
          <p:cNvPr id="30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14B16AC7-41A1-4862-8661-9087B0B0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keaway">
            <a:extLst xmlns:a="http://schemas.openxmlformats.org/drawingml/2006/main">
              <a:ext uri="{FF2B5EF4-FFF2-40B4-BE49-F238E27FC236}">
                <a16:creationId xmlns:a16="http://schemas.microsoft.com/office/drawing/2014/main" id="{6D7BE50F-FD7E-4B62-93A2-D3A2D6D6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governs permitted action and retained evidence. Model reasoning remains outside this scope.</a:t>
            </a:r>
          </a:p>
        </p:txBody>
      </p:sp>
    </p:spTree>
    <p:extLst>
      <p:ext uri="{BB962C8B-B14F-4D97-AF65-F5344CB8AC3E}">
        <p14:creationId xmlns:p14="http://schemas.microsoft.com/office/powerpoint/2010/main" val="4750173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e46f5549e489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1B85E5-4819-4910-993B-DC3CAF7A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98B88EC-A4F0-4778-92A7-4BF8A824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2922315-877B-412C-99A5-D978C8AD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99D2E3FF-B70D-410E-8734-C43B3CA9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E9199C-0F32-49AF-9085-8DDED4B2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People, applications, and agents share one trust framework</a:t>
            </a:r>
          </a:p>
        </p:txBody>
      </p:sp>
      <p:sp>
        <p:nvSpPr>
          <p:cNvPr id="7" name="actor-1">
            <a:extLst xmlns:a="http://schemas.openxmlformats.org/drawingml/2006/main">
              <a:ext uri="{FF2B5EF4-FFF2-40B4-BE49-F238E27FC236}">
                <a16:creationId xmlns:a16="http://schemas.microsoft.com/office/drawing/2014/main" id="{195468C1-2AE4-4693-9DC8-A67C53F5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8" name="actor-link-1">
            <a:extLst xmlns:a="http://schemas.openxmlformats.org/drawingml/2006/main">
              <a:ext uri="{FF2B5EF4-FFF2-40B4-BE49-F238E27FC236}">
                <a16:creationId xmlns:a16="http://schemas.microsoft.com/office/drawing/2014/main" id="{31D9DDBC-F5CE-4E27-99C8-738A7029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14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tor-2">
            <a:extLst xmlns:a="http://schemas.openxmlformats.org/drawingml/2006/main">
              <a:ext uri="{FF2B5EF4-FFF2-40B4-BE49-F238E27FC236}">
                <a16:creationId xmlns:a16="http://schemas.microsoft.com/office/drawing/2014/main" id="{D185CC30-36AC-4ACF-BE4E-2437335F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24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External parties</a:t>
            </a:r>
          </a:p>
        </p:txBody>
      </p:sp>
      <p:sp>
        <p:nvSpPr>
          <p:cNvPr id="10" name="actor-link-2">
            <a:extLst xmlns:a="http://schemas.openxmlformats.org/drawingml/2006/main">
              <a:ext uri="{FF2B5EF4-FFF2-40B4-BE49-F238E27FC236}">
                <a16:creationId xmlns:a16="http://schemas.microsoft.com/office/drawing/2014/main" id="{0B82F91B-424B-465A-9EB2-9BE7E739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14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tor-3">
            <a:extLst xmlns:a="http://schemas.openxmlformats.org/drawingml/2006/main">
              <a:ext uri="{FF2B5EF4-FFF2-40B4-BE49-F238E27FC236}">
                <a16:creationId xmlns:a16="http://schemas.microsoft.com/office/drawing/2014/main" id="{0AD4D3F9-D9FB-44B4-9172-A07F9BFC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Organizations</a:t>
            </a:r>
          </a:p>
        </p:txBody>
      </p:sp>
      <p:sp>
        <p:nvSpPr>
          <p:cNvPr id="12" name="actor-link-3">
            <a:extLst xmlns:a="http://schemas.openxmlformats.org/drawingml/2006/main">
              <a:ext uri="{FF2B5EF4-FFF2-40B4-BE49-F238E27FC236}">
                <a16:creationId xmlns:a16="http://schemas.microsoft.com/office/drawing/2014/main" id="{C76CA3A5-1155-485D-8CBB-21BD11C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914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tor-4">
            <a:extLst xmlns:a="http://schemas.openxmlformats.org/drawingml/2006/main">
              <a:ext uri="{FF2B5EF4-FFF2-40B4-BE49-F238E27FC236}">
                <a16:creationId xmlns:a16="http://schemas.microsoft.com/office/drawing/2014/main" id="{8635100D-7E47-4107-B75B-D3FFE7D7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4" name="actor-link-4">
            <a:extLst xmlns:a="http://schemas.openxmlformats.org/drawingml/2006/main">
              <a:ext uri="{FF2B5EF4-FFF2-40B4-BE49-F238E27FC236}">
                <a16:creationId xmlns:a16="http://schemas.microsoft.com/office/drawing/2014/main" id="{4F7704B7-A028-45A7-9D1F-08F8B127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14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ctor-5">
            <a:extLst xmlns:a="http://schemas.openxmlformats.org/drawingml/2006/main">
              <a:ext uri="{FF2B5EF4-FFF2-40B4-BE49-F238E27FC236}">
                <a16:creationId xmlns:a16="http://schemas.microsoft.com/office/drawing/2014/main" id="{F41350CC-D95A-4137-908F-0A3F9BD2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6" name="actor-link-5">
            <a:extLst xmlns:a="http://schemas.openxmlformats.org/drawingml/2006/main">
              <a:ext uri="{FF2B5EF4-FFF2-40B4-BE49-F238E27FC236}">
                <a16:creationId xmlns:a16="http://schemas.microsoft.com/office/drawing/2014/main" id="{F3A294AC-5721-4133-B6E4-991E6094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14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red-framework">
            <a:extLst xmlns:a="http://schemas.openxmlformats.org/drawingml/2006/main">
              <a:ext uri="{FF2B5EF4-FFF2-40B4-BE49-F238E27FC236}">
                <a16:creationId xmlns:a16="http://schemas.microsoft.com/office/drawing/2014/main" id="{DBAA6769-2ABA-4F18-AD23-5DD319BC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3632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red-framework-title">
            <a:extLst xmlns:a="http://schemas.openxmlformats.org/drawingml/2006/main">
              <a:ext uri="{FF2B5EF4-FFF2-40B4-BE49-F238E27FC236}">
                <a16:creationId xmlns:a16="http://schemas.microsoft.com/office/drawing/2014/main" id="{3421FEAA-E671-4382-AEA8-013B5B55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IDENTITY / AUTHORITY / POLICY / APPROVAL / EXECUTION / EVIDENCE</a:t>
            </a:r>
          </a:p>
        </p:txBody>
      </p:sp>
      <p:sp>
        <p:nvSpPr>
          <p:cNvPr id="19" name="shared-framework-detail">
            <a:extLst xmlns:a="http://schemas.openxmlformats.org/drawingml/2006/main">
              <a:ext uri="{FF2B5EF4-FFF2-40B4-BE49-F238E27FC236}">
                <a16:creationId xmlns:a16="http://schemas.microsoft.com/office/drawing/2014/main" id="{ADA1445E-3FC5-4C52-984A-7A4D4329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Actor type changes the mandate, autonomy, policy, and assurance required. The institutional trust model remains common.</a:t>
            </a:r>
          </a:p>
        </p:txBody>
      </p:sp>
      <p:sp>
        <p:nvSpPr>
          <p:cNvPr id="20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1DF9614-BFBB-4F97-A1F5-0204CD9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keaway">
            <a:extLst xmlns:a="http://schemas.openxmlformats.org/drawingml/2006/main">
              <a:ext uri="{FF2B5EF4-FFF2-40B4-BE49-F238E27FC236}">
                <a16:creationId xmlns:a16="http://schemas.microsoft.com/office/drawing/2014/main" id="{A5124131-482C-462A-BF26-2349226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An AI agent becomes another governed actor in the trusted execution environment.</a:t>
            </a:r>
          </a:p>
        </p:txBody>
      </p:sp>
    </p:spTree>
    <p:extLst>
      <p:ext uri="{BB962C8B-B14F-4D97-AF65-F5344CB8AC3E}">
        <p14:creationId xmlns:p14="http://schemas.microsoft.com/office/powerpoint/2010/main" val="12228037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f8ef116cb43d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941181-DF4E-4907-8EE8-B4FDA389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729F983-62F1-434E-BF2F-6B98EBCF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F2A7A8A-2308-4D4D-AEA0-025A688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B07C1789-B169-4648-B220-8A7221CF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E1B555-78EC-461E-A1C2-14BF9884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Circularo's strategic position</a:t>
            </a:r>
          </a:p>
        </p:txBody>
      </p:sp>
      <p:sp>
        <p:nvSpPr>
          <p:cNvPr id="7" name="position-layer-1">
            <a:extLst xmlns:a="http://schemas.openxmlformats.org/drawingml/2006/main">
              <a:ext uri="{FF2B5EF4-FFF2-40B4-BE49-F238E27FC236}">
                <a16:creationId xmlns:a16="http://schemas.microsoft.com/office/drawing/2014/main" id="{993DC6F0-27E5-41FD-9C76-754B32D6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990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8" name="position-label-1">
            <a:extLst xmlns:a="http://schemas.openxmlformats.org/drawingml/2006/main">
              <a:ext uri="{FF2B5EF4-FFF2-40B4-BE49-F238E27FC236}">
                <a16:creationId xmlns:a16="http://schemas.microsoft.com/office/drawing/2014/main" id="{AB4D6EE1-5FC4-4D55-BAB4-D090F726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ACTORS</a:t>
            </a:r>
          </a:p>
        </p:txBody>
      </p:sp>
      <p:sp>
        <p:nvSpPr>
          <p:cNvPr id="9" name="position-body-1">
            <a:extLst xmlns:a="http://schemas.openxmlformats.org/drawingml/2006/main">
              <a:ext uri="{FF2B5EF4-FFF2-40B4-BE49-F238E27FC236}">
                <a16:creationId xmlns:a16="http://schemas.microsoft.com/office/drawing/2014/main" id="{390213FF-EDDE-446D-8967-BEFFC7C2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1932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 / Organizations / Applications / AI agents</a:t>
            </a:r>
          </a:p>
        </p:txBody>
      </p:sp>
      <p:sp>
        <p:nvSpPr>
          <p:cNvPr id="10" name="position-layer-2">
            <a:extLst xmlns:a="http://schemas.openxmlformats.org/drawingml/2006/main">
              <a:ext uri="{FF2B5EF4-FFF2-40B4-BE49-F238E27FC236}">
                <a16:creationId xmlns:a16="http://schemas.microsoft.com/office/drawing/2014/main" id="{EB4CBA28-DFAA-4402-879C-330AA1B2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990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7000FF"/>
            </a:solidFill>
            <a:prstDash val="solid"/>
          </a:ln>
        </p:spPr>
      </p:sp>
      <p:sp>
        <p:nvSpPr>
          <p:cNvPr id="11" name="position-label-2">
            <a:extLst xmlns:a="http://schemas.openxmlformats.org/drawingml/2006/main">
              <a:ext uri="{FF2B5EF4-FFF2-40B4-BE49-F238E27FC236}">
                <a16:creationId xmlns:a16="http://schemas.microsoft.com/office/drawing/2014/main" id="{8CD6603C-9B01-47C1-BE28-1FBA0844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</a:t>
            </a:r>
          </a:p>
        </p:txBody>
      </p:sp>
      <p:sp>
        <p:nvSpPr>
          <p:cNvPr id="12" name="position-body-2">
            <a:extLst xmlns:a="http://schemas.openxmlformats.org/drawingml/2006/main">
              <a:ext uri="{FF2B5EF4-FFF2-40B4-BE49-F238E27FC236}">
                <a16:creationId xmlns:a16="http://schemas.microsoft.com/office/drawing/2014/main" id="{3BE2D36C-BDF2-49D1-91BB-117CA386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1467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Orchestration and Trusted Execution Layer</a:t>
            </a:r>
          </a:p>
        </p:txBody>
      </p:sp>
      <p:sp>
        <p:nvSpPr>
          <p:cNvPr id="13" name="position-layer-3">
            <a:extLst xmlns:a="http://schemas.openxmlformats.org/drawingml/2006/main">
              <a:ext uri="{FF2B5EF4-FFF2-40B4-BE49-F238E27FC236}">
                <a16:creationId xmlns:a16="http://schemas.microsoft.com/office/drawing/2014/main" id="{66B947D2-FF20-413F-81FC-25F9B932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D7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4" name="position-label-3">
            <a:extLst xmlns:a="http://schemas.openxmlformats.org/drawingml/2006/main">
              <a:ext uri="{FF2B5EF4-FFF2-40B4-BE49-F238E27FC236}">
                <a16:creationId xmlns:a16="http://schemas.microsoft.com/office/drawing/2014/main" id="{9C6520C5-6E2B-4855-8F1C-85662D4E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 INFRASTRUCTURE</a:t>
            </a:r>
          </a:p>
        </p:txBody>
      </p:sp>
      <p:sp>
        <p:nvSpPr>
          <p:cNvPr id="15" name="position-body-3">
            <a:extLst xmlns:a="http://schemas.openxmlformats.org/drawingml/2006/main">
              <a:ext uri="{FF2B5EF4-FFF2-40B4-BE49-F238E27FC236}">
                <a16:creationId xmlns:a16="http://schemas.microsoft.com/office/drawing/2014/main" id="{833E87B0-667E-44B7-9289-7E37582F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002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/ IAM / PKI / Signatures / Seals / Timestamps / Trust providers</a:t>
            </a:r>
          </a:p>
        </p:txBody>
      </p:sp>
      <p:sp>
        <p:nvSpPr>
          <p:cNvPr id="16" name="position-layer-4">
            <a:extLst xmlns:a="http://schemas.openxmlformats.org/drawingml/2006/main">
              <a:ext uri="{FF2B5EF4-FFF2-40B4-BE49-F238E27FC236}">
                <a16:creationId xmlns:a16="http://schemas.microsoft.com/office/drawing/2014/main" id="{74213ACE-595F-4107-95F7-BE0B0100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990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7" name="position-label-4">
            <a:extLst xmlns:a="http://schemas.openxmlformats.org/drawingml/2006/main">
              <a:ext uri="{FF2B5EF4-FFF2-40B4-BE49-F238E27FC236}">
                <a16:creationId xmlns:a16="http://schemas.microsoft.com/office/drawing/2014/main" id="{F2A1CF21-24C6-4E00-92BE-BC91438A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OUTCOME</a:t>
            </a:r>
          </a:p>
        </p:txBody>
      </p:sp>
      <p:sp>
        <p:nvSpPr>
          <p:cNvPr id="18" name="position-body-4">
            <a:extLst xmlns:a="http://schemas.openxmlformats.org/drawingml/2006/main">
              <a:ext uri="{FF2B5EF4-FFF2-40B4-BE49-F238E27FC236}">
                <a16:creationId xmlns:a16="http://schemas.microsoft.com/office/drawing/2014/main" id="{9A8C442F-2AA8-464D-8FFD-99476F1D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0537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Trusted, governed, and verifiable business actions</a:t>
            </a:r>
          </a:p>
        </p:txBody>
      </p:sp>
      <p:sp>
        <p:nvSpPr>
          <p:cNvPr id="19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E3891BF4-DEC1-4F36-80F9-B6DB6BBE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2792704B-D053-4A4A-BB32-37EF0447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connects actors and trust infrastructure to governed business outcomes.</a:t>
            </a:r>
          </a:p>
        </p:txBody>
      </p:sp>
    </p:spTree>
    <p:extLst>
      <p:ext uri="{BB962C8B-B14F-4D97-AF65-F5344CB8AC3E}">
        <p14:creationId xmlns:p14="http://schemas.microsoft.com/office/powerpoint/2010/main" val="12682102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0fe668677459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B0089D-0F87-48ED-A4FB-E00759F1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20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7AE3070-08D9-44AE-AABD-00B7AA38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9BB8503-6D15-4188-A934-04749C32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E5685AA0-5159-4044-934A-D569C8DF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158269-D44A-4D6D-A199-970DEBCB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Three delivery models preserve one trust objective</a:t>
            </a:r>
          </a:p>
        </p:txBody>
      </p:sp>
      <p:sp>
        <p:nvSpPr>
          <p:cNvPr id="7" name="delivery-1-frame">
            <a:extLst xmlns:a="http://schemas.openxmlformats.org/drawingml/2006/main">
              <a:ext uri="{FF2B5EF4-FFF2-40B4-BE49-F238E27FC236}">
                <a16:creationId xmlns:a16="http://schemas.microsoft.com/office/drawing/2014/main" id="{B30E157B-4F4F-4CF5-9B51-AE93D69B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8" name="delivery-1-text">
            <a:extLst xmlns:a="http://schemas.openxmlformats.org/drawingml/2006/main">
              <a:ext uri="{FF2B5EF4-FFF2-40B4-BE49-F238E27FC236}">
                <a16:creationId xmlns:a16="http://schemas.microsoft.com/office/drawing/2014/main" id="{B9AFC7A1-7427-43B6-B699-251CBCF1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delivery-title-1">
            <a:extLst xmlns:a="http://schemas.openxmlformats.org/drawingml/2006/main">
              <a:ext uri="{FF2B5EF4-FFF2-40B4-BE49-F238E27FC236}">
                <a16:creationId xmlns:a16="http://schemas.microsoft.com/office/drawing/2014/main" id="{9CBD4A18-CC09-41CD-ABE5-31325C7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10" name="delivery-body-1">
            <a:extLst xmlns:a="http://schemas.openxmlformats.org/drawingml/2006/main">
              <a:ext uri="{FF2B5EF4-FFF2-40B4-BE49-F238E27FC236}">
                <a16:creationId xmlns:a16="http://schemas.microsoft.com/office/drawing/2014/main" id="{F9EA352A-984E-4ACF-BF7F-48A6891E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Managed cloud environment</a:t>
            </a:r>
          </a:p>
        </p:txBody>
      </p:sp>
      <p:sp>
        <p:nvSpPr>
          <p:cNvPr id="11" name="delivery-2-frame">
            <a:extLst xmlns:a="http://schemas.openxmlformats.org/drawingml/2006/main">
              <a:ext uri="{FF2B5EF4-FFF2-40B4-BE49-F238E27FC236}">
                <a16:creationId xmlns:a16="http://schemas.microsoft.com/office/drawing/2014/main" id="{BD3BE571-3FD7-4C15-9AB2-5ABD61AC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delivery-2-text">
            <a:extLst xmlns:a="http://schemas.openxmlformats.org/drawingml/2006/main">
              <a:ext uri="{FF2B5EF4-FFF2-40B4-BE49-F238E27FC236}">
                <a16:creationId xmlns:a16="http://schemas.microsoft.com/office/drawing/2014/main" id="{7F6D0CB1-EFC4-4D06-B97B-5853B89E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delivery-title-2">
            <a:extLst xmlns:a="http://schemas.openxmlformats.org/drawingml/2006/main">
              <a:ext uri="{FF2B5EF4-FFF2-40B4-BE49-F238E27FC236}">
                <a16:creationId xmlns:a16="http://schemas.microsoft.com/office/drawing/2014/main" id="{572BEB07-8E71-4FE4-B462-7D3BE36D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14" name="delivery-body-2">
            <a:extLst xmlns:a="http://schemas.openxmlformats.org/drawingml/2006/main">
              <a:ext uri="{FF2B5EF4-FFF2-40B4-BE49-F238E27FC236}">
                <a16:creationId xmlns:a16="http://schemas.microsoft.com/office/drawing/2014/main" id="{DC716E95-BEE8-45D8-88CA-A69B1C82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Customer-controlled infrastructure</a:t>
            </a:r>
          </a:p>
        </p:txBody>
      </p:sp>
      <p:sp>
        <p:nvSpPr>
          <p:cNvPr id="15" name="delivery-3-frame">
            <a:extLst xmlns:a="http://schemas.openxmlformats.org/drawingml/2006/main">
              <a:ext uri="{FF2B5EF4-FFF2-40B4-BE49-F238E27FC236}">
                <a16:creationId xmlns:a16="http://schemas.microsoft.com/office/drawing/2014/main" id="{93AEF197-1812-4036-BBEA-B71CE983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6" name="delivery-3-text">
            <a:extLst xmlns:a="http://schemas.openxmlformats.org/drawingml/2006/main">
              <a:ext uri="{FF2B5EF4-FFF2-40B4-BE49-F238E27FC236}">
                <a16:creationId xmlns:a16="http://schemas.microsoft.com/office/drawing/2014/main" id="{AFD074C6-E57D-4DA9-84BD-D2341C08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delivery-title-3">
            <a:extLst xmlns:a="http://schemas.openxmlformats.org/drawingml/2006/main">
              <a:ext uri="{FF2B5EF4-FFF2-40B4-BE49-F238E27FC236}">
                <a16:creationId xmlns:a16="http://schemas.microsoft.com/office/drawing/2014/main" id="{711F9CFD-2411-4892-8E66-A2839A8E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18" name="delivery-body-3">
            <a:extLst xmlns:a="http://schemas.openxmlformats.org/drawingml/2006/main">
              <a:ext uri="{FF2B5EF4-FFF2-40B4-BE49-F238E27FC236}">
                <a16:creationId xmlns:a16="http://schemas.microsoft.com/office/drawing/2014/main" id="{D78DA4F0-F363-4B2A-9E51-59352779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Common infrastructure for multiple institutions</a:t>
            </a:r>
          </a:p>
        </p:txBody>
      </p:sp>
      <p:sp>
        <p:nvSpPr>
          <p:cNvPr id="19" name="delivery-common-line">
            <a:extLst xmlns:a="http://schemas.openxmlformats.org/drawingml/2006/main">
              <a:ext uri="{FF2B5EF4-FFF2-40B4-BE49-F238E27FC236}">
                <a16:creationId xmlns:a16="http://schemas.microsoft.com/office/drawing/2014/main" id="{6C16BB44-0EC8-4E54-BDBE-68072065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782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livery-common">
            <a:extLst xmlns:a="http://schemas.openxmlformats.org/drawingml/2006/main">
              <a:ext uri="{FF2B5EF4-FFF2-40B4-BE49-F238E27FC236}">
                <a16:creationId xmlns:a16="http://schemas.microsoft.com/office/drawing/2014/main" id="{9BFA018A-6C6B-48FD-8C9A-0A418951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941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COMMON TRUST OBJECTIVE: CONTROLLED EXECUTION WITH VERIFIABLE EVIDENCE</a:t>
            </a:r>
          </a:p>
        </p:txBody>
      </p:sp>
      <p:sp>
        <p:nvSpPr>
          <p:cNvPr id="21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3952702C-43C2-4DBD-B00F-8B485EC7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507827A5-B4E1-49D3-9019-A60EC25D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operating model changes. The trust and evidence chain remains consistent.</a:t>
            </a:r>
          </a:p>
        </p:txBody>
      </p:sp>
    </p:spTree>
    <p:extLst>
      <p:ext uri="{BB962C8B-B14F-4D97-AF65-F5344CB8AC3E}">
        <p14:creationId xmlns:p14="http://schemas.microsoft.com/office/powerpoint/2010/main" val="10688116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4a3461c5341a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84ca1635549c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D80B41-AEFF-4EBD-9AFC-5C0A7692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21</a:t>
            </a:r>
          </a:p>
        </p:txBody>
      </p:sp>
      <p:sp>
        <p:nvSpPr>
          <p:cNvPr id="4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D610A09-0FC7-4271-A4FD-2C37714B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ADE706F-3A00-49F0-B75F-EE969327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6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6E4ADA77-E31F-41E3-9D7A-3A345E33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7" name="flywheel-kicker">
            <a:extLst xmlns:a="http://schemas.openxmlformats.org/drawingml/2006/main">
              <a:ext uri="{FF2B5EF4-FFF2-40B4-BE49-F238E27FC236}">
                <a16:creationId xmlns:a16="http://schemas.microsoft.com/office/drawing/2014/main" id="{1A521667-3D4E-4B62-AE77-72B7E992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FLYWHEEL</a:t>
            </a:r>
          </a:p>
        </p:txBody>
      </p:sp>
      <p:sp>
        <p:nvSpPr>
          <p:cNvPr id="8" name="flywheel-title">
            <a:extLst xmlns:a="http://schemas.openxmlformats.org/drawingml/2006/main">
              <a:ext uri="{FF2B5EF4-FFF2-40B4-BE49-F238E27FC236}">
                <a16:creationId xmlns:a16="http://schemas.microsoft.com/office/drawing/2014/main" id="{1CF85D0B-B9F4-4085-8875-4D6F65EA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95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7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Every governed action strengthens the next one</a:t>
            </a:r>
          </a:p>
        </p:txBody>
      </p:sp>
      <p:sp>
        <p:nvSpPr>
          <p:cNvPr id="9" name="flywheel-copy">
            <a:extLst xmlns:a="http://schemas.openxmlformats.org/drawingml/2006/main">
              <a:ext uri="{FF2B5EF4-FFF2-40B4-BE49-F238E27FC236}">
                <a16:creationId xmlns:a16="http://schemas.microsoft.com/office/drawing/2014/main" id="{E73A463A-AD38-4150-97A6-20C02056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6863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Trusted collaboration creates execution. Execution creates evidence. Evidence creates records. Records provide trusted AI context. Governed action creates the next trusted execution.</a:t>
            </a:r>
          </a:p>
        </p:txBody>
      </p:sp>
    </p:spTree>
    <p:extLst>
      <p:ext uri="{BB962C8B-B14F-4D97-AF65-F5344CB8AC3E}">
        <p14:creationId xmlns:p14="http://schemas.microsoft.com/office/powerpoint/2010/main" val="14623757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ab228720846f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0FD957-0371-481D-A3B1-91CEC79E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83F3733-CF77-4C79-B965-CF29E5C8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2493059-FC34-4A41-B0BE-AEFADF6A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D1C3B3FD-AB87-4CD3-86A5-C4509238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F83320-E615-43CC-A84A-E126D79F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Circularo proposition for the agentic era</a:t>
            </a:r>
          </a:p>
        </p:txBody>
      </p:sp>
      <p:sp>
        <p:nvSpPr>
          <p:cNvPr id="7" name="proposition-label-1">
            <a:extLst xmlns:a="http://schemas.openxmlformats.org/drawingml/2006/main">
              <a:ext uri="{FF2B5EF4-FFF2-40B4-BE49-F238E27FC236}">
                <a16:creationId xmlns:a16="http://schemas.microsoft.com/office/drawing/2014/main" id="{70A86758-3ED8-4507-B0B0-AF659335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PLATFORM</a:t>
            </a:r>
          </a:p>
        </p:txBody>
      </p:sp>
      <p:sp>
        <p:nvSpPr>
          <p:cNvPr id="8" name="proposition-body-1">
            <a:extLst xmlns:a="http://schemas.openxmlformats.org/drawingml/2006/main">
              <a:ext uri="{FF2B5EF4-FFF2-40B4-BE49-F238E27FC236}">
                <a16:creationId xmlns:a16="http://schemas.microsoft.com/office/drawing/2014/main" id="{44437A3A-65B0-4DFC-B2C7-D6CC9D00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887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Orchestration connects content, identity, authority, workflow, trust services, evidence, and trusted records.</a:t>
            </a:r>
          </a:p>
        </p:txBody>
      </p:sp>
      <p:sp>
        <p:nvSpPr>
          <p:cNvPr id="9" name="proposition-line-1">
            <a:extLst xmlns:a="http://schemas.openxmlformats.org/drawingml/2006/main">
              <a:ext uri="{FF2B5EF4-FFF2-40B4-BE49-F238E27FC236}">
                <a16:creationId xmlns:a16="http://schemas.microsoft.com/office/drawing/2014/main" id="{14D12870-6D83-4D81-8D4C-D1C10A1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position-label-2">
            <a:extLst xmlns:a="http://schemas.openxmlformats.org/drawingml/2006/main">
              <a:ext uri="{FF2B5EF4-FFF2-40B4-BE49-F238E27FC236}">
                <a16:creationId xmlns:a16="http://schemas.microsoft.com/office/drawing/2014/main" id="{07326C22-092F-4B50-9089-52D83735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OUTCOME</a:t>
            </a:r>
          </a:p>
        </p:txBody>
      </p:sp>
      <p:sp>
        <p:nvSpPr>
          <p:cNvPr id="11" name="proposition-body-2">
            <a:extLst xmlns:a="http://schemas.openxmlformats.org/drawingml/2006/main">
              <a:ext uri="{FF2B5EF4-FFF2-40B4-BE49-F238E27FC236}">
                <a16:creationId xmlns:a16="http://schemas.microsoft.com/office/drawing/2014/main" id="{6017B8FA-F919-4771-B0F3-8983A976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24175"/>
            <a:ext cx="887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Execution produces governed and verifiable business actions.</a:t>
            </a:r>
          </a:p>
        </p:txBody>
      </p:sp>
      <p:sp>
        <p:nvSpPr>
          <p:cNvPr id="12" name="proposition-line-2">
            <a:extLst xmlns:a="http://schemas.openxmlformats.org/drawingml/2006/main">
              <a:ext uri="{FF2B5EF4-FFF2-40B4-BE49-F238E27FC236}">
                <a16:creationId xmlns:a16="http://schemas.microsoft.com/office/drawing/2014/main" id="{8EB88B24-4026-4EAD-8601-6488B340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position-label-3">
            <a:extLst xmlns:a="http://schemas.openxmlformats.org/drawingml/2006/main">
              <a:ext uri="{FF2B5EF4-FFF2-40B4-BE49-F238E27FC236}">
                <a16:creationId xmlns:a16="http://schemas.microsoft.com/office/drawing/2014/main" id="{495EC9B5-14DB-4E6B-B3EB-0DB6C5AC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ROLE</a:t>
            </a:r>
          </a:p>
        </p:txBody>
      </p:sp>
      <p:sp>
        <p:nvSpPr>
          <p:cNvPr id="14" name="proposition-body-3">
            <a:extLst xmlns:a="http://schemas.openxmlformats.org/drawingml/2006/main">
              <a:ext uri="{FF2B5EF4-FFF2-40B4-BE49-F238E27FC236}">
                <a16:creationId xmlns:a16="http://schemas.microsoft.com/office/drawing/2014/main" id="{FAFC481B-52D1-449D-BA5C-17AD94A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00475"/>
            <a:ext cx="887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execution boundary governs what agents may do and what evidence remains.</a:t>
            </a:r>
          </a:p>
        </p:txBody>
      </p:sp>
      <p:sp>
        <p:nvSpPr>
          <p:cNvPr id="15" name="proposition-line-3">
            <a:extLst xmlns:a="http://schemas.openxmlformats.org/drawingml/2006/main">
              <a:ext uri="{FF2B5EF4-FFF2-40B4-BE49-F238E27FC236}">
                <a16:creationId xmlns:a16="http://schemas.microsoft.com/office/drawing/2014/main" id="{9D3CEB02-455B-43EE-9BB2-A5EA4068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position-label-4">
            <a:extLst xmlns:a="http://schemas.openxmlformats.org/drawingml/2006/main">
              <a:ext uri="{FF2B5EF4-FFF2-40B4-BE49-F238E27FC236}">
                <a16:creationId xmlns:a16="http://schemas.microsoft.com/office/drawing/2014/main" id="{9F516729-7FC6-40B8-A7A4-CFDF31D9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OPERATING MODEL</a:t>
            </a:r>
          </a:p>
        </p:txBody>
      </p:sp>
      <p:sp>
        <p:nvSpPr>
          <p:cNvPr id="17" name="proposition-body-4">
            <a:extLst xmlns:a="http://schemas.openxmlformats.org/drawingml/2006/main">
              <a:ext uri="{FF2B5EF4-FFF2-40B4-BE49-F238E27FC236}">
                <a16:creationId xmlns:a16="http://schemas.microsoft.com/office/drawing/2014/main" id="{07244031-35C0-4DAD-8384-4687B8AC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76775"/>
            <a:ext cx="887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One governance model and evidence chain can operate through SaaS, sovereign, or shared-services infrastructure.</a:t>
            </a:r>
          </a:p>
        </p:txBody>
      </p:sp>
      <p:sp>
        <p:nvSpPr>
          <p:cNvPr id="18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211ABEF-AE57-42A0-9737-A6290BD8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1649CD01-60EA-44DD-A759-C2E68FED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Greater autonomy must be matched by stronger institutional control.</a:t>
            </a:r>
          </a:p>
        </p:txBody>
      </p:sp>
    </p:spTree>
    <p:extLst>
      <p:ext uri="{BB962C8B-B14F-4D97-AF65-F5344CB8AC3E}">
        <p14:creationId xmlns:p14="http://schemas.microsoft.com/office/powerpoint/2010/main" val="7566094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c0e82f11a401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825BDD-3474-4F10-827B-6D28A87D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23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91796CF-D3A9-45CD-AA0C-738BBADB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B09EC98-B891-4EBD-A745-5F0A1CC8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EXECUTION FOR THE AGENTIC ERA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20690028-C806-4471-AEE7-1650155A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68F5109F-5B20-4957-9F06-00CEDFB1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STRATEGIC POSITION</a:t>
            </a:r>
          </a:p>
        </p:txBody>
      </p:sp>
      <p:sp>
        <p:nvSpPr>
          <p:cNvPr id="7" name="closing-1">
            <a:extLst xmlns:a="http://schemas.openxmlformats.org/drawingml/2006/main">
              <a:ext uri="{FF2B5EF4-FFF2-40B4-BE49-F238E27FC236}">
                <a16:creationId xmlns:a16="http://schemas.microsoft.com/office/drawing/2014/main" id="{8B8F4662-D11A-4632-AE8E-D91A4ED5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orchestrates trust.</a:t>
            </a:r>
          </a:p>
        </p:txBody>
      </p:sp>
      <p:sp>
        <p:nvSpPr>
          <p:cNvPr id="8" name="closing-2">
            <a:extLst xmlns:a="http://schemas.openxmlformats.org/drawingml/2006/main">
              <a:ext uri="{FF2B5EF4-FFF2-40B4-BE49-F238E27FC236}">
                <a16:creationId xmlns:a16="http://schemas.microsoft.com/office/drawing/2014/main" id="{BED3D7B4-104C-4E53-B6C6-5EF7697F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 is the outcome.</a:t>
            </a:r>
          </a:p>
        </p:txBody>
      </p:sp>
      <p:sp>
        <p:nvSpPr>
          <p:cNvPr id="9" name="closing-3">
            <a:extLst xmlns:a="http://schemas.openxmlformats.org/drawingml/2006/main">
              <a:ext uri="{FF2B5EF4-FFF2-40B4-BE49-F238E27FC236}">
                <a16:creationId xmlns:a16="http://schemas.microsoft.com/office/drawing/2014/main" id="{579C8763-316D-45F4-9577-AC35B57D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The execution boundary is the position for the agentic era.</a:t>
            </a:r>
          </a:p>
        </p:txBody>
      </p:sp>
      <p:sp>
        <p:nvSpPr>
          <p:cNvPr id="10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5B0CAC15-B202-4C77-AF2D-C93F4778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ing-guardrail-label">
            <a:extLst xmlns:a="http://schemas.openxmlformats.org/drawingml/2006/main">
              <a:ext uri="{FF2B5EF4-FFF2-40B4-BE49-F238E27FC236}">
                <a16:creationId xmlns:a16="http://schemas.microsoft.com/office/drawing/2014/main" id="{7A5E3F05-D8A5-487E-80C1-0FB57625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EXTERNAL-USE GUARDRAIL</a:t>
            </a:r>
          </a:p>
        </p:txBody>
      </p:sp>
      <p:sp>
        <p:nvSpPr>
          <p:cNvPr id="12" name="closing-guardrail">
            <a:extLst xmlns:a="http://schemas.openxmlformats.org/drawingml/2006/main">
              <a:ext uri="{FF2B5EF4-FFF2-40B4-BE49-F238E27FC236}">
                <a16:creationId xmlns:a16="http://schemas.microsoft.com/office/drawing/2014/main" id="{4637ED6A-29DE-440E-927A-0905F877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48250"/>
            <a:ext cx="815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Confirm current capability, work in development, strategic direction, and approved claim wording before external reuse.</a:t>
            </a:r>
          </a:p>
        </p:txBody>
      </p:sp>
    </p:spTree>
    <p:extLst>
      <p:ext uri="{BB962C8B-B14F-4D97-AF65-F5344CB8AC3E}">
        <p14:creationId xmlns:p14="http://schemas.microsoft.com/office/powerpoint/2010/main" val="323720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2026-09-04T06:16:49.9580000Z</dcterms:created>
  <dcterms:modified xsi:type="dcterms:W3CDTF">2026-09-04T06:16:49.9590000Z</dcterms:modified>
</coreProperties>
</file>